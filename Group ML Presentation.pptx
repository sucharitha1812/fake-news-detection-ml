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661" r:id="rId2"/>
  </p:sldMasterIdLst>
  <p:notesMasterIdLst>
    <p:notesMasterId r:id="rId23"/>
  </p:notesMasterIdLst>
  <p:sldIdLst>
    <p:sldId id="301" r:id="rId3"/>
    <p:sldId id="302" r:id="rId4"/>
    <p:sldId id="303" r:id="rId5"/>
    <p:sldId id="304" r:id="rId6"/>
    <p:sldId id="307" r:id="rId7"/>
    <p:sldId id="256" r:id="rId8"/>
    <p:sldId id="281" r:id="rId9"/>
    <p:sldId id="289" r:id="rId10"/>
    <p:sldId id="269" r:id="rId11"/>
    <p:sldId id="290" r:id="rId12"/>
    <p:sldId id="305" r:id="rId13"/>
    <p:sldId id="262" r:id="rId14"/>
    <p:sldId id="306" r:id="rId15"/>
    <p:sldId id="295" r:id="rId16"/>
    <p:sldId id="293" r:id="rId17"/>
    <p:sldId id="286" r:id="rId18"/>
    <p:sldId id="294" r:id="rId19"/>
    <p:sldId id="265" r:id="rId20"/>
    <p:sldId id="310" r:id="rId21"/>
    <p:sldId id="309" r:id="rId22"/>
  </p:sldIdLst>
  <p:sldSz cx="9144000" cy="5143500" type="screen16x9"/>
  <p:notesSz cx="6858000" cy="9144000"/>
  <p:embeddedFontLst>
    <p:embeddedFont>
      <p:font typeface="Fira Sans Extra Condensed" panose="020B0503050000020004" pitchFamily="34" charset="0"/>
      <p:regular r:id="rId24"/>
      <p:bold r:id="rId25"/>
      <p:italic r:id="rId26"/>
      <p:boldItalic r:id="rId27"/>
    </p:embeddedFont>
    <p:embeddedFont>
      <p:font typeface="Roboto" panose="020000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B75F28-6164-4F1C-8B5A-A17B8B5D48D4}" v="1057" dt="2024-11-17T17:01:13.477"/>
    <p1510:client id="{1DEC3323-2974-7D7D-CE5A-BA2637922DA8}" v="526" dt="2024-11-17T17:23:27.607"/>
    <p1510:client id="{416DCCBF-738E-4D63-BA59-888DEA21872A}" v="315" dt="2024-11-17T17:23:59.888"/>
    <p1510:client id="{586C7D29-1E3E-4946-9F7A-C2AC0BE53CB5}" v="113" dt="2024-11-16T18:16:39.478"/>
    <p1510:client id="{995DA2D8-C5D4-46CB-85C1-0187AF11979B}" v="369" dt="2024-11-16T18:36:06.128"/>
    <p1510:client id="{C70ABD48-2DE2-887B-00A0-E8328C959BE6}" v="89" dt="2024-11-17T03:46:45.504"/>
    <p1510:client id="{D3A2AD37-5D2E-6203-0F42-A679C406BEF0}" v="88" dt="2024-11-17T01:16:10.135"/>
    <p1510:client id="{D891C266-2EE8-4CB4-B253-50595F4CB8EB}" v="18" dt="2024-11-16T18:09:23.321"/>
    <p1510:client id="{EA3EF523-C1C9-8B0A-2006-BAABDDF0FEFF}" v="4" dt="2024-11-17T20:01:06.290"/>
    <p1510:client id="{F9CD5AAE-B28B-4ABC-9A0E-1FB8754AAF59}" v="105" dt="2024-11-17T17:45:33.613"/>
  </p1510:revLst>
</p1510:revInfo>
</file>

<file path=ppt/tableStyles.xml><?xml version="1.0" encoding="utf-8"?>
<a:tblStyleLst xmlns:a="http://schemas.openxmlformats.org/drawingml/2006/main" def="{8EFE8D26-381A-4F8C-B453-DEADE879D0B3}">
  <a:tblStyle styleId="{8EFE8D26-381A-4F8C-B453-DEADE879D0B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3.fntdata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8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i Quander" userId="S::kquander@usf.edu::63361733-195f-4e8d-8d9c-8edab3c37058" providerId="AD" clId="Web-{C70ABD48-2DE2-887B-00A0-E8328C959BE6}"/>
    <pc:docChg chg="modSld">
      <pc:chgData name="Kai Quander" userId="S::kquander@usf.edu::63361733-195f-4e8d-8d9c-8edab3c37058" providerId="AD" clId="Web-{C70ABD48-2DE2-887B-00A0-E8328C959BE6}" dt="2024-11-17T03:46:45.504" v="81" actId="1076"/>
      <pc:docMkLst>
        <pc:docMk/>
      </pc:docMkLst>
      <pc:sldChg chg="addSp modSp">
        <pc:chgData name="Kai Quander" userId="S::kquander@usf.edu::63361733-195f-4e8d-8d9c-8edab3c37058" providerId="AD" clId="Web-{C70ABD48-2DE2-887B-00A0-E8328C959BE6}" dt="2024-11-17T03:46:45.504" v="81" actId="1076"/>
        <pc:sldMkLst>
          <pc:docMk/>
          <pc:sldMk cId="1408757961" sldId="293"/>
        </pc:sldMkLst>
        <pc:grpChg chg="add">
          <ac:chgData name="Kai Quander" userId="S::kquander@usf.edu::63361733-195f-4e8d-8d9c-8edab3c37058" providerId="AD" clId="Web-{C70ABD48-2DE2-887B-00A0-E8328C959BE6}" dt="2024-11-17T03:46:21.409" v="51"/>
          <ac:grpSpMkLst>
            <pc:docMk/>
            <pc:sldMk cId="1408757961" sldId="293"/>
            <ac:grpSpMk id="61" creationId="{C82136FD-F423-9666-6CF3-1EBBC0C7A139}"/>
          </ac:grpSpMkLst>
        </pc:grpChg>
        <pc:grpChg chg="add mod">
          <ac:chgData name="Kai Quander" userId="S::kquander@usf.edu::63361733-195f-4e8d-8d9c-8edab3c37058" providerId="AD" clId="Web-{C70ABD48-2DE2-887B-00A0-E8328C959BE6}" dt="2024-11-17T03:46:45.504" v="81" actId="1076"/>
          <ac:grpSpMkLst>
            <pc:docMk/>
            <pc:sldMk cId="1408757961" sldId="293"/>
            <ac:grpSpMk id="68" creationId="{50D0C7AA-358F-3645-2549-B31CBC24D83B}"/>
          </ac:grpSpMkLst>
        </pc:grpChg>
        <pc:grpChg chg="add mod">
          <ac:chgData name="Kai Quander" userId="S::kquander@usf.edu::63361733-195f-4e8d-8d9c-8edab3c37058" providerId="AD" clId="Web-{C70ABD48-2DE2-887B-00A0-E8328C959BE6}" dt="2024-11-17T03:46:45.504" v="80" actId="1076"/>
          <ac:grpSpMkLst>
            <pc:docMk/>
            <pc:sldMk cId="1408757961" sldId="293"/>
            <ac:grpSpMk id="92" creationId="{C7CDE9E7-EC21-BE94-F1DD-E8AC37959655}"/>
          </ac:grpSpMkLst>
        </pc:grpChg>
        <pc:grpChg chg="add mod">
          <ac:chgData name="Kai Quander" userId="S::kquander@usf.edu::63361733-195f-4e8d-8d9c-8edab3c37058" providerId="AD" clId="Web-{C70ABD48-2DE2-887B-00A0-E8328C959BE6}" dt="2024-11-17T03:46:45.504" v="79" actId="1076"/>
          <ac:grpSpMkLst>
            <pc:docMk/>
            <pc:sldMk cId="1408757961" sldId="293"/>
            <ac:grpSpMk id="99" creationId="{26D6D487-811A-8B2B-025D-16F3A52D871A}"/>
          </ac:grpSpMkLst>
        </pc:grpChg>
        <pc:grpChg chg="add mod">
          <ac:chgData name="Kai Quander" userId="S::kquander@usf.edu::63361733-195f-4e8d-8d9c-8edab3c37058" providerId="AD" clId="Web-{C70ABD48-2DE2-887B-00A0-E8328C959BE6}" dt="2024-11-17T03:46:45.504" v="78" actId="1076"/>
          <ac:grpSpMkLst>
            <pc:docMk/>
            <pc:sldMk cId="1408757961" sldId="293"/>
            <ac:grpSpMk id="106" creationId="{C01AA6A4-7333-5E3B-6CA3-8E5DAE4ACB0A}"/>
          </ac:grpSpMkLst>
        </pc:grpChg>
        <pc:grpChg chg="add mod">
          <ac:chgData name="Kai Quander" userId="S::kquander@usf.edu::63361733-195f-4e8d-8d9c-8edab3c37058" providerId="AD" clId="Web-{C70ABD48-2DE2-887B-00A0-E8328C959BE6}" dt="2024-11-17T03:46:45.488" v="77" actId="1076"/>
          <ac:grpSpMkLst>
            <pc:docMk/>
            <pc:sldMk cId="1408757961" sldId="293"/>
            <ac:grpSpMk id="121" creationId="{35DB53AA-35FE-F823-AF56-B1261E17E82F}"/>
          </ac:grpSpMkLst>
        </pc:grpChg>
        <pc:grpChg chg="add mod">
          <ac:chgData name="Kai Quander" userId="S::kquander@usf.edu::63361733-195f-4e8d-8d9c-8edab3c37058" providerId="AD" clId="Web-{C70ABD48-2DE2-887B-00A0-E8328C959BE6}" dt="2024-11-17T03:46:45.488" v="76" actId="1076"/>
          <ac:grpSpMkLst>
            <pc:docMk/>
            <pc:sldMk cId="1408757961" sldId="293"/>
            <ac:grpSpMk id="133" creationId="{A3F8A801-0265-183F-4259-7D9DEAFF0223}"/>
          </ac:grpSpMkLst>
        </pc:grpChg>
      </pc:sldChg>
      <pc:sldChg chg="addSp delSp modSp">
        <pc:chgData name="Kai Quander" userId="S::kquander@usf.edu::63361733-195f-4e8d-8d9c-8edab3c37058" providerId="AD" clId="Web-{C70ABD48-2DE2-887B-00A0-E8328C959BE6}" dt="2024-11-17T02:03:53.871" v="50" actId="20577"/>
        <pc:sldMkLst>
          <pc:docMk/>
          <pc:sldMk cId="1614853152" sldId="295"/>
        </pc:sldMkLst>
        <pc:spChg chg="mod">
          <ac:chgData name="Kai Quander" userId="S::kquander@usf.edu::63361733-195f-4e8d-8d9c-8edab3c37058" providerId="AD" clId="Web-{C70ABD48-2DE2-887B-00A0-E8328C959BE6}" dt="2024-11-17T02:02:14.024" v="26" actId="20577"/>
          <ac:spMkLst>
            <pc:docMk/>
            <pc:sldMk cId="1614853152" sldId="295"/>
            <ac:spMk id="73" creationId="{999BAC91-6C64-68E4-03A5-CC3B323BA3AA}"/>
          </ac:spMkLst>
        </pc:spChg>
        <pc:spChg chg="mod">
          <ac:chgData name="Kai Quander" userId="S::kquander@usf.edu::63361733-195f-4e8d-8d9c-8edab3c37058" providerId="AD" clId="Web-{C70ABD48-2DE2-887B-00A0-E8328C959BE6}" dt="2024-11-17T02:03:53.871" v="50" actId="20577"/>
          <ac:spMkLst>
            <pc:docMk/>
            <pc:sldMk cId="1614853152" sldId="295"/>
            <ac:spMk id="74" creationId="{8F95BC0A-FB61-14EC-BF7A-0E235BD9F07B}"/>
          </ac:spMkLst>
        </pc:spChg>
        <pc:spChg chg="del">
          <ac:chgData name="Kai Quander" userId="S::kquander@usf.edu::63361733-195f-4e8d-8d9c-8edab3c37058" providerId="AD" clId="Web-{C70ABD48-2DE2-887B-00A0-E8328C959BE6}" dt="2024-11-17T02:01:15.679" v="16"/>
          <ac:spMkLst>
            <pc:docMk/>
            <pc:sldMk cId="1614853152" sldId="295"/>
            <ac:spMk id="82" creationId="{2540C024-0FD5-38A0-FB78-C38B0E5F5B40}"/>
          </ac:spMkLst>
        </pc:spChg>
        <pc:spChg chg="mod">
          <ac:chgData name="Kai Quander" userId="S::kquander@usf.edu::63361733-195f-4e8d-8d9c-8edab3c37058" providerId="AD" clId="Web-{C70ABD48-2DE2-887B-00A0-E8328C959BE6}" dt="2024-11-17T02:02:30.587" v="29" actId="1076"/>
          <ac:spMkLst>
            <pc:docMk/>
            <pc:sldMk cId="1614853152" sldId="295"/>
            <ac:spMk id="83" creationId="{20C64FA4-B846-7AF9-D639-CACE0D32438C}"/>
          </ac:spMkLst>
        </pc:spChg>
        <pc:spChg chg="del mod">
          <ac:chgData name="Kai Quander" userId="S::kquander@usf.edu::63361733-195f-4e8d-8d9c-8edab3c37058" providerId="AD" clId="Web-{C70ABD48-2DE2-887B-00A0-E8328C959BE6}" dt="2024-11-17T02:00:32.271" v="8"/>
          <ac:spMkLst>
            <pc:docMk/>
            <pc:sldMk cId="1614853152" sldId="295"/>
            <ac:spMk id="91" creationId="{A1B5144E-1532-DB21-A736-6439DEE9E471}"/>
          </ac:spMkLst>
        </pc:spChg>
        <pc:spChg chg="mod">
          <ac:chgData name="Kai Quander" userId="S::kquander@usf.edu::63361733-195f-4e8d-8d9c-8edab3c37058" providerId="AD" clId="Web-{C70ABD48-2DE2-887B-00A0-E8328C959BE6}" dt="2024-11-17T02:02:26.446" v="28" actId="1076"/>
          <ac:spMkLst>
            <pc:docMk/>
            <pc:sldMk cId="1614853152" sldId="295"/>
            <ac:spMk id="92" creationId="{85226463-7E08-D0A0-F06F-CA89CE22CC00}"/>
          </ac:spMkLst>
        </pc:spChg>
        <pc:grpChg chg="add">
          <ac:chgData name="Kai Quander" userId="S::kquander@usf.edu::63361733-195f-4e8d-8d9c-8edab3c37058" providerId="AD" clId="Web-{C70ABD48-2DE2-887B-00A0-E8328C959BE6}" dt="2024-11-17T01:59:44.738" v="0"/>
          <ac:grpSpMkLst>
            <pc:docMk/>
            <pc:sldMk cId="1614853152" sldId="295"/>
            <ac:grpSpMk id="66" creationId="{0D0E2B56-A933-153E-4767-ACF786B1EC98}"/>
          </ac:grpSpMkLst>
        </pc:grpChg>
        <pc:grpChg chg="add">
          <ac:chgData name="Kai Quander" userId="S::kquander@usf.edu::63361733-195f-4e8d-8d9c-8edab3c37058" providerId="AD" clId="Web-{C70ABD48-2DE2-887B-00A0-E8328C959BE6}" dt="2024-11-17T01:59:44.770" v="1"/>
          <ac:grpSpMkLst>
            <pc:docMk/>
            <pc:sldMk cId="1614853152" sldId="295"/>
            <ac:grpSpMk id="75" creationId="{685A1DBF-6CC4-5293-9ECE-D45ECB0DF89C}"/>
          </ac:grpSpMkLst>
        </pc:grpChg>
        <pc:grpChg chg="del">
          <ac:chgData name="Kai Quander" userId="S::kquander@usf.edu::63361733-195f-4e8d-8d9c-8edab3c37058" providerId="AD" clId="Web-{C70ABD48-2DE2-887B-00A0-E8328C959BE6}" dt="2024-11-17T02:01:15.679" v="16"/>
          <ac:grpSpMkLst>
            <pc:docMk/>
            <pc:sldMk cId="1614853152" sldId="295"/>
            <ac:grpSpMk id="78" creationId="{C9D576BE-2F99-B9D8-57AB-6664F96EF7FE}"/>
          </ac:grpSpMkLst>
        </pc:grpChg>
        <pc:grpChg chg="add">
          <ac:chgData name="Kai Quander" userId="S::kquander@usf.edu::63361733-195f-4e8d-8d9c-8edab3c37058" providerId="AD" clId="Web-{C70ABD48-2DE2-887B-00A0-E8328C959BE6}" dt="2024-11-17T01:59:44.801" v="2"/>
          <ac:grpSpMkLst>
            <pc:docMk/>
            <pc:sldMk cId="1614853152" sldId="295"/>
            <ac:grpSpMk id="84" creationId="{085B231A-D4AD-D2F6-912E-3B65444DF84A}"/>
          </ac:grpSpMkLst>
        </pc:grpChg>
        <pc:grpChg chg="del">
          <ac:chgData name="Kai Quander" userId="S::kquander@usf.edu::63361733-195f-4e8d-8d9c-8edab3c37058" providerId="AD" clId="Web-{C70ABD48-2DE2-887B-00A0-E8328C959BE6}" dt="2024-11-17T02:00:32.271" v="8"/>
          <ac:grpSpMkLst>
            <pc:docMk/>
            <pc:sldMk cId="1614853152" sldId="295"/>
            <ac:grpSpMk id="87" creationId="{C1B3D2A7-66D7-E0FD-2456-36C26E74479C}"/>
          </ac:grpSpMkLst>
        </pc:grpChg>
        <pc:grpChg chg="add mod">
          <ac:chgData name="Kai Quander" userId="S::kquander@usf.edu::63361733-195f-4e8d-8d9c-8edab3c37058" providerId="AD" clId="Web-{C70ABD48-2DE2-887B-00A0-E8328C959BE6}" dt="2024-11-17T02:00:36.662" v="10" actId="1076"/>
          <ac:grpSpMkLst>
            <pc:docMk/>
            <pc:sldMk cId="1614853152" sldId="295"/>
            <ac:grpSpMk id="93" creationId="{962C7D22-D745-F8C9-AAFF-F0CBA2A1F945}"/>
          </ac:grpSpMkLst>
        </pc:grpChg>
        <pc:grpChg chg="add">
          <ac:chgData name="Kai Quander" userId="S::kquander@usf.edu::63361733-195f-4e8d-8d9c-8edab3c37058" providerId="AD" clId="Web-{C70ABD48-2DE2-887B-00A0-E8328C959BE6}" dt="2024-11-17T01:59:44.879" v="4"/>
          <ac:grpSpMkLst>
            <pc:docMk/>
            <pc:sldMk cId="1614853152" sldId="295"/>
            <ac:grpSpMk id="107" creationId="{B7FB2BF4-8EA2-FA24-7773-CFEC01BD807A}"/>
          </ac:grpSpMkLst>
        </pc:grpChg>
        <pc:grpChg chg="add">
          <ac:chgData name="Kai Quander" userId="S::kquander@usf.edu::63361733-195f-4e8d-8d9c-8edab3c37058" providerId="AD" clId="Web-{C70ABD48-2DE2-887B-00A0-E8328C959BE6}" dt="2024-11-17T01:59:44.926" v="5"/>
          <ac:grpSpMkLst>
            <pc:docMk/>
            <pc:sldMk cId="1614853152" sldId="295"/>
            <ac:grpSpMk id="122" creationId="{29B222A8-04E5-3781-22D1-4713F0B9BF83}"/>
          </ac:grpSpMkLst>
        </pc:grpChg>
        <pc:grpChg chg="add">
          <ac:chgData name="Kai Quander" userId="S::kquander@usf.edu::63361733-195f-4e8d-8d9c-8edab3c37058" providerId="AD" clId="Web-{C70ABD48-2DE2-887B-00A0-E8328C959BE6}" dt="2024-11-17T01:59:44.973" v="6"/>
          <ac:grpSpMkLst>
            <pc:docMk/>
            <pc:sldMk cId="1614853152" sldId="295"/>
            <ac:grpSpMk id="140" creationId="{D3D643ED-564F-1437-2D1B-479D1DF52F6E}"/>
          </ac:grpSpMkLst>
        </pc:grpChg>
      </pc:sldChg>
    </pc:docChg>
  </pc:docChgLst>
  <pc:docChgLst>
    <pc:chgData name="Kai Quander" userId="S::kquander@usf.edu::63361733-195f-4e8d-8d9c-8edab3c37058" providerId="AD" clId="Web-{EA3EF523-C1C9-8B0A-2006-BAABDDF0FEFF}"/>
    <pc:docChg chg="modSld">
      <pc:chgData name="Kai Quander" userId="S::kquander@usf.edu::63361733-195f-4e8d-8d9c-8edab3c37058" providerId="AD" clId="Web-{EA3EF523-C1C9-8B0A-2006-BAABDDF0FEFF}" dt="2024-11-17T20:01:06.290" v="3"/>
      <pc:docMkLst>
        <pc:docMk/>
      </pc:docMkLst>
      <pc:sldChg chg="addSp delSp modSp">
        <pc:chgData name="Kai Quander" userId="S::kquander@usf.edu::63361733-195f-4e8d-8d9c-8edab3c37058" providerId="AD" clId="Web-{EA3EF523-C1C9-8B0A-2006-BAABDDF0FEFF}" dt="2024-11-17T20:01:06.290" v="3"/>
        <pc:sldMkLst>
          <pc:docMk/>
          <pc:sldMk cId="2108009472" sldId="294"/>
        </pc:sldMkLst>
        <pc:spChg chg="del mod">
          <ac:chgData name="Kai Quander" userId="S::kquander@usf.edu::63361733-195f-4e8d-8d9c-8edab3c37058" providerId="AD" clId="Web-{EA3EF523-C1C9-8B0A-2006-BAABDDF0FEFF}" dt="2024-11-17T20:01:06.290" v="3"/>
          <ac:spMkLst>
            <pc:docMk/>
            <pc:sldMk cId="2108009472" sldId="294"/>
            <ac:spMk id="385" creationId="{58269A85-A075-79C7-91AE-E4124785FEAF}"/>
          </ac:spMkLst>
        </pc:spChg>
        <pc:grpChg chg="add del">
          <ac:chgData name="Kai Quander" userId="S::kquander@usf.edu::63361733-195f-4e8d-8d9c-8edab3c37058" providerId="AD" clId="Web-{EA3EF523-C1C9-8B0A-2006-BAABDDF0FEFF}" dt="2024-11-17T20:00:55.993" v="1"/>
          <ac:grpSpMkLst>
            <pc:docMk/>
            <pc:sldMk cId="2108009472" sldId="294"/>
            <ac:grpSpMk id="411" creationId="{16305876-B3CB-BB23-5F60-F4F00A29777F}"/>
          </ac:grpSpMkLst>
        </pc:grpChg>
      </pc:sldChg>
    </pc:docChg>
  </pc:docChgLst>
  <pc:docChgLst>
    <pc:chgData name="Ryan Stopczynski" userId="S::stopczynski@usf.edu::ce79a5e6-cea1-43cd-b7f0-3e1ae3579b25" providerId="AD" clId="Web-{16B75F28-6164-4F1C-8B5A-A17B8B5D48D4}"/>
    <pc:docChg chg="addSld delSld modSld sldOrd">
      <pc:chgData name="Ryan Stopczynski" userId="S::stopczynski@usf.edu::ce79a5e6-cea1-43cd-b7f0-3e1ae3579b25" providerId="AD" clId="Web-{16B75F28-6164-4F1C-8B5A-A17B8B5D48D4}" dt="2024-11-17T17:01:13.477" v="847"/>
      <pc:docMkLst>
        <pc:docMk/>
      </pc:docMkLst>
      <pc:sldChg chg="ord">
        <pc:chgData name="Ryan Stopczynski" userId="S::stopczynski@usf.edu::ce79a5e6-cea1-43cd-b7f0-3e1ae3579b25" providerId="AD" clId="Web-{16B75F28-6164-4F1C-8B5A-A17B8B5D48D4}" dt="2024-11-17T14:42:36.793" v="210"/>
        <pc:sldMkLst>
          <pc:docMk/>
          <pc:sldMk cId="0" sldId="260"/>
        </pc:sldMkLst>
      </pc:sldChg>
      <pc:sldChg chg="addSp delSp modSp ord">
        <pc:chgData name="Ryan Stopczynski" userId="S::stopczynski@usf.edu::ce79a5e6-cea1-43cd-b7f0-3e1ae3579b25" providerId="AD" clId="Web-{16B75F28-6164-4F1C-8B5A-A17B8B5D48D4}" dt="2024-11-17T14:46:10.957" v="359" actId="20577"/>
        <pc:sldMkLst>
          <pc:docMk/>
          <pc:sldMk cId="0" sldId="262"/>
        </pc:sldMkLst>
        <pc:spChg chg="mod">
          <ac:chgData name="Ryan Stopczynski" userId="S::stopczynski@usf.edu::ce79a5e6-cea1-43cd-b7f0-3e1ae3579b25" providerId="AD" clId="Web-{16B75F28-6164-4F1C-8B5A-A17B8B5D48D4}" dt="2024-11-17T14:46:10.957" v="359" actId="20577"/>
          <ac:spMkLst>
            <pc:docMk/>
            <pc:sldMk cId="0" sldId="262"/>
            <ac:spMk id="735" creationId="{00000000-0000-0000-0000-000000000000}"/>
          </ac:spMkLst>
        </pc:spChg>
        <pc:spChg chg="mod">
          <ac:chgData name="Ryan Stopczynski" userId="S::stopczynski@usf.edu::ce79a5e6-cea1-43cd-b7f0-3e1ae3579b25" providerId="AD" clId="Web-{16B75F28-6164-4F1C-8B5A-A17B8B5D48D4}" dt="2024-11-17T14:43:15.482" v="227" actId="20577"/>
          <ac:spMkLst>
            <pc:docMk/>
            <pc:sldMk cId="0" sldId="262"/>
            <ac:spMk id="803" creationId="{00000000-0000-0000-0000-000000000000}"/>
          </ac:spMkLst>
        </pc:spChg>
        <pc:spChg chg="mod">
          <ac:chgData name="Ryan Stopczynski" userId="S::stopczynski@usf.edu::ce79a5e6-cea1-43cd-b7f0-3e1ae3579b25" providerId="AD" clId="Web-{16B75F28-6164-4F1C-8B5A-A17B8B5D48D4}" dt="2024-11-17T14:43:46.327" v="271" actId="20577"/>
          <ac:spMkLst>
            <pc:docMk/>
            <pc:sldMk cId="0" sldId="262"/>
            <ac:spMk id="804" creationId="{00000000-0000-0000-0000-000000000000}"/>
          </ac:spMkLst>
        </pc:spChg>
        <pc:spChg chg="mod">
          <ac:chgData name="Ryan Stopczynski" userId="S::stopczynski@usf.edu::ce79a5e6-cea1-43cd-b7f0-3e1ae3579b25" providerId="AD" clId="Web-{16B75F28-6164-4F1C-8B5A-A17B8B5D48D4}" dt="2024-11-17T14:43:59.640" v="285" actId="20577"/>
          <ac:spMkLst>
            <pc:docMk/>
            <pc:sldMk cId="0" sldId="262"/>
            <ac:spMk id="814" creationId="{00000000-0000-0000-0000-000000000000}"/>
          </ac:spMkLst>
        </pc:spChg>
        <pc:spChg chg="mod">
          <ac:chgData name="Ryan Stopczynski" userId="S::stopczynski@usf.edu::ce79a5e6-cea1-43cd-b7f0-3e1ae3579b25" providerId="AD" clId="Web-{16B75F28-6164-4F1C-8B5A-A17B8B5D48D4}" dt="2024-11-17T14:45:59.254" v="341" actId="20577"/>
          <ac:spMkLst>
            <pc:docMk/>
            <pc:sldMk cId="0" sldId="262"/>
            <ac:spMk id="815" creationId="{00000000-0000-0000-0000-000000000000}"/>
          </ac:spMkLst>
        </pc:spChg>
        <pc:grpChg chg="del mod">
          <ac:chgData name="Ryan Stopczynski" userId="S::stopczynski@usf.edu::ce79a5e6-cea1-43cd-b7f0-3e1ae3579b25" providerId="AD" clId="Web-{16B75F28-6164-4F1C-8B5A-A17B8B5D48D4}" dt="2024-11-17T14:42:47.965" v="214"/>
          <ac:grpSpMkLst>
            <pc:docMk/>
            <pc:sldMk cId="0" sldId="262"/>
            <ac:grpSpMk id="737" creationId="{00000000-0000-0000-0000-000000000000}"/>
          </ac:grpSpMkLst>
        </pc:grpChg>
        <pc:grpChg chg="del">
          <ac:chgData name="Ryan Stopczynski" userId="S::stopczynski@usf.edu::ce79a5e6-cea1-43cd-b7f0-3e1ae3579b25" providerId="AD" clId="Web-{16B75F28-6164-4F1C-8B5A-A17B8B5D48D4}" dt="2024-11-17T14:42:47.387" v="212"/>
          <ac:grpSpMkLst>
            <pc:docMk/>
            <pc:sldMk cId="0" sldId="262"/>
            <ac:grpSpMk id="769" creationId="{00000000-0000-0000-0000-000000000000}"/>
          </ac:grpSpMkLst>
        </pc:grpChg>
        <pc:picChg chg="add mod">
          <ac:chgData name="Ryan Stopczynski" userId="S::stopczynski@usf.edu::ce79a5e6-cea1-43cd-b7f0-3e1ae3579b25" providerId="AD" clId="Web-{16B75F28-6164-4F1C-8B5A-A17B8B5D48D4}" dt="2024-11-17T14:42:56.903" v="216" actId="1076"/>
          <ac:picMkLst>
            <pc:docMk/>
            <pc:sldMk cId="0" sldId="262"/>
            <ac:picMk id="3" creationId="{729BFDEA-E24D-77DE-C8D5-D26713BD8BD7}"/>
          </ac:picMkLst>
        </pc:picChg>
        <pc:picChg chg="add mod">
          <ac:chgData name="Ryan Stopczynski" userId="S::stopczynski@usf.edu::ce79a5e6-cea1-43cd-b7f0-3e1ae3579b25" providerId="AD" clId="Web-{16B75F28-6164-4F1C-8B5A-A17B8B5D48D4}" dt="2024-11-17T14:43:51.717" v="274" actId="1076"/>
          <ac:picMkLst>
            <pc:docMk/>
            <pc:sldMk cId="0" sldId="262"/>
            <ac:picMk id="4" creationId="{54867380-252D-361D-1745-6699DC02FE4D}"/>
          </ac:picMkLst>
        </pc:picChg>
      </pc:sldChg>
      <pc:sldChg chg="addSp delSp modSp del">
        <pc:chgData name="Ryan Stopczynski" userId="S::stopczynski@usf.edu::ce79a5e6-cea1-43cd-b7f0-3e1ae3579b25" providerId="AD" clId="Web-{16B75F28-6164-4F1C-8B5A-A17B8B5D48D4}" dt="2024-11-17T15:00:51.705" v="700"/>
        <pc:sldMkLst>
          <pc:docMk/>
          <pc:sldMk cId="135140530" sldId="292"/>
        </pc:sldMkLst>
        <pc:picChg chg="del">
          <ac:chgData name="Ryan Stopczynski" userId="S::stopczynski@usf.edu::ce79a5e6-cea1-43cd-b7f0-3e1ae3579b25" providerId="AD" clId="Web-{16B75F28-6164-4F1C-8B5A-A17B8B5D48D4}" dt="2024-11-17T14:38:59.753" v="168"/>
          <ac:picMkLst>
            <pc:docMk/>
            <pc:sldMk cId="135140530" sldId="292"/>
            <ac:picMk id="4" creationId="{51E4FBFD-9819-8783-EDCC-E4B382370262}"/>
          </ac:picMkLst>
        </pc:picChg>
        <pc:picChg chg="add mod">
          <ac:chgData name="Ryan Stopczynski" userId="S::stopczynski@usf.edu::ce79a5e6-cea1-43cd-b7f0-3e1ae3579b25" providerId="AD" clId="Web-{16B75F28-6164-4F1C-8B5A-A17B8B5D48D4}" dt="2024-11-17T14:39:23.207" v="177" actId="1076"/>
          <ac:picMkLst>
            <pc:docMk/>
            <pc:sldMk cId="135140530" sldId="292"/>
            <ac:picMk id="6" creationId="{DE20817E-DC15-F134-5900-D3FA027B2057}"/>
          </ac:picMkLst>
        </pc:picChg>
      </pc:sldChg>
      <pc:sldChg chg="addSp delSp modSp new del">
        <pc:chgData name="Ryan Stopczynski" userId="S::stopczynski@usf.edu::ce79a5e6-cea1-43cd-b7f0-3e1ae3579b25" providerId="AD" clId="Web-{16B75F28-6164-4F1C-8B5A-A17B8B5D48D4}" dt="2024-11-17T14:55:41.370" v="614"/>
        <pc:sldMkLst>
          <pc:docMk/>
          <pc:sldMk cId="2090653687" sldId="296"/>
        </pc:sldMkLst>
        <pc:picChg chg="add del mod">
          <ac:chgData name="Ryan Stopczynski" userId="S::stopczynski@usf.edu::ce79a5e6-cea1-43cd-b7f0-3e1ae3579b25" providerId="AD" clId="Web-{16B75F28-6164-4F1C-8B5A-A17B8B5D48D4}" dt="2024-11-17T14:32:32.656" v="5"/>
          <ac:picMkLst>
            <pc:docMk/>
            <pc:sldMk cId="2090653687" sldId="296"/>
            <ac:picMk id="5" creationId="{E44845BD-3404-C6E6-16F9-38096199685F}"/>
          </ac:picMkLst>
        </pc:picChg>
        <pc:picChg chg="add del mod">
          <ac:chgData name="Ryan Stopczynski" userId="S::stopczynski@usf.edu::ce79a5e6-cea1-43cd-b7f0-3e1ae3579b25" providerId="AD" clId="Web-{16B75F28-6164-4F1C-8B5A-A17B8B5D48D4}" dt="2024-11-17T14:39:07.425" v="173"/>
          <ac:picMkLst>
            <pc:docMk/>
            <pc:sldMk cId="2090653687" sldId="296"/>
            <ac:picMk id="6" creationId="{59F4B5E4-D8D8-9A00-CC64-2185877A0DF7}"/>
          </ac:picMkLst>
        </pc:picChg>
        <pc:picChg chg="add mod">
          <ac:chgData name="Ryan Stopczynski" userId="S::stopczynski@usf.edu::ce79a5e6-cea1-43cd-b7f0-3e1ae3579b25" providerId="AD" clId="Web-{16B75F28-6164-4F1C-8B5A-A17B8B5D48D4}" dt="2024-11-17T14:38:52.033" v="163" actId="1076"/>
          <ac:picMkLst>
            <pc:docMk/>
            <pc:sldMk cId="2090653687" sldId="296"/>
            <ac:picMk id="7" creationId="{F32FAF51-E074-AF73-90D5-EAE3619CF7B5}"/>
          </ac:picMkLst>
        </pc:picChg>
        <pc:picChg chg="add del mod">
          <ac:chgData name="Ryan Stopczynski" userId="S::stopczynski@usf.edu::ce79a5e6-cea1-43cd-b7f0-3e1ae3579b25" providerId="AD" clId="Web-{16B75F28-6164-4F1C-8B5A-A17B8B5D48D4}" dt="2024-11-17T14:39:03.003" v="170"/>
          <ac:picMkLst>
            <pc:docMk/>
            <pc:sldMk cId="2090653687" sldId="296"/>
            <ac:picMk id="8" creationId="{B88D5A9E-F818-B4E4-180A-369C49AF0ACC}"/>
          </ac:picMkLst>
        </pc:picChg>
        <pc:picChg chg="add del mod">
          <ac:chgData name="Ryan Stopczynski" userId="S::stopczynski@usf.edu::ce79a5e6-cea1-43cd-b7f0-3e1ae3579b25" providerId="AD" clId="Web-{16B75F28-6164-4F1C-8B5A-A17B8B5D48D4}" dt="2024-11-17T14:39:02.315" v="169"/>
          <ac:picMkLst>
            <pc:docMk/>
            <pc:sldMk cId="2090653687" sldId="296"/>
            <ac:picMk id="9" creationId="{F729F849-9AF3-CA5E-3D81-7924076B03E2}"/>
          </ac:picMkLst>
        </pc:picChg>
        <pc:picChg chg="add mod">
          <ac:chgData name="Ryan Stopczynski" userId="S::stopczynski@usf.edu::ce79a5e6-cea1-43cd-b7f0-3e1ae3579b25" providerId="AD" clId="Web-{16B75F28-6164-4F1C-8B5A-A17B8B5D48D4}" dt="2024-11-17T14:39:06.722" v="172" actId="1076"/>
          <ac:picMkLst>
            <pc:docMk/>
            <pc:sldMk cId="2090653687" sldId="296"/>
            <ac:picMk id="10" creationId="{AE04FE62-B342-14A8-2543-38272C223AED}"/>
          </ac:picMkLst>
        </pc:picChg>
      </pc:sldChg>
      <pc:sldChg chg="addSp modSp new ord">
        <pc:chgData name="Ryan Stopczynski" userId="S::stopczynski@usf.edu::ce79a5e6-cea1-43cd-b7f0-3e1ae3579b25" providerId="AD" clId="Web-{16B75F28-6164-4F1C-8B5A-A17B8B5D48D4}" dt="2024-11-17T14:55:45.605" v="615"/>
        <pc:sldMkLst>
          <pc:docMk/>
          <pc:sldMk cId="34660740" sldId="297"/>
        </pc:sldMkLst>
        <pc:picChg chg="add mod">
          <ac:chgData name="Ryan Stopczynski" userId="S::stopczynski@usf.edu::ce79a5e6-cea1-43cd-b7f0-3e1ae3579b25" providerId="AD" clId="Web-{16B75F28-6164-4F1C-8B5A-A17B8B5D48D4}" dt="2024-11-17T14:33:52.690" v="14" actId="1076"/>
          <ac:picMkLst>
            <pc:docMk/>
            <pc:sldMk cId="34660740" sldId="297"/>
            <ac:picMk id="5" creationId="{82EEECBB-87B3-49A7-58A0-DB6726C6CA53}"/>
          </ac:picMkLst>
        </pc:picChg>
        <pc:picChg chg="add mod">
          <ac:chgData name="Ryan Stopczynski" userId="S::stopczynski@usf.edu::ce79a5e6-cea1-43cd-b7f0-3e1ae3579b25" providerId="AD" clId="Web-{16B75F28-6164-4F1C-8B5A-A17B8B5D48D4}" dt="2024-11-17T14:33:59.393" v="17" actId="1076"/>
          <ac:picMkLst>
            <pc:docMk/>
            <pc:sldMk cId="34660740" sldId="297"/>
            <ac:picMk id="6" creationId="{CA940C86-7DC5-EE52-5B8F-FE79E5B66478}"/>
          </ac:picMkLst>
        </pc:picChg>
        <pc:picChg chg="add mod">
          <ac:chgData name="Ryan Stopczynski" userId="S::stopczynski@usf.edu::ce79a5e6-cea1-43cd-b7f0-3e1ae3579b25" providerId="AD" clId="Web-{16B75F28-6164-4F1C-8B5A-A17B8B5D48D4}" dt="2024-11-17T14:34:08.691" v="20" actId="1076"/>
          <ac:picMkLst>
            <pc:docMk/>
            <pc:sldMk cId="34660740" sldId="297"/>
            <ac:picMk id="7" creationId="{CE8913CE-F85A-E073-E4C5-D2D4850705C3}"/>
          </ac:picMkLst>
        </pc:picChg>
        <pc:picChg chg="add mod">
          <ac:chgData name="Ryan Stopczynski" userId="S::stopczynski@usf.edu::ce79a5e6-cea1-43cd-b7f0-3e1ae3579b25" providerId="AD" clId="Web-{16B75F28-6164-4F1C-8B5A-A17B8B5D48D4}" dt="2024-11-17T14:34:21.911" v="25" actId="1076"/>
          <ac:picMkLst>
            <pc:docMk/>
            <pc:sldMk cId="34660740" sldId="297"/>
            <ac:picMk id="8" creationId="{79B799A6-58F8-36B9-859A-3616F691149C}"/>
          </ac:picMkLst>
        </pc:picChg>
        <pc:picChg chg="add mod">
          <ac:chgData name="Ryan Stopczynski" userId="S::stopczynski@usf.edu::ce79a5e6-cea1-43cd-b7f0-3e1ae3579b25" providerId="AD" clId="Web-{16B75F28-6164-4F1C-8B5A-A17B8B5D48D4}" dt="2024-11-17T14:34:31.552" v="28" actId="1076"/>
          <ac:picMkLst>
            <pc:docMk/>
            <pc:sldMk cId="34660740" sldId="297"/>
            <ac:picMk id="9" creationId="{22C47CD9-FCC1-5726-3536-B84FA0722586}"/>
          </ac:picMkLst>
        </pc:picChg>
        <pc:picChg chg="add mod">
          <ac:chgData name="Ryan Stopczynski" userId="S::stopczynski@usf.edu::ce79a5e6-cea1-43cd-b7f0-3e1ae3579b25" providerId="AD" clId="Web-{16B75F28-6164-4F1C-8B5A-A17B8B5D48D4}" dt="2024-11-17T14:34:40.177" v="31" actId="1076"/>
          <ac:picMkLst>
            <pc:docMk/>
            <pc:sldMk cId="34660740" sldId="297"/>
            <ac:picMk id="10" creationId="{7501435E-0A82-7CCC-65B8-56310CAB82D6}"/>
          </ac:picMkLst>
        </pc:picChg>
      </pc:sldChg>
      <pc:sldChg chg="add del replId">
        <pc:chgData name="Ryan Stopczynski" userId="S::stopczynski@usf.edu::ce79a5e6-cea1-43cd-b7f0-3e1ae3579b25" providerId="AD" clId="Web-{16B75F28-6164-4F1C-8B5A-A17B8B5D48D4}" dt="2024-11-17T14:34:17.301" v="22"/>
        <pc:sldMkLst>
          <pc:docMk/>
          <pc:sldMk cId="1157594791" sldId="298"/>
        </pc:sldMkLst>
      </pc:sldChg>
      <pc:sldChg chg="addSp modSp new del">
        <pc:chgData name="Ryan Stopczynski" userId="S::stopczynski@usf.edu::ce79a5e6-cea1-43cd-b7f0-3e1ae3579b25" providerId="AD" clId="Web-{16B75F28-6164-4F1C-8B5A-A17B8B5D48D4}" dt="2024-11-17T15:05:00.045" v="810"/>
        <pc:sldMkLst>
          <pc:docMk/>
          <pc:sldMk cId="2796198816" sldId="298"/>
        </pc:sldMkLst>
        <pc:spChg chg="mod">
          <ac:chgData name="Ryan Stopczynski" userId="S::stopczynski@usf.edu::ce79a5e6-cea1-43cd-b7f0-3e1ae3579b25" providerId="AD" clId="Web-{16B75F28-6164-4F1C-8B5A-A17B8B5D48D4}" dt="2024-11-17T14:36:49.841" v="65" actId="20577"/>
          <ac:spMkLst>
            <pc:docMk/>
            <pc:sldMk cId="2796198816" sldId="298"/>
            <ac:spMk id="2" creationId="{0F5A80CD-39A6-F12C-86B6-EAD9C58B8DA9}"/>
          </ac:spMkLst>
        </pc:spChg>
        <pc:spChg chg="mod">
          <ac:chgData name="Ryan Stopczynski" userId="S::stopczynski@usf.edu::ce79a5e6-cea1-43cd-b7f0-3e1ae3579b25" providerId="AD" clId="Web-{16B75F28-6164-4F1C-8B5A-A17B8B5D48D4}" dt="2024-11-17T14:38:29.033" v="162" actId="20577"/>
          <ac:spMkLst>
            <pc:docMk/>
            <pc:sldMk cId="2796198816" sldId="298"/>
            <ac:spMk id="3" creationId="{0056E496-18CB-3543-1285-CB48DC5020DB}"/>
          </ac:spMkLst>
        </pc:spChg>
        <pc:picChg chg="add mod">
          <ac:chgData name="Ryan Stopczynski" userId="S::stopczynski@usf.edu::ce79a5e6-cea1-43cd-b7f0-3e1ae3579b25" providerId="AD" clId="Web-{16B75F28-6164-4F1C-8B5A-A17B8B5D48D4}" dt="2024-11-17T14:36:39.841" v="61" actId="1076"/>
          <ac:picMkLst>
            <pc:docMk/>
            <pc:sldMk cId="2796198816" sldId="298"/>
            <ac:picMk id="5" creationId="{3C148A28-B7A0-51A8-423F-071837DEAB35}"/>
          </ac:picMkLst>
        </pc:picChg>
        <pc:picChg chg="add mod">
          <ac:chgData name="Ryan Stopczynski" userId="S::stopczynski@usf.edu::ce79a5e6-cea1-43cd-b7f0-3e1ae3579b25" providerId="AD" clId="Web-{16B75F28-6164-4F1C-8B5A-A17B8B5D48D4}" dt="2024-11-17T15:01:39.270" v="704" actId="1076"/>
          <ac:picMkLst>
            <pc:docMk/>
            <pc:sldMk cId="2796198816" sldId="298"/>
            <ac:picMk id="7" creationId="{5336C056-D6F0-D6BE-D27F-C5EA5538926C}"/>
          </ac:picMkLst>
        </pc:picChg>
      </pc:sldChg>
      <pc:sldChg chg="addSp delSp modSp new del">
        <pc:chgData name="Ryan Stopczynski" userId="S::stopczynski@usf.edu::ce79a5e6-cea1-43cd-b7f0-3e1ae3579b25" providerId="AD" clId="Web-{16B75F28-6164-4F1C-8B5A-A17B8B5D48D4}" dt="2024-11-17T14:46:18.786" v="360"/>
        <pc:sldMkLst>
          <pc:docMk/>
          <pc:sldMk cId="786356586" sldId="299"/>
        </pc:sldMkLst>
        <pc:picChg chg="add del mod">
          <ac:chgData name="Ryan Stopczynski" userId="S::stopczynski@usf.edu::ce79a5e6-cea1-43cd-b7f0-3e1ae3579b25" providerId="AD" clId="Web-{16B75F28-6164-4F1C-8B5A-A17B8B5D48D4}" dt="2024-11-17T14:40:20.944" v="185"/>
          <ac:picMkLst>
            <pc:docMk/>
            <pc:sldMk cId="786356586" sldId="299"/>
            <ac:picMk id="5" creationId="{154E69AD-B8A3-C496-6E02-E0F22A4E92AA}"/>
          </ac:picMkLst>
        </pc:picChg>
        <pc:picChg chg="add del mod">
          <ac:chgData name="Ryan Stopczynski" userId="S::stopczynski@usf.edu::ce79a5e6-cea1-43cd-b7f0-3e1ae3579b25" providerId="AD" clId="Web-{16B75F28-6164-4F1C-8B5A-A17B8B5D48D4}" dt="2024-11-17T14:43:01.169" v="217"/>
          <ac:picMkLst>
            <pc:docMk/>
            <pc:sldMk cId="786356586" sldId="299"/>
            <ac:picMk id="7" creationId="{2516C809-17C4-4CF2-B55C-56330C86F718}"/>
          </ac:picMkLst>
        </pc:picChg>
        <pc:picChg chg="add mod">
          <ac:chgData name="Ryan Stopczynski" userId="S::stopczynski@usf.edu::ce79a5e6-cea1-43cd-b7f0-3e1ae3579b25" providerId="AD" clId="Web-{16B75F28-6164-4F1C-8B5A-A17B8B5D48D4}" dt="2024-11-17T14:41:04.742" v="206" actId="1076"/>
          <ac:picMkLst>
            <pc:docMk/>
            <pc:sldMk cId="786356586" sldId="299"/>
            <ac:picMk id="8" creationId="{CE910F7B-170A-5871-A8BE-0EDF1009F3C6}"/>
          </ac:picMkLst>
        </pc:picChg>
      </pc:sldChg>
      <pc:sldChg chg="add replId">
        <pc:chgData name="Ryan Stopczynski" userId="S::stopczynski@usf.edu::ce79a5e6-cea1-43cd-b7f0-3e1ae3579b25" providerId="AD" clId="Web-{16B75F28-6164-4F1C-8B5A-A17B8B5D48D4}" dt="2024-11-17T14:42:27.839" v="207"/>
        <pc:sldMkLst>
          <pc:docMk/>
          <pc:sldMk cId="1411226821" sldId="300"/>
        </pc:sldMkLst>
      </pc:sldChg>
      <pc:sldChg chg="addSp modSp new mod ord modClrScheme chgLayout">
        <pc:chgData name="Ryan Stopczynski" userId="S::stopczynski@usf.edu::ce79a5e6-cea1-43cd-b7f0-3e1ae3579b25" providerId="AD" clId="Web-{16B75F28-6164-4F1C-8B5A-A17B8B5D48D4}" dt="2024-11-17T14:54:14.429" v="609" actId="20577"/>
        <pc:sldMkLst>
          <pc:docMk/>
          <pc:sldMk cId="2917784488" sldId="301"/>
        </pc:sldMkLst>
        <pc:spChg chg="mod">
          <ac:chgData name="Ryan Stopczynski" userId="S::stopczynski@usf.edu::ce79a5e6-cea1-43cd-b7f0-3e1ae3579b25" providerId="AD" clId="Web-{16B75F28-6164-4F1C-8B5A-A17B8B5D48D4}" dt="2024-11-17T14:54:12.789" v="608"/>
          <ac:spMkLst>
            <pc:docMk/>
            <pc:sldMk cId="2917784488" sldId="301"/>
            <ac:spMk id="2" creationId="{65A0B0F6-9EF4-215B-FFF6-AC9C414AD5FB}"/>
          </ac:spMkLst>
        </pc:spChg>
        <pc:spChg chg="add mod">
          <ac:chgData name="Ryan Stopczynski" userId="S::stopczynski@usf.edu::ce79a5e6-cea1-43cd-b7f0-3e1ae3579b25" providerId="AD" clId="Web-{16B75F28-6164-4F1C-8B5A-A17B8B5D48D4}" dt="2024-11-17T14:54:14.429" v="609" actId="20577"/>
          <ac:spMkLst>
            <pc:docMk/>
            <pc:sldMk cId="2917784488" sldId="301"/>
            <ac:spMk id="3" creationId="{AAD4FE62-F018-782E-3204-C337F7D518B7}"/>
          </ac:spMkLst>
        </pc:spChg>
      </pc:sldChg>
      <pc:sldChg chg="modSp add mod replId modClrScheme chgLayout">
        <pc:chgData name="Ryan Stopczynski" userId="S::stopczynski@usf.edu::ce79a5e6-cea1-43cd-b7f0-3e1ae3579b25" providerId="AD" clId="Web-{16B75F28-6164-4F1C-8B5A-A17B8B5D48D4}" dt="2024-11-17T14:54:03.695" v="607" actId="20577"/>
        <pc:sldMkLst>
          <pc:docMk/>
          <pc:sldMk cId="360895536" sldId="302"/>
        </pc:sldMkLst>
        <pc:spChg chg="mod">
          <ac:chgData name="Ryan Stopczynski" userId="S::stopczynski@usf.edu::ce79a5e6-cea1-43cd-b7f0-3e1ae3579b25" providerId="AD" clId="Web-{16B75F28-6164-4F1C-8B5A-A17B8B5D48D4}" dt="2024-11-17T14:53:57.147" v="605"/>
          <ac:spMkLst>
            <pc:docMk/>
            <pc:sldMk cId="360895536" sldId="302"/>
            <ac:spMk id="2" creationId="{65A0B0F6-9EF4-215B-FFF6-AC9C414AD5FB}"/>
          </ac:spMkLst>
        </pc:spChg>
        <pc:spChg chg="mod">
          <ac:chgData name="Ryan Stopczynski" userId="S::stopczynski@usf.edu::ce79a5e6-cea1-43cd-b7f0-3e1ae3579b25" providerId="AD" clId="Web-{16B75F28-6164-4F1C-8B5A-A17B8B5D48D4}" dt="2024-11-17T14:54:03.695" v="607" actId="20577"/>
          <ac:spMkLst>
            <pc:docMk/>
            <pc:sldMk cId="360895536" sldId="302"/>
            <ac:spMk id="3" creationId="{AAD4FE62-F018-782E-3204-C337F7D518B7}"/>
          </ac:spMkLst>
        </pc:spChg>
      </pc:sldChg>
      <pc:sldChg chg="modSp add mod replId modClrScheme chgLayout">
        <pc:chgData name="Ryan Stopczynski" userId="S::stopczynski@usf.edu::ce79a5e6-cea1-43cd-b7f0-3e1ae3579b25" providerId="AD" clId="Web-{16B75F28-6164-4F1C-8B5A-A17B8B5D48D4}" dt="2024-11-17T14:53:42.584" v="604" actId="20577"/>
        <pc:sldMkLst>
          <pc:docMk/>
          <pc:sldMk cId="3974229664" sldId="303"/>
        </pc:sldMkLst>
        <pc:spChg chg="mod">
          <ac:chgData name="Ryan Stopczynski" userId="S::stopczynski@usf.edu::ce79a5e6-cea1-43cd-b7f0-3e1ae3579b25" providerId="AD" clId="Web-{16B75F28-6164-4F1C-8B5A-A17B8B5D48D4}" dt="2024-11-17T14:53:37.975" v="603"/>
          <ac:spMkLst>
            <pc:docMk/>
            <pc:sldMk cId="3974229664" sldId="303"/>
            <ac:spMk id="2" creationId="{65A0B0F6-9EF4-215B-FFF6-AC9C414AD5FB}"/>
          </ac:spMkLst>
        </pc:spChg>
        <pc:spChg chg="mod">
          <ac:chgData name="Ryan Stopczynski" userId="S::stopczynski@usf.edu::ce79a5e6-cea1-43cd-b7f0-3e1ae3579b25" providerId="AD" clId="Web-{16B75F28-6164-4F1C-8B5A-A17B8B5D48D4}" dt="2024-11-17T14:53:42.584" v="604" actId="20577"/>
          <ac:spMkLst>
            <pc:docMk/>
            <pc:sldMk cId="3974229664" sldId="303"/>
            <ac:spMk id="3" creationId="{AAD4FE62-F018-782E-3204-C337F7D518B7}"/>
          </ac:spMkLst>
        </pc:spChg>
      </pc:sldChg>
      <pc:sldChg chg="addSp delSp modSp add mod replId modClrScheme chgLayout">
        <pc:chgData name="Ryan Stopczynski" userId="S::stopczynski@usf.edu::ce79a5e6-cea1-43cd-b7f0-3e1ae3579b25" providerId="AD" clId="Web-{16B75F28-6164-4F1C-8B5A-A17B8B5D48D4}" dt="2024-11-17T15:06:24.283" v="836" actId="1076"/>
        <pc:sldMkLst>
          <pc:docMk/>
          <pc:sldMk cId="3061992405" sldId="304"/>
        </pc:sldMkLst>
        <pc:spChg chg="mod">
          <ac:chgData name="Ryan Stopczynski" userId="S::stopczynski@usf.edu::ce79a5e6-cea1-43cd-b7f0-3e1ae3579b25" providerId="AD" clId="Web-{16B75F28-6164-4F1C-8B5A-A17B8B5D48D4}" dt="2024-11-17T15:06:24.283" v="836" actId="1076"/>
          <ac:spMkLst>
            <pc:docMk/>
            <pc:sldMk cId="3061992405" sldId="304"/>
            <ac:spMk id="2" creationId="{65A0B0F6-9EF4-215B-FFF6-AC9C414AD5FB}"/>
          </ac:spMkLst>
        </pc:spChg>
        <pc:spChg chg="del mod">
          <ac:chgData name="Ryan Stopczynski" userId="S::stopczynski@usf.edu::ce79a5e6-cea1-43cd-b7f0-3e1ae3579b25" providerId="AD" clId="Web-{16B75F28-6164-4F1C-8B5A-A17B8B5D48D4}" dt="2024-11-17T15:05:25.030" v="811"/>
          <ac:spMkLst>
            <pc:docMk/>
            <pc:sldMk cId="3061992405" sldId="304"/>
            <ac:spMk id="3" creationId="{AAD4FE62-F018-782E-3204-C337F7D518B7}"/>
          </ac:spMkLst>
        </pc:spChg>
        <pc:grpChg chg="add del mod">
          <ac:chgData name="Ryan Stopczynski" userId="S::stopczynski@usf.edu::ce79a5e6-cea1-43cd-b7f0-3e1ae3579b25" providerId="AD" clId="Web-{16B75F28-6164-4F1C-8B5A-A17B8B5D48D4}" dt="2024-11-17T14:53:18.864" v="602"/>
          <ac:grpSpMkLst>
            <pc:docMk/>
            <pc:sldMk cId="3061992405" sldId="304"/>
            <ac:grpSpMk id="106" creationId="{FCB6520A-DDB5-8A51-A4FD-782DC10129FA}"/>
          </ac:grpSpMkLst>
        </pc:grpChg>
        <pc:grpChg chg="add del mod">
          <ac:chgData name="Ryan Stopczynski" userId="S::stopczynski@usf.edu::ce79a5e6-cea1-43cd-b7f0-3e1ae3579b25" providerId="AD" clId="Web-{16B75F28-6164-4F1C-8B5A-A17B8B5D48D4}" dt="2024-11-17T14:54:24.695" v="611"/>
          <ac:grpSpMkLst>
            <pc:docMk/>
            <pc:sldMk cId="3061992405" sldId="304"/>
            <ac:grpSpMk id="209" creationId="{EFB4EA98-EE7A-F8D0-B05A-BDE86EF02370}"/>
          </ac:grpSpMkLst>
        </pc:grpChg>
      </pc:sldChg>
      <pc:sldChg chg="addSp delSp modSp add replId">
        <pc:chgData name="Ryan Stopczynski" userId="S::stopczynski@usf.edu::ce79a5e6-cea1-43cd-b7f0-3e1ae3579b25" providerId="AD" clId="Web-{16B75F28-6164-4F1C-8B5A-A17B8B5D48D4}" dt="2024-11-17T15:00:40.017" v="699" actId="1076"/>
        <pc:sldMkLst>
          <pc:docMk/>
          <pc:sldMk cId="1093518751" sldId="305"/>
        </pc:sldMkLst>
        <pc:spChg chg="mod">
          <ac:chgData name="Ryan Stopczynski" userId="S::stopczynski@usf.edu::ce79a5e6-cea1-43cd-b7f0-3e1ae3579b25" providerId="AD" clId="Web-{16B75F28-6164-4F1C-8B5A-A17B8B5D48D4}" dt="2024-11-17T14:56:53.816" v="630" actId="20577"/>
          <ac:spMkLst>
            <pc:docMk/>
            <pc:sldMk cId="1093518751" sldId="305"/>
            <ac:spMk id="923" creationId="{00000000-0000-0000-0000-000000000000}"/>
          </ac:spMkLst>
        </pc:spChg>
        <pc:spChg chg="mod">
          <ac:chgData name="Ryan Stopczynski" userId="S::stopczynski@usf.edu::ce79a5e6-cea1-43cd-b7f0-3e1ae3579b25" providerId="AD" clId="Web-{16B75F28-6164-4F1C-8B5A-A17B8B5D48D4}" dt="2024-11-17T15:00:18.483" v="693"/>
          <ac:spMkLst>
            <pc:docMk/>
            <pc:sldMk cId="1093518751" sldId="305"/>
            <ac:spMk id="926" creationId="{00000000-0000-0000-0000-000000000000}"/>
          </ac:spMkLst>
        </pc:spChg>
        <pc:spChg chg="add del mod">
          <ac:chgData name="Ryan Stopczynski" userId="S::stopczynski@usf.edu::ce79a5e6-cea1-43cd-b7f0-3e1ae3579b25" providerId="AD" clId="Web-{16B75F28-6164-4F1C-8B5A-A17B8B5D48D4}" dt="2024-11-17T15:00:03.073" v="686" actId="20577"/>
          <ac:spMkLst>
            <pc:docMk/>
            <pc:sldMk cId="1093518751" sldId="305"/>
            <ac:spMk id="927" creationId="{00000000-0000-0000-0000-000000000000}"/>
          </ac:spMkLst>
        </pc:spChg>
        <pc:spChg chg="mod">
          <ac:chgData name="Ryan Stopczynski" userId="S::stopczynski@usf.edu::ce79a5e6-cea1-43cd-b7f0-3e1ae3579b25" providerId="AD" clId="Web-{16B75F28-6164-4F1C-8B5A-A17B8B5D48D4}" dt="2024-11-17T14:56:46.909" v="620" actId="20577"/>
          <ac:spMkLst>
            <pc:docMk/>
            <pc:sldMk cId="1093518751" sldId="305"/>
            <ac:spMk id="929" creationId="{00000000-0000-0000-0000-000000000000}"/>
          </ac:spMkLst>
        </pc:spChg>
        <pc:spChg chg="mod">
          <ac:chgData name="Ryan Stopczynski" userId="S::stopczynski@usf.edu::ce79a5e6-cea1-43cd-b7f0-3e1ae3579b25" providerId="AD" clId="Web-{16B75F28-6164-4F1C-8B5A-A17B8B5D48D4}" dt="2024-11-17T14:59:22.446" v="672" actId="20577"/>
          <ac:spMkLst>
            <pc:docMk/>
            <pc:sldMk cId="1093518751" sldId="305"/>
            <ac:spMk id="979" creationId="{00000000-0000-0000-0000-000000000000}"/>
          </ac:spMkLst>
        </pc:spChg>
        <pc:spChg chg="mod">
          <ac:chgData name="Ryan Stopczynski" userId="S::stopczynski@usf.edu::ce79a5e6-cea1-43cd-b7f0-3e1ae3579b25" providerId="AD" clId="Web-{16B75F28-6164-4F1C-8B5A-A17B8B5D48D4}" dt="2024-11-17T14:59:39.713" v="678" actId="20577"/>
          <ac:spMkLst>
            <pc:docMk/>
            <pc:sldMk cId="1093518751" sldId="305"/>
            <ac:spMk id="980" creationId="{00000000-0000-0000-0000-000000000000}"/>
          </ac:spMkLst>
        </pc:spChg>
        <pc:spChg chg="mod">
          <ac:chgData name="Ryan Stopczynski" userId="S::stopczynski@usf.edu::ce79a5e6-cea1-43cd-b7f0-3e1ae3579b25" providerId="AD" clId="Web-{16B75F28-6164-4F1C-8B5A-A17B8B5D48D4}" dt="2024-11-17T14:58:31.241" v="654" actId="20577"/>
          <ac:spMkLst>
            <pc:docMk/>
            <pc:sldMk cId="1093518751" sldId="305"/>
            <ac:spMk id="983" creationId="{00000000-0000-0000-0000-000000000000}"/>
          </ac:spMkLst>
        </pc:spChg>
        <pc:spChg chg="mod">
          <ac:chgData name="Ryan Stopczynski" userId="S::stopczynski@usf.edu::ce79a5e6-cea1-43cd-b7f0-3e1ae3579b25" providerId="AD" clId="Web-{16B75F28-6164-4F1C-8B5A-A17B8B5D48D4}" dt="2024-11-17T14:59:43.260" v="680" actId="20577"/>
          <ac:spMkLst>
            <pc:docMk/>
            <pc:sldMk cId="1093518751" sldId="305"/>
            <ac:spMk id="984" creationId="{00000000-0000-0000-0000-000000000000}"/>
          </ac:spMkLst>
        </pc:spChg>
        <pc:grpChg chg="add del">
          <ac:chgData name="Ryan Stopczynski" userId="S::stopczynski@usf.edu::ce79a5e6-cea1-43cd-b7f0-3e1ae3579b25" providerId="AD" clId="Web-{16B75F28-6164-4F1C-8B5A-A17B8B5D48D4}" dt="2024-11-17T14:57:46.943" v="644"/>
          <ac:grpSpMkLst>
            <pc:docMk/>
            <pc:sldMk cId="1093518751" sldId="305"/>
            <ac:grpSpMk id="925" creationId="{00000000-0000-0000-0000-000000000000}"/>
          </ac:grpSpMkLst>
        </pc:grpChg>
        <pc:grpChg chg="del">
          <ac:chgData name="Ryan Stopczynski" userId="S::stopczynski@usf.edu::ce79a5e6-cea1-43cd-b7f0-3e1ae3579b25" providerId="AD" clId="Web-{16B75F28-6164-4F1C-8B5A-A17B8B5D48D4}" dt="2024-11-17T15:00:30.874" v="696"/>
          <ac:grpSpMkLst>
            <pc:docMk/>
            <pc:sldMk cId="1093518751" sldId="305"/>
            <ac:grpSpMk id="933" creationId="{00000000-0000-0000-0000-000000000000}"/>
          </ac:grpSpMkLst>
        </pc:grpChg>
        <pc:picChg chg="add mod">
          <ac:chgData name="Ryan Stopczynski" userId="S::stopczynski@usf.edu::ce79a5e6-cea1-43cd-b7f0-3e1ae3579b25" providerId="AD" clId="Web-{16B75F28-6164-4F1C-8B5A-A17B8B5D48D4}" dt="2024-11-17T15:00:40.017" v="699" actId="1076"/>
          <ac:picMkLst>
            <pc:docMk/>
            <pc:sldMk cId="1093518751" sldId="305"/>
            <ac:picMk id="3" creationId="{3780C2E5-AC20-DC6F-A9D6-16190626DB32}"/>
          </ac:picMkLst>
        </pc:picChg>
      </pc:sldChg>
      <pc:sldChg chg="addSp delSp modSp add replId">
        <pc:chgData name="Ryan Stopczynski" userId="S::stopczynski@usf.edu::ce79a5e6-cea1-43cd-b7f0-3e1ae3579b25" providerId="AD" clId="Web-{16B75F28-6164-4F1C-8B5A-A17B8B5D48D4}" dt="2024-11-17T15:04:51.638" v="809" actId="20577"/>
        <pc:sldMkLst>
          <pc:docMk/>
          <pc:sldMk cId="3277407663" sldId="306"/>
        </pc:sldMkLst>
        <pc:spChg chg="mod">
          <ac:chgData name="Ryan Stopczynski" userId="S::stopczynski@usf.edu::ce79a5e6-cea1-43cd-b7f0-3e1ae3579b25" providerId="AD" clId="Web-{16B75F28-6164-4F1C-8B5A-A17B8B5D48D4}" dt="2024-11-17T15:04:51.638" v="809" actId="20577"/>
          <ac:spMkLst>
            <pc:docMk/>
            <pc:sldMk cId="3277407663" sldId="306"/>
            <ac:spMk id="2328" creationId="{00000000-0000-0000-0000-000000000000}"/>
          </ac:spMkLst>
        </pc:spChg>
        <pc:spChg chg="mod">
          <ac:chgData name="Ryan Stopczynski" userId="S::stopczynski@usf.edu::ce79a5e6-cea1-43cd-b7f0-3e1ae3579b25" providerId="AD" clId="Web-{16B75F28-6164-4F1C-8B5A-A17B8B5D48D4}" dt="2024-11-17T15:04:00.402" v="769" actId="20577"/>
          <ac:spMkLst>
            <pc:docMk/>
            <pc:sldMk cId="3277407663" sldId="306"/>
            <ac:spMk id="2396" creationId="{00000000-0000-0000-0000-000000000000}"/>
          </ac:spMkLst>
        </pc:spChg>
        <pc:spChg chg="mod">
          <ac:chgData name="Ryan Stopczynski" userId="S::stopczynski@usf.edu::ce79a5e6-cea1-43cd-b7f0-3e1ae3579b25" providerId="AD" clId="Web-{16B75F28-6164-4F1C-8B5A-A17B8B5D48D4}" dt="2024-11-17T15:04:35.653" v="788" actId="20577"/>
          <ac:spMkLst>
            <pc:docMk/>
            <pc:sldMk cId="3277407663" sldId="306"/>
            <ac:spMk id="2397" creationId="{00000000-0000-0000-0000-000000000000}"/>
          </ac:spMkLst>
        </pc:spChg>
        <pc:spChg chg="mod">
          <ac:chgData name="Ryan Stopczynski" userId="S::stopczynski@usf.edu::ce79a5e6-cea1-43cd-b7f0-3e1ae3579b25" providerId="AD" clId="Web-{16B75F28-6164-4F1C-8B5A-A17B8B5D48D4}" dt="2024-11-17T15:04:03.355" v="770" actId="20577"/>
          <ac:spMkLst>
            <pc:docMk/>
            <pc:sldMk cId="3277407663" sldId="306"/>
            <ac:spMk id="2401" creationId="{00000000-0000-0000-0000-000000000000}"/>
          </ac:spMkLst>
        </pc:spChg>
        <pc:spChg chg="mod">
          <ac:chgData name="Ryan Stopczynski" userId="S::stopczynski@usf.edu::ce79a5e6-cea1-43cd-b7f0-3e1ae3579b25" providerId="AD" clId="Web-{16B75F28-6164-4F1C-8B5A-A17B8B5D48D4}" dt="2024-11-17T15:04:47.044" v="800" actId="20577"/>
          <ac:spMkLst>
            <pc:docMk/>
            <pc:sldMk cId="3277407663" sldId="306"/>
            <ac:spMk id="2402" creationId="{00000000-0000-0000-0000-000000000000}"/>
          </ac:spMkLst>
        </pc:spChg>
        <pc:spChg chg="mod">
          <ac:chgData name="Ryan Stopczynski" userId="S::stopczynski@usf.edu::ce79a5e6-cea1-43cd-b7f0-3e1ae3579b25" providerId="AD" clId="Web-{16B75F28-6164-4F1C-8B5A-A17B8B5D48D4}" dt="2024-11-17T15:04:14.965" v="773" actId="20577"/>
          <ac:spMkLst>
            <pc:docMk/>
            <pc:sldMk cId="3277407663" sldId="306"/>
            <ac:spMk id="2411" creationId="{00000000-0000-0000-0000-000000000000}"/>
          </ac:spMkLst>
        </pc:spChg>
        <pc:spChg chg="mod">
          <ac:chgData name="Ryan Stopczynski" userId="S::stopczynski@usf.edu::ce79a5e6-cea1-43cd-b7f0-3e1ae3579b25" providerId="AD" clId="Web-{16B75F28-6164-4F1C-8B5A-A17B8B5D48D4}" dt="2024-11-17T15:04:11.981" v="772" actId="20577"/>
          <ac:spMkLst>
            <pc:docMk/>
            <pc:sldMk cId="3277407663" sldId="306"/>
            <ac:spMk id="2412" creationId="{00000000-0000-0000-0000-000000000000}"/>
          </ac:spMkLst>
        </pc:spChg>
        <pc:spChg chg="mod">
          <ac:chgData name="Ryan Stopczynski" userId="S::stopczynski@usf.edu::ce79a5e6-cea1-43cd-b7f0-3e1ae3579b25" providerId="AD" clId="Web-{16B75F28-6164-4F1C-8B5A-A17B8B5D48D4}" dt="2024-11-17T15:02:46.509" v="722" actId="20577"/>
          <ac:spMkLst>
            <pc:docMk/>
            <pc:sldMk cId="3277407663" sldId="306"/>
            <ac:spMk id="2413" creationId="{00000000-0000-0000-0000-000000000000}"/>
          </ac:spMkLst>
        </pc:spChg>
        <pc:spChg chg="mod">
          <ac:chgData name="Ryan Stopczynski" userId="S::stopczynski@usf.edu::ce79a5e6-cea1-43cd-b7f0-3e1ae3579b25" providerId="AD" clId="Web-{16B75F28-6164-4F1C-8B5A-A17B8B5D48D4}" dt="2024-11-17T15:04:16.153" v="774" actId="20577"/>
          <ac:spMkLst>
            <pc:docMk/>
            <pc:sldMk cId="3277407663" sldId="306"/>
            <ac:spMk id="2416" creationId="{00000000-0000-0000-0000-000000000000}"/>
          </ac:spMkLst>
        </pc:spChg>
        <pc:spChg chg="mod">
          <ac:chgData name="Ryan Stopczynski" userId="S::stopczynski@usf.edu::ce79a5e6-cea1-43cd-b7f0-3e1ae3579b25" providerId="AD" clId="Web-{16B75F28-6164-4F1C-8B5A-A17B8B5D48D4}" dt="2024-11-17T15:04:24.684" v="776" actId="20577"/>
          <ac:spMkLst>
            <pc:docMk/>
            <pc:sldMk cId="3277407663" sldId="306"/>
            <ac:spMk id="2417" creationId="{00000000-0000-0000-0000-000000000000}"/>
          </ac:spMkLst>
        </pc:spChg>
        <pc:spChg chg="mod">
          <ac:chgData name="Ryan Stopczynski" userId="S::stopczynski@usf.edu::ce79a5e6-cea1-43cd-b7f0-3e1ae3579b25" providerId="AD" clId="Web-{16B75F28-6164-4F1C-8B5A-A17B8B5D48D4}" dt="2024-11-17T15:02:49.837" v="724" actId="20577"/>
          <ac:spMkLst>
            <pc:docMk/>
            <pc:sldMk cId="3277407663" sldId="306"/>
            <ac:spMk id="2418" creationId="{00000000-0000-0000-0000-000000000000}"/>
          </ac:spMkLst>
        </pc:spChg>
        <pc:grpChg chg="del">
          <ac:chgData name="Ryan Stopczynski" userId="S::stopczynski@usf.edu::ce79a5e6-cea1-43cd-b7f0-3e1ae3579b25" providerId="AD" clId="Web-{16B75F28-6164-4F1C-8B5A-A17B8B5D48D4}" dt="2024-11-17T15:01:34.488" v="702"/>
          <ac:grpSpMkLst>
            <pc:docMk/>
            <pc:sldMk cId="3277407663" sldId="306"/>
            <ac:grpSpMk id="2329" creationId="{00000000-0000-0000-0000-000000000000}"/>
          </ac:grpSpMkLst>
        </pc:grpChg>
        <pc:grpChg chg="del">
          <ac:chgData name="Ryan Stopczynski" userId="S::stopczynski@usf.edu::ce79a5e6-cea1-43cd-b7f0-3e1ae3579b25" providerId="AD" clId="Web-{16B75F28-6164-4F1C-8B5A-A17B8B5D48D4}" dt="2024-11-17T15:01:36.332" v="703"/>
          <ac:grpSpMkLst>
            <pc:docMk/>
            <pc:sldMk cId="3277407663" sldId="306"/>
            <ac:grpSpMk id="2346" creationId="{00000000-0000-0000-0000-000000000000}"/>
          </ac:grpSpMkLst>
        </pc:grpChg>
        <pc:grpChg chg="del mod">
          <ac:chgData name="Ryan Stopczynski" userId="S::stopczynski@usf.edu::ce79a5e6-cea1-43cd-b7f0-3e1ae3579b25" providerId="AD" clId="Web-{16B75F28-6164-4F1C-8B5A-A17B8B5D48D4}" dt="2024-11-17T15:02:37.038" v="718"/>
          <ac:grpSpMkLst>
            <pc:docMk/>
            <pc:sldMk cId="3277407663" sldId="306"/>
            <ac:grpSpMk id="2404" creationId="{00000000-0000-0000-0000-000000000000}"/>
          </ac:grpSpMkLst>
        </pc:grpChg>
        <pc:grpChg chg="del mod">
          <ac:chgData name="Ryan Stopczynski" userId="S::stopczynski@usf.edu::ce79a5e6-cea1-43cd-b7f0-3e1ae3579b25" providerId="AD" clId="Web-{16B75F28-6164-4F1C-8B5A-A17B8B5D48D4}" dt="2024-11-17T15:02:39.319" v="720"/>
          <ac:grpSpMkLst>
            <pc:docMk/>
            <pc:sldMk cId="3277407663" sldId="306"/>
            <ac:grpSpMk id="2419" creationId="{00000000-0000-0000-0000-000000000000}"/>
          </ac:grpSpMkLst>
        </pc:grpChg>
        <pc:picChg chg="add mod">
          <ac:chgData name="Ryan Stopczynski" userId="S::stopczynski@usf.edu::ce79a5e6-cea1-43cd-b7f0-3e1ae3579b25" providerId="AD" clId="Web-{16B75F28-6164-4F1C-8B5A-A17B8B5D48D4}" dt="2024-11-17T15:03:56.058" v="766" actId="1076"/>
          <ac:picMkLst>
            <pc:docMk/>
            <pc:sldMk cId="3277407663" sldId="306"/>
            <ac:picMk id="3" creationId="{E4022115-3F55-96B3-198B-1B7CD3B340CF}"/>
          </ac:picMkLst>
        </pc:picChg>
        <pc:picChg chg="add mod">
          <ac:chgData name="Ryan Stopczynski" userId="S::stopczynski@usf.edu::ce79a5e6-cea1-43cd-b7f0-3e1ae3579b25" providerId="AD" clId="Web-{16B75F28-6164-4F1C-8B5A-A17B8B5D48D4}" dt="2024-11-17T15:03:57.183" v="767" actId="1076"/>
          <ac:picMkLst>
            <pc:docMk/>
            <pc:sldMk cId="3277407663" sldId="306"/>
            <ac:picMk id="5" creationId="{B7ABE410-CB06-6552-E5B6-77F569AA5B17}"/>
          </ac:picMkLst>
        </pc:picChg>
      </pc:sldChg>
      <pc:sldChg chg="addSp delSp modSp new">
        <pc:chgData name="Ryan Stopczynski" userId="S::stopczynski@usf.edu::ce79a5e6-cea1-43cd-b7f0-3e1ae3579b25" providerId="AD" clId="Web-{16B75F28-6164-4F1C-8B5A-A17B8B5D48D4}" dt="2024-11-17T15:06:17.220" v="835" actId="20577"/>
        <pc:sldMkLst>
          <pc:docMk/>
          <pc:sldMk cId="2462625514" sldId="307"/>
        </pc:sldMkLst>
        <pc:spChg chg="del mod">
          <ac:chgData name="Ryan Stopczynski" userId="S::stopczynski@usf.edu::ce79a5e6-cea1-43cd-b7f0-3e1ae3579b25" providerId="AD" clId="Web-{16B75F28-6164-4F1C-8B5A-A17B8B5D48D4}" dt="2024-11-17T15:06:00.547" v="821"/>
          <ac:spMkLst>
            <pc:docMk/>
            <pc:sldMk cId="2462625514" sldId="307"/>
            <ac:spMk id="2" creationId="{BFD6AE3C-C519-4A6B-D185-233D4E50490A}"/>
          </ac:spMkLst>
        </pc:spChg>
        <pc:spChg chg="add del">
          <ac:chgData name="Ryan Stopczynski" userId="S::stopczynski@usf.edu::ce79a5e6-cea1-43cd-b7f0-3e1ae3579b25" providerId="AD" clId="Web-{16B75F28-6164-4F1C-8B5A-A17B8B5D48D4}" dt="2024-11-17T15:05:37.453" v="814"/>
          <ac:spMkLst>
            <pc:docMk/>
            <pc:sldMk cId="2462625514" sldId="307"/>
            <ac:spMk id="3" creationId="{AAD4FE62-F018-782E-3204-C337F7D518B7}"/>
          </ac:spMkLst>
        </pc:spChg>
        <pc:spChg chg="add mod">
          <ac:chgData name="Ryan Stopczynski" userId="S::stopczynski@usf.edu::ce79a5e6-cea1-43cd-b7f0-3e1ae3579b25" providerId="AD" clId="Web-{16B75F28-6164-4F1C-8B5A-A17B8B5D48D4}" dt="2024-11-17T15:06:17.220" v="835" actId="20577"/>
          <ac:spMkLst>
            <pc:docMk/>
            <pc:sldMk cId="2462625514" sldId="307"/>
            <ac:spMk id="5" creationId="{6EC9CAFB-AD0B-BB48-40DD-0230CE73E7B4}"/>
          </ac:spMkLst>
        </pc:spChg>
        <pc:spChg chg="add del mod">
          <ac:chgData name="Ryan Stopczynski" userId="S::stopczynski@usf.edu::ce79a5e6-cea1-43cd-b7f0-3e1ae3579b25" providerId="AD" clId="Web-{16B75F28-6164-4F1C-8B5A-A17B8B5D48D4}" dt="2024-11-17T15:06:02.454" v="822"/>
          <ac:spMkLst>
            <pc:docMk/>
            <pc:sldMk cId="2462625514" sldId="307"/>
            <ac:spMk id="7" creationId="{2AFAEDAE-FF1E-6254-3DD5-421654FC9893}"/>
          </ac:spMkLst>
        </pc:spChg>
      </pc:sldChg>
      <pc:sldChg chg="addSp delSp modSp">
        <pc:chgData name="Ryan Stopczynski" userId="S::stopczynski@usf.edu::ce79a5e6-cea1-43cd-b7f0-3e1ae3579b25" providerId="AD" clId="Web-{16B75F28-6164-4F1C-8B5A-A17B8B5D48D4}" dt="2024-11-17T17:01:13.477" v="847"/>
        <pc:sldMkLst>
          <pc:docMk/>
          <pc:sldMk cId="1168346162" sldId="308"/>
        </pc:sldMkLst>
        <pc:picChg chg="add del mod">
          <ac:chgData name="Ryan Stopczynski" userId="S::stopczynski@usf.edu::ce79a5e6-cea1-43cd-b7f0-3e1ae3579b25" providerId="AD" clId="Web-{16B75F28-6164-4F1C-8B5A-A17B8B5D48D4}" dt="2024-11-17T17:01:13.477" v="847"/>
          <ac:picMkLst>
            <pc:docMk/>
            <pc:sldMk cId="1168346162" sldId="308"/>
            <ac:picMk id="8" creationId="{FBA4A9DB-9E8B-8751-EA6A-D9BA6CBD25D3}"/>
          </ac:picMkLst>
        </pc:picChg>
      </pc:sldChg>
    </pc:docChg>
  </pc:docChgLst>
  <pc:docChgLst>
    <pc:chgData name="Ryan Stopczynski" userId="S::stopczynski@usf.edu::ce79a5e6-cea1-43cd-b7f0-3e1ae3579b25" providerId="AD" clId="Web-{416DCCBF-738E-4D63-BA59-888DEA21872A}"/>
    <pc:docChg chg="addSld modSld sldOrd">
      <pc:chgData name="Ryan Stopczynski" userId="S::stopczynski@usf.edu::ce79a5e6-cea1-43cd-b7f0-3e1ae3579b25" providerId="AD" clId="Web-{416DCCBF-738E-4D63-BA59-888DEA21872A}" dt="2024-11-17T17:23:59.888" v="291" actId="20577"/>
      <pc:docMkLst>
        <pc:docMk/>
      </pc:docMkLst>
      <pc:sldChg chg="addSp delSp modSp ord">
        <pc:chgData name="Ryan Stopczynski" userId="S::stopczynski@usf.edu::ce79a5e6-cea1-43cd-b7f0-3e1ae3579b25" providerId="AD" clId="Web-{416DCCBF-738E-4D63-BA59-888DEA21872A}" dt="2024-11-17T17:12:25.909" v="260" actId="20577"/>
        <pc:sldMkLst>
          <pc:docMk/>
          <pc:sldMk cId="0" sldId="265"/>
        </pc:sldMkLst>
        <pc:spChg chg="mod">
          <ac:chgData name="Ryan Stopczynski" userId="S::stopczynski@usf.edu::ce79a5e6-cea1-43cd-b7f0-3e1ae3579b25" providerId="AD" clId="Web-{416DCCBF-738E-4D63-BA59-888DEA21872A}" dt="2024-11-17T17:12:25.909" v="260" actId="20577"/>
          <ac:spMkLst>
            <pc:docMk/>
            <pc:sldMk cId="0" sldId="265"/>
            <ac:spMk id="990" creationId="{00000000-0000-0000-0000-000000000000}"/>
          </ac:spMkLst>
        </pc:spChg>
        <pc:spChg chg="mod">
          <ac:chgData name="Ryan Stopczynski" userId="S::stopczynski@usf.edu::ce79a5e6-cea1-43cd-b7f0-3e1ae3579b25" providerId="AD" clId="Web-{416DCCBF-738E-4D63-BA59-888DEA21872A}" dt="2024-11-17T17:08:46.869" v="134" actId="20577"/>
          <ac:spMkLst>
            <pc:docMk/>
            <pc:sldMk cId="0" sldId="265"/>
            <ac:spMk id="992" creationId="{00000000-0000-0000-0000-000000000000}"/>
          </ac:spMkLst>
        </pc:spChg>
        <pc:spChg chg="mod">
          <ac:chgData name="Ryan Stopczynski" userId="S::stopczynski@usf.edu::ce79a5e6-cea1-43cd-b7f0-3e1ae3579b25" providerId="AD" clId="Web-{416DCCBF-738E-4D63-BA59-888DEA21872A}" dt="2024-11-17T17:09:51.419" v="179" actId="20577"/>
          <ac:spMkLst>
            <pc:docMk/>
            <pc:sldMk cId="0" sldId="265"/>
            <ac:spMk id="993" creationId="{00000000-0000-0000-0000-000000000000}"/>
          </ac:spMkLst>
        </pc:spChg>
        <pc:spChg chg="mod">
          <ac:chgData name="Ryan Stopczynski" userId="S::stopczynski@usf.edu::ce79a5e6-cea1-43cd-b7f0-3e1ae3579b25" providerId="AD" clId="Web-{416DCCBF-738E-4D63-BA59-888DEA21872A}" dt="2024-11-17T17:08:50.901" v="135" actId="20577"/>
          <ac:spMkLst>
            <pc:docMk/>
            <pc:sldMk cId="0" sldId="265"/>
            <ac:spMk id="995" creationId="{00000000-0000-0000-0000-000000000000}"/>
          </ac:spMkLst>
        </pc:spChg>
        <pc:spChg chg="mod">
          <ac:chgData name="Ryan Stopczynski" userId="S::stopczynski@usf.edu::ce79a5e6-cea1-43cd-b7f0-3e1ae3579b25" providerId="AD" clId="Web-{416DCCBF-738E-4D63-BA59-888DEA21872A}" dt="2024-11-17T17:09:57.341" v="185" actId="20577"/>
          <ac:spMkLst>
            <pc:docMk/>
            <pc:sldMk cId="0" sldId="265"/>
            <ac:spMk id="996" creationId="{00000000-0000-0000-0000-000000000000}"/>
          </ac:spMkLst>
        </pc:spChg>
        <pc:spChg chg="mod">
          <ac:chgData name="Ryan Stopczynski" userId="S::stopczynski@usf.edu::ce79a5e6-cea1-43cd-b7f0-3e1ae3579b25" providerId="AD" clId="Web-{416DCCBF-738E-4D63-BA59-888DEA21872A}" dt="2024-11-17T17:09:23.855" v="155" actId="20577"/>
          <ac:spMkLst>
            <pc:docMk/>
            <pc:sldMk cId="0" sldId="265"/>
            <ac:spMk id="998" creationId="{00000000-0000-0000-0000-000000000000}"/>
          </ac:spMkLst>
        </pc:spChg>
        <pc:spChg chg="mod">
          <ac:chgData name="Ryan Stopczynski" userId="S::stopczynski@usf.edu::ce79a5e6-cea1-43cd-b7f0-3e1ae3579b25" providerId="AD" clId="Web-{416DCCBF-738E-4D63-BA59-888DEA21872A}" dt="2024-11-17T17:10:10.873" v="211" actId="20577"/>
          <ac:spMkLst>
            <pc:docMk/>
            <pc:sldMk cId="0" sldId="265"/>
            <ac:spMk id="999" creationId="{00000000-0000-0000-0000-000000000000}"/>
          </ac:spMkLst>
        </pc:spChg>
        <pc:spChg chg="mod">
          <ac:chgData name="Ryan Stopczynski" userId="S::stopczynski@usf.edu::ce79a5e6-cea1-43cd-b7f0-3e1ae3579b25" providerId="AD" clId="Web-{416DCCBF-738E-4D63-BA59-888DEA21872A}" dt="2024-11-17T17:09:21.136" v="152" actId="20577"/>
          <ac:spMkLst>
            <pc:docMk/>
            <pc:sldMk cId="0" sldId="265"/>
            <ac:spMk id="1001" creationId="{00000000-0000-0000-0000-000000000000}"/>
          </ac:spMkLst>
        </pc:spChg>
        <pc:spChg chg="mod">
          <ac:chgData name="Ryan Stopczynski" userId="S::stopczynski@usf.edu::ce79a5e6-cea1-43cd-b7f0-3e1ae3579b25" providerId="AD" clId="Web-{416DCCBF-738E-4D63-BA59-888DEA21872A}" dt="2024-11-17T17:10:16.435" v="213" actId="20577"/>
          <ac:spMkLst>
            <pc:docMk/>
            <pc:sldMk cId="0" sldId="265"/>
            <ac:spMk id="1002" creationId="{00000000-0000-0000-0000-000000000000}"/>
          </ac:spMkLst>
        </pc:spChg>
        <pc:spChg chg="add del mod">
          <ac:chgData name="Ryan Stopczynski" userId="S::stopczynski@usf.edu::ce79a5e6-cea1-43cd-b7f0-3e1ae3579b25" providerId="AD" clId="Web-{416DCCBF-738E-4D63-BA59-888DEA21872A}" dt="2024-11-17T17:11:47.564" v="234"/>
          <ac:spMkLst>
            <pc:docMk/>
            <pc:sldMk cId="0" sldId="265"/>
            <ac:spMk id="1003" creationId="{00000000-0000-0000-0000-000000000000}"/>
          </ac:spMkLst>
        </pc:spChg>
        <pc:spChg chg="mod">
          <ac:chgData name="Ryan Stopczynski" userId="S::stopczynski@usf.edu::ce79a5e6-cea1-43cd-b7f0-3e1ae3579b25" providerId="AD" clId="Web-{416DCCBF-738E-4D63-BA59-888DEA21872A}" dt="2024-11-17T17:09:08.511" v="144" actId="20577"/>
          <ac:spMkLst>
            <pc:docMk/>
            <pc:sldMk cId="0" sldId="265"/>
            <ac:spMk id="1005" creationId="{00000000-0000-0000-0000-000000000000}"/>
          </ac:spMkLst>
        </pc:spChg>
        <pc:spChg chg="mod">
          <ac:chgData name="Ryan Stopczynski" userId="S::stopczynski@usf.edu::ce79a5e6-cea1-43cd-b7f0-3e1ae3579b25" providerId="AD" clId="Web-{416DCCBF-738E-4D63-BA59-888DEA21872A}" dt="2024-11-17T17:10:02.747" v="191" actId="20577"/>
          <ac:spMkLst>
            <pc:docMk/>
            <pc:sldMk cId="0" sldId="265"/>
            <ac:spMk id="1006" creationId="{00000000-0000-0000-0000-000000000000}"/>
          </ac:spMkLst>
        </pc:spChg>
        <pc:grpChg chg="add del mod">
          <ac:chgData name="Ryan Stopczynski" userId="S::stopczynski@usf.edu::ce79a5e6-cea1-43cd-b7f0-3e1ae3579b25" providerId="AD" clId="Web-{416DCCBF-738E-4D63-BA59-888DEA21872A}" dt="2024-11-17T17:11:07.890" v="222"/>
          <ac:grpSpMkLst>
            <pc:docMk/>
            <pc:sldMk cId="0" sldId="265"/>
            <ac:grpSpMk id="21" creationId="{C1C8937F-0BB7-84F6-2790-7970A876FE07}"/>
          </ac:grpSpMkLst>
        </pc:grpChg>
        <pc:grpChg chg="add mod">
          <ac:chgData name="Ryan Stopczynski" userId="S::stopczynski@usf.edu::ce79a5e6-cea1-43cd-b7f0-3e1ae3579b25" providerId="AD" clId="Web-{416DCCBF-738E-4D63-BA59-888DEA21872A}" dt="2024-11-17T17:11:51.736" v="235" actId="1076"/>
          <ac:grpSpMkLst>
            <pc:docMk/>
            <pc:sldMk cId="0" sldId="265"/>
            <ac:grpSpMk id="41" creationId="{327018C1-5EC2-9EA7-7F17-2381AD45E0AF}"/>
          </ac:grpSpMkLst>
        </pc:grpChg>
        <pc:grpChg chg="add del">
          <ac:chgData name="Ryan Stopczynski" userId="S::stopczynski@usf.edu::ce79a5e6-cea1-43cd-b7f0-3e1ae3579b25" providerId="AD" clId="Web-{416DCCBF-738E-4D63-BA59-888DEA21872A}" dt="2024-11-17T17:11:38.407" v="226"/>
          <ac:grpSpMkLst>
            <pc:docMk/>
            <pc:sldMk cId="0" sldId="265"/>
            <ac:grpSpMk id="1007" creationId="{00000000-0000-0000-0000-000000000000}"/>
          </ac:grpSpMkLst>
        </pc:grpChg>
        <pc:picChg chg="add mod">
          <ac:chgData name="Ryan Stopczynski" userId="S::stopczynski@usf.edu::ce79a5e6-cea1-43cd-b7f0-3e1ae3579b25" providerId="AD" clId="Web-{416DCCBF-738E-4D63-BA59-888DEA21872A}" dt="2024-11-17T17:11:57.455" v="236" actId="1076"/>
          <ac:picMkLst>
            <pc:docMk/>
            <pc:sldMk cId="0" sldId="265"/>
            <ac:picMk id="43" creationId="{AA0C2266-A06E-C30C-9FBD-68741D652466}"/>
          </ac:picMkLst>
        </pc:picChg>
      </pc:sldChg>
      <pc:sldChg chg="addSp delSp">
        <pc:chgData name="Ryan Stopczynski" userId="S::stopczynski@usf.edu::ce79a5e6-cea1-43cd-b7f0-3e1ae3579b25" providerId="AD" clId="Web-{416DCCBF-738E-4D63-BA59-888DEA21872A}" dt="2024-11-17T17:10:49.968" v="215"/>
        <pc:sldMkLst>
          <pc:docMk/>
          <pc:sldMk cId="0" sldId="270"/>
        </pc:sldMkLst>
        <pc:grpChg chg="add del">
          <ac:chgData name="Ryan Stopczynski" userId="S::stopczynski@usf.edu::ce79a5e6-cea1-43cd-b7f0-3e1ae3579b25" providerId="AD" clId="Web-{416DCCBF-738E-4D63-BA59-888DEA21872A}" dt="2024-11-17T17:10:49.968" v="215"/>
          <ac:grpSpMkLst>
            <pc:docMk/>
            <pc:sldMk cId="0" sldId="270"/>
            <ac:grpSpMk id="1573" creationId="{00000000-0000-0000-0000-000000000000}"/>
          </ac:grpSpMkLst>
        </pc:grpChg>
      </pc:sldChg>
      <pc:sldChg chg="modSp">
        <pc:chgData name="Ryan Stopczynski" userId="S::stopczynski@usf.edu::ce79a5e6-cea1-43cd-b7f0-3e1ae3579b25" providerId="AD" clId="Web-{416DCCBF-738E-4D63-BA59-888DEA21872A}" dt="2024-11-17T17:13:58.850" v="270" actId="1076"/>
        <pc:sldMkLst>
          <pc:docMk/>
          <pc:sldMk cId="0" sldId="281"/>
        </pc:sldMkLst>
        <pc:spChg chg="mod">
          <ac:chgData name="Ryan Stopczynski" userId="S::stopczynski@usf.edu::ce79a5e6-cea1-43cd-b7f0-3e1ae3579b25" providerId="AD" clId="Web-{416DCCBF-738E-4D63-BA59-888DEA21872A}" dt="2024-11-17T17:13:57.006" v="268" actId="1076"/>
          <ac:spMkLst>
            <pc:docMk/>
            <pc:sldMk cId="0" sldId="281"/>
            <ac:spMk id="2429" creationId="{00000000-0000-0000-0000-000000000000}"/>
          </ac:spMkLst>
        </pc:spChg>
        <pc:graphicFrameChg chg="mod">
          <ac:chgData name="Ryan Stopczynski" userId="S::stopczynski@usf.edu::ce79a5e6-cea1-43cd-b7f0-3e1ae3579b25" providerId="AD" clId="Web-{416DCCBF-738E-4D63-BA59-888DEA21872A}" dt="2024-11-17T17:13:58.193" v="269" actId="1076"/>
          <ac:graphicFrameMkLst>
            <pc:docMk/>
            <pc:sldMk cId="0" sldId="281"/>
            <ac:graphicFrameMk id="3" creationId="{5B70A093-9069-5E43-6CFF-D5BE1DE4EE7B}"/>
          </ac:graphicFrameMkLst>
        </pc:graphicFrameChg>
        <pc:graphicFrameChg chg="mod">
          <ac:chgData name="Ryan Stopczynski" userId="S::stopczynski@usf.edu::ce79a5e6-cea1-43cd-b7f0-3e1ae3579b25" providerId="AD" clId="Web-{416DCCBF-738E-4D63-BA59-888DEA21872A}" dt="2024-11-17T17:13:58.850" v="270" actId="1076"/>
          <ac:graphicFrameMkLst>
            <pc:docMk/>
            <pc:sldMk cId="0" sldId="281"/>
            <ac:graphicFrameMk id="4" creationId="{807F6E4C-EB41-73B2-374C-F11E7415300D}"/>
          </ac:graphicFrameMkLst>
        </pc:graphicFrameChg>
      </pc:sldChg>
      <pc:sldChg chg="addSp delSp modSp ord">
        <pc:chgData name="Ryan Stopczynski" userId="S::stopczynski@usf.edu::ce79a5e6-cea1-43cd-b7f0-3e1ae3579b25" providerId="AD" clId="Web-{416DCCBF-738E-4D63-BA59-888DEA21872A}" dt="2024-11-17T17:07:01.741" v="122" actId="20577"/>
        <pc:sldMkLst>
          <pc:docMk/>
          <pc:sldMk cId="0" sldId="286"/>
        </pc:sldMkLst>
        <pc:spChg chg="mod">
          <ac:chgData name="Ryan Stopczynski" userId="S::stopczynski@usf.edu::ce79a5e6-cea1-43cd-b7f0-3e1ae3579b25" providerId="AD" clId="Web-{416DCCBF-738E-4D63-BA59-888DEA21872A}" dt="2024-11-17T17:04:53.361" v="63" actId="20577"/>
          <ac:spMkLst>
            <pc:docMk/>
            <pc:sldMk cId="0" sldId="286"/>
            <ac:spMk id="2764" creationId="{00000000-0000-0000-0000-000000000000}"/>
          </ac:spMkLst>
        </pc:spChg>
        <pc:spChg chg="del mod">
          <ac:chgData name="Ryan Stopczynski" userId="S::stopczynski@usf.edu::ce79a5e6-cea1-43cd-b7f0-3e1ae3579b25" providerId="AD" clId="Web-{416DCCBF-738E-4D63-BA59-888DEA21872A}" dt="2024-11-17T17:04:03.218" v="21"/>
          <ac:spMkLst>
            <pc:docMk/>
            <pc:sldMk cId="0" sldId="286"/>
            <ac:spMk id="2765" creationId="{00000000-0000-0000-0000-000000000000}"/>
          </ac:spMkLst>
        </pc:spChg>
        <pc:spChg chg="mod">
          <ac:chgData name="Ryan Stopczynski" userId="S::stopczynski@usf.edu::ce79a5e6-cea1-43cd-b7f0-3e1ae3579b25" providerId="AD" clId="Web-{416DCCBF-738E-4D63-BA59-888DEA21872A}" dt="2024-11-17T17:04:33.626" v="36" actId="20577"/>
          <ac:spMkLst>
            <pc:docMk/>
            <pc:sldMk cId="0" sldId="286"/>
            <ac:spMk id="2767" creationId="{00000000-0000-0000-0000-000000000000}"/>
          </ac:spMkLst>
        </pc:spChg>
        <pc:spChg chg="del mod">
          <ac:chgData name="Ryan Stopczynski" userId="S::stopczynski@usf.edu::ce79a5e6-cea1-43cd-b7f0-3e1ae3579b25" providerId="AD" clId="Web-{416DCCBF-738E-4D63-BA59-888DEA21872A}" dt="2024-11-17T17:03:36.405" v="11"/>
          <ac:spMkLst>
            <pc:docMk/>
            <pc:sldMk cId="0" sldId="286"/>
            <ac:spMk id="2768" creationId="{00000000-0000-0000-0000-000000000000}"/>
          </ac:spMkLst>
        </pc:spChg>
        <pc:spChg chg="mod">
          <ac:chgData name="Ryan Stopczynski" userId="S::stopczynski@usf.edu::ce79a5e6-cea1-43cd-b7f0-3e1ae3579b25" providerId="AD" clId="Web-{416DCCBF-738E-4D63-BA59-888DEA21872A}" dt="2024-11-17T17:05:22.174" v="77" actId="20577"/>
          <ac:spMkLst>
            <pc:docMk/>
            <pc:sldMk cId="0" sldId="286"/>
            <ac:spMk id="2769" creationId="{00000000-0000-0000-0000-000000000000}"/>
          </ac:spMkLst>
        </pc:spChg>
        <pc:spChg chg="mod">
          <ac:chgData name="Ryan Stopczynski" userId="S::stopczynski@usf.edu::ce79a5e6-cea1-43cd-b7f0-3e1ae3579b25" providerId="AD" clId="Web-{416DCCBF-738E-4D63-BA59-888DEA21872A}" dt="2024-11-17T17:06:14.833" v="110" actId="20577"/>
          <ac:spMkLst>
            <pc:docMk/>
            <pc:sldMk cId="0" sldId="286"/>
            <ac:spMk id="2772" creationId="{00000000-0000-0000-0000-000000000000}"/>
          </ac:spMkLst>
        </pc:spChg>
        <pc:spChg chg="del">
          <ac:chgData name="Ryan Stopczynski" userId="S::stopczynski@usf.edu::ce79a5e6-cea1-43cd-b7f0-3e1ae3579b25" providerId="AD" clId="Web-{416DCCBF-738E-4D63-BA59-888DEA21872A}" dt="2024-11-17T17:03:51.874" v="16"/>
          <ac:spMkLst>
            <pc:docMk/>
            <pc:sldMk cId="0" sldId="286"/>
            <ac:spMk id="2896" creationId="{00000000-0000-0000-0000-000000000000}"/>
          </ac:spMkLst>
        </pc:spChg>
        <pc:spChg chg="mod">
          <ac:chgData name="Ryan Stopczynski" userId="S::stopczynski@usf.edu::ce79a5e6-cea1-43cd-b7f0-3e1ae3579b25" providerId="AD" clId="Web-{416DCCBF-738E-4D63-BA59-888DEA21872A}" dt="2024-11-17T17:07:01.741" v="122" actId="20577"/>
          <ac:spMkLst>
            <pc:docMk/>
            <pc:sldMk cId="0" sldId="286"/>
            <ac:spMk id="2899" creationId="{00000000-0000-0000-0000-000000000000}"/>
          </ac:spMkLst>
        </pc:spChg>
        <pc:spChg chg="mod">
          <ac:chgData name="Ryan Stopczynski" userId="S::stopczynski@usf.edu::ce79a5e6-cea1-43cd-b7f0-3e1ae3579b25" providerId="AD" clId="Web-{416DCCBF-738E-4D63-BA59-888DEA21872A}" dt="2024-11-17T17:04:48.361" v="56" actId="20577"/>
          <ac:spMkLst>
            <pc:docMk/>
            <pc:sldMk cId="0" sldId="286"/>
            <ac:spMk id="2901" creationId="{00000000-0000-0000-0000-000000000000}"/>
          </ac:spMkLst>
        </pc:spChg>
        <pc:spChg chg="mod">
          <ac:chgData name="Ryan Stopczynski" userId="S::stopczynski@usf.edu::ce79a5e6-cea1-43cd-b7f0-3e1ae3579b25" providerId="AD" clId="Web-{416DCCBF-738E-4D63-BA59-888DEA21872A}" dt="2024-11-17T17:06:28.942" v="117" actId="20577"/>
          <ac:spMkLst>
            <pc:docMk/>
            <pc:sldMk cId="0" sldId="286"/>
            <ac:spMk id="2904" creationId="{00000000-0000-0000-0000-000000000000}"/>
          </ac:spMkLst>
        </pc:spChg>
        <pc:grpChg chg="del mod">
          <ac:chgData name="Ryan Stopczynski" userId="S::stopczynski@usf.edu::ce79a5e6-cea1-43cd-b7f0-3e1ae3579b25" providerId="AD" clId="Web-{416DCCBF-738E-4D63-BA59-888DEA21872A}" dt="2024-11-17T17:03:34.655" v="10"/>
          <ac:grpSpMkLst>
            <pc:docMk/>
            <pc:sldMk cId="0" sldId="286"/>
            <ac:grpSpMk id="2773" creationId="{00000000-0000-0000-0000-000000000000}"/>
          </ac:grpSpMkLst>
        </pc:grpChg>
        <pc:grpChg chg="del">
          <ac:chgData name="Ryan Stopczynski" userId="S::stopczynski@usf.edu::ce79a5e6-cea1-43cd-b7f0-3e1ae3579b25" providerId="AD" clId="Web-{416DCCBF-738E-4D63-BA59-888DEA21872A}" dt="2024-11-17T17:03:50.780" v="14"/>
          <ac:grpSpMkLst>
            <pc:docMk/>
            <pc:sldMk cId="0" sldId="286"/>
            <ac:grpSpMk id="2808" creationId="{00000000-0000-0000-0000-000000000000}"/>
          </ac:grpSpMkLst>
        </pc:grpChg>
        <pc:grpChg chg="del">
          <ac:chgData name="Ryan Stopczynski" userId="S::stopczynski@usf.edu::ce79a5e6-cea1-43cd-b7f0-3e1ae3579b25" providerId="AD" clId="Web-{416DCCBF-738E-4D63-BA59-888DEA21872A}" dt="2024-11-17T17:03:51.812" v="15"/>
          <ac:grpSpMkLst>
            <pc:docMk/>
            <pc:sldMk cId="0" sldId="286"/>
            <ac:grpSpMk id="2831" creationId="{00000000-0000-0000-0000-000000000000}"/>
          </ac:grpSpMkLst>
        </pc:grpChg>
        <pc:grpChg chg="del">
          <ac:chgData name="Ryan Stopczynski" userId="S::stopczynski@usf.edu::ce79a5e6-cea1-43cd-b7f0-3e1ae3579b25" providerId="AD" clId="Web-{416DCCBF-738E-4D63-BA59-888DEA21872A}" dt="2024-11-17T17:04:01.796" v="19"/>
          <ac:grpSpMkLst>
            <pc:docMk/>
            <pc:sldMk cId="0" sldId="286"/>
            <ac:grpSpMk id="2851" creationId="{00000000-0000-0000-0000-000000000000}"/>
          </ac:grpSpMkLst>
        </pc:grpChg>
        <pc:picChg chg="add mod">
          <ac:chgData name="Ryan Stopczynski" userId="S::stopczynski@usf.edu::ce79a5e6-cea1-43cd-b7f0-3e1ae3579b25" providerId="AD" clId="Web-{416DCCBF-738E-4D63-BA59-888DEA21872A}" dt="2024-11-17T17:03:48.843" v="13" actId="1076"/>
          <ac:picMkLst>
            <pc:docMk/>
            <pc:sldMk cId="0" sldId="286"/>
            <ac:picMk id="3" creationId="{546B1A58-038C-490B-3875-5157C3D32F28}"/>
          </ac:picMkLst>
        </pc:picChg>
        <pc:picChg chg="add mod">
          <ac:chgData name="Ryan Stopczynski" userId="S::stopczynski@usf.edu::ce79a5e6-cea1-43cd-b7f0-3e1ae3579b25" providerId="AD" clId="Web-{416DCCBF-738E-4D63-BA59-888DEA21872A}" dt="2024-11-17T17:04:00.062" v="18" actId="1076"/>
          <ac:picMkLst>
            <pc:docMk/>
            <pc:sldMk cId="0" sldId="286"/>
            <ac:picMk id="5" creationId="{43D2B909-1F36-154C-6DC8-1F405C7A555A}"/>
          </ac:picMkLst>
        </pc:picChg>
        <pc:picChg chg="add mod">
          <ac:chgData name="Ryan Stopczynski" userId="S::stopczynski@usf.edu::ce79a5e6-cea1-43cd-b7f0-3e1ae3579b25" providerId="AD" clId="Web-{416DCCBF-738E-4D63-BA59-888DEA21872A}" dt="2024-11-17T17:04:20.938" v="24" actId="1076"/>
          <ac:picMkLst>
            <pc:docMk/>
            <pc:sldMk cId="0" sldId="286"/>
            <ac:picMk id="7" creationId="{39782AFC-6055-87C3-EB3E-DF5EBA83E94F}"/>
          </ac:picMkLst>
        </pc:picChg>
        <pc:cxnChg chg="mod">
          <ac:chgData name="Ryan Stopczynski" userId="S::stopczynski@usf.edu::ce79a5e6-cea1-43cd-b7f0-3e1ae3579b25" providerId="AD" clId="Web-{416DCCBF-738E-4D63-BA59-888DEA21872A}" dt="2024-11-17T17:04:13.484" v="22" actId="1076"/>
          <ac:cxnSpMkLst>
            <pc:docMk/>
            <pc:sldMk cId="0" sldId="286"/>
            <ac:cxnSpMk id="2763" creationId="{00000000-0000-0000-0000-000000000000}"/>
          </ac:cxnSpMkLst>
        </pc:cxnChg>
        <pc:cxnChg chg="mod">
          <ac:chgData name="Ryan Stopczynski" userId="S::stopczynski@usf.edu::ce79a5e6-cea1-43cd-b7f0-3e1ae3579b25" providerId="AD" clId="Web-{416DCCBF-738E-4D63-BA59-888DEA21872A}" dt="2024-11-17T17:03:02.372" v="0" actId="1076"/>
          <ac:cxnSpMkLst>
            <pc:docMk/>
            <pc:sldMk cId="0" sldId="286"/>
            <ac:cxnSpMk id="2766" creationId="{00000000-0000-0000-0000-000000000000}"/>
          </ac:cxnSpMkLst>
        </pc:cxnChg>
        <pc:cxnChg chg="mod">
          <ac:chgData name="Ryan Stopczynski" userId="S::stopczynski@usf.edu::ce79a5e6-cea1-43cd-b7f0-3e1ae3579b25" providerId="AD" clId="Web-{416DCCBF-738E-4D63-BA59-888DEA21872A}" dt="2024-11-17T17:03:51.874" v="16"/>
          <ac:cxnSpMkLst>
            <pc:docMk/>
            <pc:sldMk cId="0" sldId="286"/>
            <ac:cxnSpMk id="2900" creationId="{00000000-0000-0000-0000-000000000000}"/>
          </ac:cxnSpMkLst>
        </pc:cxnChg>
      </pc:sldChg>
      <pc:sldChg chg="ord">
        <pc:chgData name="Ryan Stopczynski" userId="S::stopczynski@usf.edu::ce79a5e6-cea1-43cd-b7f0-3e1ae3579b25" providerId="AD" clId="Web-{416DCCBF-738E-4D63-BA59-888DEA21872A}" dt="2024-11-17T17:07:32.976" v="123"/>
        <pc:sldMkLst>
          <pc:docMk/>
          <pc:sldMk cId="34660740" sldId="297"/>
        </pc:sldMkLst>
      </pc:sldChg>
      <pc:sldChg chg="modSp">
        <pc:chgData name="Ryan Stopczynski" userId="S::stopczynski@usf.edu::ce79a5e6-cea1-43cd-b7f0-3e1ae3579b25" providerId="AD" clId="Web-{416DCCBF-738E-4D63-BA59-888DEA21872A}" dt="2024-11-17T17:15:01.274" v="280" actId="20577"/>
        <pc:sldMkLst>
          <pc:docMk/>
          <pc:sldMk cId="3277407663" sldId="306"/>
        </pc:sldMkLst>
        <pc:spChg chg="mod">
          <ac:chgData name="Ryan Stopczynski" userId="S::stopczynski@usf.edu::ce79a5e6-cea1-43cd-b7f0-3e1ae3579b25" providerId="AD" clId="Web-{416DCCBF-738E-4D63-BA59-888DEA21872A}" dt="2024-11-17T17:15:01.274" v="280" actId="20577"/>
          <ac:spMkLst>
            <pc:docMk/>
            <pc:sldMk cId="3277407663" sldId="306"/>
            <ac:spMk id="2418" creationId="{00000000-0000-0000-0000-000000000000}"/>
          </ac:spMkLst>
        </pc:spChg>
      </pc:sldChg>
      <pc:sldChg chg="modSp add replId">
        <pc:chgData name="Ryan Stopczynski" userId="S::stopczynski@usf.edu::ce79a5e6-cea1-43cd-b7f0-3e1ae3579b25" providerId="AD" clId="Web-{416DCCBF-738E-4D63-BA59-888DEA21872A}" dt="2024-11-17T17:08:25.353" v="126" actId="20577"/>
        <pc:sldMkLst>
          <pc:docMk/>
          <pc:sldMk cId="12269202" sldId="309"/>
        </pc:sldMkLst>
        <pc:spChg chg="mod">
          <ac:chgData name="Ryan Stopczynski" userId="S::stopczynski@usf.edu::ce79a5e6-cea1-43cd-b7f0-3e1ae3579b25" providerId="AD" clId="Web-{416DCCBF-738E-4D63-BA59-888DEA21872A}" dt="2024-11-17T17:08:25.353" v="126" actId="20577"/>
          <ac:spMkLst>
            <pc:docMk/>
            <pc:sldMk cId="12269202" sldId="309"/>
            <ac:spMk id="2" creationId="{65A0B0F6-9EF4-215B-FFF6-AC9C414AD5FB}"/>
          </ac:spMkLst>
        </pc:spChg>
      </pc:sldChg>
      <pc:sldChg chg="modSp add replId">
        <pc:chgData name="Ryan Stopczynski" userId="S::stopczynski@usf.edu::ce79a5e6-cea1-43cd-b7f0-3e1ae3579b25" providerId="AD" clId="Web-{416DCCBF-738E-4D63-BA59-888DEA21872A}" dt="2024-11-17T17:23:59.888" v="291" actId="20577"/>
        <pc:sldMkLst>
          <pc:docMk/>
          <pc:sldMk cId="385028134" sldId="310"/>
        </pc:sldMkLst>
        <pc:spChg chg="mod">
          <ac:chgData name="Ryan Stopczynski" userId="S::stopczynski@usf.edu::ce79a5e6-cea1-43cd-b7f0-3e1ae3579b25" providerId="AD" clId="Web-{416DCCBF-738E-4D63-BA59-888DEA21872A}" dt="2024-11-17T17:23:57.481" v="290" actId="20577"/>
          <ac:spMkLst>
            <pc:docMk/>
            <pc:sldMk cId="385028134" sldId="310"/>
            <ac:spMk id="2" creationId="{B80ADB74-8FE3-D4AE-1878-0B4C571D6528}"/>
          </ac:spMkLst>
        </pc:spChg>
        <pc:spChg chg="mod">
          <ac:chgData name="Ryan Stopczynski" userId="S::stopczynski@usf.edu::ce79a5e6-cea1-43cd-b7f0-3e1ae3579b25" providerId="AD" clId="Web-{416DCCBF-738E-4D63-BA59-888DEA21872A}" dt="2024-11-17T17:23:59.888" v="291" actId="20577"/>
          <ac:spMkLst>
            <pc:docMk/>
            <pc:sldMk cId="385028134" sldId="310"/>
            <ac:spMk id="3" creationId="{159D14D9-912C-53BD-8792-61984A7CA485}"/>
          </ac:spMkLst>
        </pc:spChg>
      </pc:sldChg>
    </pc:docChg>
  </pc:docChgLst>
  <pc:docChgLst>
    <pc:chgData name="Ryan Stopczynski" userId="S::stopczynski@usf.edu::ce79a5e6-cea1-43cd-b7f0-3e1ae3579b25" providerId="AD" clId="Web-{F9CD5AAE-B28B-4ABC-9A0E-1FB8754AAF59}"/>
    <pc:docChg chg="delSld modSld modMainMaster">
      <pc:chgData name="Ryan Stopczynski" userId="S::stopczynski@usf.edu::ce79a5e6-cea1-43cd-b7f0-3e1ae3579b25" providerId="AD" clId="Web-{F9CD5AAE-B28B-4ABC-9A0E-1FB8754AAF59}" dt="2024-11-17T17:45:33.613" v="104"/>
      <pc:docMkLst>
        <pc:docMk/>
      </pc:docMkLst>
      <pc:sldChg chg="modTransition">
        <pc:chgData name="Ryan Stopczynski" userId="S::stopczynski@usf.edu::ce79a5e6-cea1-43cd-b7f0-3e1ae3579b25" providerId="AD" clId="Web-{F9CD5AAE-B28B-4ABC-9A0E-1FB8754AAF59}" dt="2024-11-17T17:34:47.396" v="16"/>
        <pc:sldMkLst>
          <pc:docMk/>
          <pc:sldMk cId="0" sldId="256"/>
        </pc:sldMkLst>
      </pc:sldChg>
      <pc:sldChg chg="del modTransition">
        <pc:chgData name="Ryan Stopczynski" userId="S::stopczynski@usf.edu::ce79a5e6-cea1-43cd-b7f0-3e1ae3579b25" providerId="AD" clId="Web-{F9CD5AAE-B28B-4ABC-9A0E-1FB8754AAF59}" dt="2024-11-17T17:45:15.066" v="76"/>
        <pc:sldMkLst>
          <pc:docMk/>
          <pc:sldMk cId="0" sldId="257"/>
        </pc:sldMkLst>
      </pc:sldChg>
      <pc:sldChg chg="del modTransition">
        <pc:chgData name="Ryan Stopczynski" userId="S::stopczynski@usf.edu::ce79a5e6-cea1-43cd-b7f0-3e1ae3579b25" providerId="AD" clId="Web-{F9CD5AAE-B28B-4ABC-9A0E-1FB8754AAF59}" dt="2024-11-17T17:45:15.175" v="77"/>
        <pc:sldMkLst>
          <pc:docMk/>
          <pc:sldMk cId="0" sldId="258"/>
        </pc:sldMkLst>
      </pc:sldChg>
      <pc:sldChg chg="del modTransition">
        <pc:chgData name="Ryan Stopczynski" userId="S::stopczynski@usf.edu::ce79a5e6-cea1-43cd-b7f0-3e1ae3579b25" providerId="AD" clId="Web-{F9CD5AAE-B28B-4ABC-9A0E-1FB8754AAF59}" dt="2024-11-17T17:45:15.222" v="78"/>
        <pc:sldMkLst>
          <pc:docMk/>
          <pc:sldMk cId="0" sldId="259"/>
        </pc:sldMkLst>
      </pc:sldChg>
      <pc:sldChg chg="del modTransition">
        <pc:chgData name="Ryan Stopczynski" userId="S::stopczynski@usf.edu::ce79a5e6-cea1-43cd-b7f0-3e1ae3579b25" providerId="AD" clId="Web-{F9CD5AAE-B28B-4ABC-9A0E-1FB8754AAF59}" dt="2024-11-17T17:45:27.285" v="100"/>
        <pc:sldMkLst>
          <pc:docMk/>
          <pc:sldMk cId="0" sldId="260"/>
        </pc:sldMkLst>
      </pc:sldChg>
      <pc:sldChg chg="del modTransition">
        <pc:chgData name="Ryan Stopczynski" userId="S::stopczynski@usf.edu::ce79a5e6-cea1-43cd-b7f0-3e1ae3579b25" providerId="AD" clId="Web-{F9CD5AAE-B28B-4ABC-9A0E-1FB8754AAF59}" dt="2024-11-17T17:45:15.269" v="79"/>
        <pc:sldMkLst>
          <pc:docMk/>
          <pc:sldMk cId="0" sldId="261"/>
        </pc:sldMkLst>
      </pc:sldChg>
      <pc:sldChg chg="modTransition">
        <pc:chgData name="Ryan Stopczynski" userId="S::stopczynski@usf.edu::ce79a5e6-cea1-43cd-b7f0-3e1ae3579b25" providerId="AD" clId="Web-{F9CD5AAE-B28B-4ABC-9A0E-1FB8754AAF59}" dt="2024-11-17T17:34:47.396" v="16"/>
        <pc:sldMkLst>
          <pc:docMk/>
          <pc:sldMk cId="0" sldId="262"/>
        </pc:sldMkLst>
      </pc:sldChg>
      <pc:sldChg chg="del modTransition">
        <pc:chgData name="Ryan Stopczynski" userId="S::stopczynski@usf.edu::ce79a5e6-cea1-43cd-b7f0-3e1ae3579b25" providerId="AD" clId="Web-{F9CD5AAE-B28B-4ABC-9A0E-1FB8754AAF59}" dt="2024-11-17T17:45:15.972" v="81"/>
        <pc:sldMkLst>
          <pc:docMk/>
          <pc:sldMk cId="0" sldId="263"/>
        </pc:sldMkLst>
      </pc:sldChg>
      <pc:sldChg chg="del modTransition">
        <pc:chgData name="Ryan Stopczynski" userId="S::stopczynski@usf.edu::ce79a5e6-cea1-43cd-b7f0-3e1ae3579b25" providerId="AD" clId="Web-{F9CD5AAE-B28B-4ABC-9A0E-1FB8754AAF59}" dt="2024-11-17T17:45:16.316" v="82"/>
        <pc:sldMkLst>
          <pc:docMk/>
          <pc:sldMk cId="0" sldId="264"/>
        </pc:sldMkLst>
      </pc:sldChg>
      <pc:sldChg chg="modTransition">
        <pc:chgData name="Ryan Stopczynski" userId="S::stopczynski@usf.edu::ce79a5e6-cea1-43cd-b7f0-3e1ae3579b25" providerId="AD" clId="Web-{F9CD5AAE-B28B-4ABC-9A0E-1FB8754AAF59}" dt="2024-11-17T17:34:47.396" v="16"/>
        <pc:sldMkLst>
          <pc:docMk/>
          <pc:sldMk cId="0" sldId="265"/>
        </pc:sldMkLst>
      </pc:sldChg>
      <pc:sldChg chg="del modTransition">
        <pc:chgData name="Ryan Stopczynski" userId="S::stopczynski@usf.edu::ce79a5e6-cea1-43cd-b7f0-3e1ae3579b25" providerId="AD" clId="Web-{F9CD5AAE-B28B-4ABC-9A0E-1FB8754AAF59}" dt="2024-11-17T17:45:18.003" v="84"/>
        <pc:sldMkLst>
          <pc:docMk/>
          <pc:sldMk cId="0" sldId="266"/>
        </pc:sldMkLst>
      </pc:sldChg>
      <pc:sldChg chg="del modTransition">
        <pc:chgData name="Ryan Stopczynski" userId="S::stopczynski@usf.edu::ce79a5e6-cea1-43cd-b7f0-3e1ae3579b25" providerId="AD" clId="Web-{F9CD5AAE-B28B-4ABC-9A0E-1FB8754AAF59}" dt="2024-11-17T17:45:18.206" v="85"/>
        <pc:sldMkLst>
          <pc:docMk/>
          <pc:sldMk cId="0" sldId="267"/>
        </pc:sldMkLst>
      </pc:sldChg>
      <pc:sldChg chg="del modTransition">
        <pc:chgData name="Ryan Stopczynski" userId="S::stopczynski@usf.edu::ce79a5e6-cea1-43cd-b7f0-3e1ae3579b25" providerId="AD" clId="Web-{F9CD5AAE-B28B-4ABC-9A0E-1FB8754AAF59}" dt="2024-11-17T17:45:18.300" v="86"/>
        <pc:sldMkLst>
          <pc:docMk/>
          <pc:sldMk cId="0" sldId="268"/>
        </pc:sldMkLst>
      </pc:sldChg>
      <pc:sldChg chg="modTransition">
        <pc:chgData name="Ryan Stopczynski" userId="S::stopczynski@usf.edu::ce79a5e6-cea1-43cd-b7f0-3e1ae3579b25" providerId="AD" clId="Web-{F9CD5AAE-B28B-4ABC-9A0E-1FB8754AAF59}" dt="2024-11-17T17:34:47.396" v="16"/>
        <pc:sldMkLst>
          <pc:docMk/>
          <pc:sldMk cId="0" sldId="269"/>
        </pc:sldMkLst>
      </pc:sldChg>
      <pc:sldChg chg="del modTransition">
        <pc:chgData name="Ryan Stopczynski" userId="S::stopczynski@usf.edu::ce79a5e6-cea1-43cd-b7f0-3e1ae3579b25" providerId="AD" clId="Web-{F9CD5AAE-B28B-4ABC-9A0E-1FB8754AAF59}" dt="2024-11-17T17:45:18.331" v="87"/>
        <pc:sldMkLst>
          <pc:docMk/>
          <pc:sldMk cId="0" sldId="270"/>
        </pc:sldMkLst>
      </pc:sldChg>
      <pc:sldChg chg="del modTransition">
        <pc:chgData name="Ryan Stopczynski" userId="S::stopczynski@usf.edu::ce79a5e6-cea1-43cd-b7f0-3e1ae3579b25" providerId="AD" clId="Web-{F9CD5AAE-B28B-4ABC-9A0E-1FB8754AAF59}" dt="2024-11-17T17:45:18.894" v="88"/>
        <pc:sldMkLst>
          <pc:docMk/>
          <pc:sldMk cId="0" sldId="271"/>
        </pc:sldMkLst>
      </pc:sldChg>
      <pc:sldChg chg="del modTransition">
        <pc:chgData name="Ryan Stopczynski" userId="S::stopczynski@usf.edu::ce79a5e6-cea1-43cd-b7f0-3e1ae3579b25" providerId="AD" clId="Web-{F9CD5AAE-B28B-4ABC-9A0E-1FB8754AAF59}" dt="2024-11-17T17:45:19.831" v="89"/>
        <pc:sldMkLst>
          <pc:docMk/>
          <pc:sldMk cId="0" sldId="272"/>
        </pc:sldMkLst>
      </pc:sldChg>
      <pc:sldChg chg="del modTransition">
        <pc:chgData name="Ryan Stopczynski" userId="S::stopczynski@usf.edu::ce79a5e6-cea1-43cd-b7f0-3e1ae3579b25" providerId="AD" clId="Web-{F9CD5AAE-B28B-4ABC-9A0E-1FB8754AAF59}" dt="2024-11-17T17:45:20.300" v="90"/>
        <pc:sldMkLst>
          <pc:docMk/>
          <pc:sldMk cId="0" sldId="273"/>
        </pc:sldMkLst>
      </pc:sldChg>
      <pc:sldChg chg="del modTransition">
        <pc:chgData name="Ryan Stopczynski" userId="S::stopczynski@usf.edu::ce79a5e6-cea1-43cd-b7f0-3e1ae3579b25" providerId="AD" clId="Web-{F9CD5AAE-B28B-4ABC-9A0E-1FB8754AAF59}" dt="2024-11-17T17:45:20.597" v="91"/>
        <pc:sldMkLst>
          <pc:docMk/>
          <pc:sldMk cId="0" sldId="274"/>
        </pc:sldMkLst>
      </pc:sldChg>
      <pc:sldChg chg="del modTransition">
        <pc:chgData name="Ryan Stopczynski" userId="S::stopczynski@usf.edu::ce79a5e6-cea1-43cd-b7f0-3e1ae3579b25" providerId="AD" clId="Web-{F9CD5AAE-B28B-4ABC-9A0E-1FB8754AAF59}" dt="2024-11-17T17:45:20.972" v="92"/>
        <pc:sldMkLst>
          <pc:docMk/>
          <pc:sldMk cId="0" sldId="275"/>
        </pc:sldMkLst>
      </pc:sldChg>
      <pc:sldChg chg="del modTransition">
        <pc:chgData name="Ryan Stopczynski" userId="S::stopczynski@usf.edu::ce79a5e6-cea1-43cd-b7f0-3e1ae3579b25" providerId="AD" clId="Web-{F9CD5AAE-B28B-4ABC-9A0E-1FB8754AAF59}" dt="2024-11-17T17:45:21.347" v="93"/>
        <pc:sldMkLst>
          <pc:docMk/>
          <pc:sldMk cId="0" sldId="276"/>
        </pc:sldMkLst>
      </pc:sldChg>
      <pc:sldChg chg="del modTransition">
        <pc:chgData name="Ryan Stopczynski" userId="S::stopczynski@usf.edu::ce79a5e6-cea1-43cd-b7f0-3e1ae3579b25" providerId="AD" clId="Web-{F9CD5AAE-B28B-4ABC-9A0E-1FB8754AAF59}" dt="2024-11-17T17:45:21.863" v="94"/>
        <pc:sldMkLst>
          <pc:docMk/>
          <pc:sldMk cId="0" sldId="277"/>
        </pc:sldMkLst>
      </pc:sldChg>
      <pc:sldChg chg="del modTransition">
        <pc:chgData name="Ryan Stopczynski" userId="S::stopczynski@usf.edu::ce79a5e6-cea1-43cd-b7f0-3e1ae3579b25" providerId="AD" clId="Web-{F9CD5AAE-B28B-4ABC-9A0E-1FB8754AAF59}" dt="2024-11-17T17:45:22.160" v="95"/>
        <pc:sldMkLst>
          <pc:docMk/>
          <pc:sldMk cId="0" sldId="278"/>
        </pc:sldMkLst>
      </pc:sldChg>
      <pc:sldChg chg="del modTransition">
        <pc:chgData name="Ryan Stopczynski" userId="S::stopczynski@usf.edu::ce79a5e6-cea1-43cd-b7f0-3e1ae3579b25" providerId="AD" clId="Web-{F9CD5AAE-B28B-4ABC-9A0E-1FB8754AAF59}" dt="2024-11-17T17:45:23.050" v="96"/>
        <pc:sldMkLst>
          <pc:docMk/>
          <pc:sldMk cId="0" sldId="279"/>
        </pc:sldMkLst>
      </pc:sldChg>
      <pc:sldChg chg="del modTransition">
        <pc:chgData name="Ryan Stopczynski" userId="S::stopczynski@usf.edu::ce79a5e6-cea1-43cd-b7f0-3e1ae3579b25" providerId="AD" clId="Web-{F9CD5AAE-B28B-4ABC-9A0E-1FB8754AAF59}" dt="2024-11-17T17:45:23.519" v="97"/>
        <pc:sldMkLst>
          <pc:docMk/>
          <pc:sldMk cId="0" sldId="280"/>
        </pc:sldMkLst>
      </pc:sldChg>
      <pc:sldChg chg="modTransition">
        <pc:chgData name="Ryan Stopczynski" userId="S::stopczynski@usf.edu::ce79a5e6-cea1-43cd-b7f0-3e1ae3579b25" providerId="AD" clId="Web-{F9CD5AAE-B28B-4ABC-9A0E-1FB8754AAF59}" dt="2024-11-17T17:34:47.396" v="16"/>
        <pc:sldMkLst>
          <pc:docMk/>
          <pc:sldMk cId="0" sldId="281"/>
        </pc:sldMkLst>
      </pc:sldChg>
      <pc:sldChg chg="del modTransition">
        <pc:chgData name="Ryan Stopczynski" userId="S::stopczynski@usf.edu::ce79a5e6-cea1-43cd-b7f0-3e1ae3579b25" providerId="AD" clId="Web-{F9CD5AAE-B28B-4ABC-9A0E-1FB8754AAF59}" dt="2024-11-17T17:45:23.566" v="98"/>
        <pc:sldMkLst>
          <pc:docMk/>
          <pc:sldMk cId="0" sldId="282"/>
        </pc:sldMkLst>
      </pc:sldChg>
      <pc:sldChg chg="del modTransition">
        <pc:chgData name="Ryan Stopczynski" userId="S::stopczynski@usf.edu::ce79a5e6-cea1-43cd-b7f0-3e1ae3579b25" providerId="AD" clId="Web-{F9CD5AAE-B28B-4ABC-9A0E-1FB8754AAF59}" dt="2024-11-17T17:45:25.753" v="99"/>
        <pc:sldMkLst>
          <pc:docMk/>
          <pc:sldMk cId="0" sldId="283"/>
        </pc:sldMkLst>
      </pc:sldChg>
      <pc:sldChg chg="del modTransition">
        <pc:chgData name="Ryan Stopczynski" userId="S::stopczynski@usf.edu::ce79a5e6-cea1-43cd-b7f0-3e1ae3579b25" providerId="AD" clId="Web-{F9CD5AAE-B28B-4ABC-9A0E-1FB8754AAF59}" dt="2024-11-17T17:45:28.707" v="101"/>
        <pc:sldMkLst>
          <pc:docMk/>
          <pc:sldMk cId="0" sldId="284"/>
        </pc:sldMkLst>
      </pc:sldChg>
      <pc:sldChg chg="del modTransition">
        <pc:chgData name="Ryan Stopczynski" userId="S::stopczynski@usf.edu::ce79a5e6-cea1-43cd-b7f0-3e1ae3579b25" providerId="AD" clId="Web-{F9CD5AAE-B28B-4ABC-9A0E-1FB8754AAF59}" dt="2024-11-17T17:45:31.253" v="102"/>
        <pc:sldMkLst>
          <pc:docMk/>
          <pc:sldMk cId="0" sldId="285"/>
        </pc:sldMkLst>
      </pc:sldChg>
      <pc:sldChg chg="modTransition">
        <pc:chgData name="Ryan Stopczynski" userId="S::stopczynski@usf.edu::ce79a5e6-cea1-43cd-b7f0-3e1ae3579b25" providerId="AD" clId="Web-{F9CD5AAE-B28B-4ABC-9A0E-1FB8754AAF59}" dt="2024-11-17T17:34:47.396" v="16"/>
        <pc:sldMkLst>
          <pc:docMk/>
          <pc:sldMk cId="0" sldId="286"/>
        </pc:sldMkLst>
      </pc:sldChg>
      <pc:sldChg chg="del modTransition">
        <pc:chgData name="Ryan Stopczynski" userId="S::stopczynski@usf.edu::ce79a5e6-cea1-43cd-b7f0-3e1ae3579b25" providerId="AD" clId="Web-{F9CD5AAE-B28B-4ABC-9A0E-1FB8754AAF59}" dt="2024-11-17T17:45:32.707" v="103"/>
        <pc:sldMkLst>
          <pc:docMk/>
          <pc:sldMk cId="0" sldId="287"/>
        </pc:sldMkLst>
      </pc:sldChg>
      <pc:sldChg chg="del modTransition">
        <pc:chgData name="Ryan Stopczynski" userId="S::stopczynski@usf.edu::ce79a5e6-cea1-43cd-b7f0-3e1ae3579b25" providerId="AD" clId="Web-{F9CD5AAE-B28B-4ABC-9A0E-1FB8754AAF59}" dt="2024-11-17T17:45:33.613" v="104"/>
        <pc:sldMkLst>
          <pc:docMk/>
          <pc:sldMk cId="0" sldId="288"/>
        </pc:sldMkLst>
      </pc:sldChg>
      <pc:sldChg chg="modTransition">
        <pc:chgData name="Ryan Stopczynski" userId="S::stopczynski@usf.edu::ce79a5e6-cea1-43cd-b7f0-3e1ae3579b25" providerId="AD" clId="Web-{F9CD5AAE-B28B-4ABC-9A0E-1FB8754AAF59}" dt="2024-11-17T17:34:47.396" v="16"/>
        <pc:sldMkLst>
          <pc:docMk/>
          <pc:sldMk cId="322818550" sldId="289"/>
        </pc:sldMkLst>
      </pc:sldChg>
      <pc:sldChg chg="modTransition">
        <pc:chgData name="Ryan Stopczynski" userId="S::stopczynski@usf.edu::ce79a5e6-cea1-43cd-b7f0-3e1ae3579b25" providerId="AD" clId="Web-{F9CD5AAE-B28B-4ABC-9A0E-1FB8754AAF59}" dt="2024-11-17T17:34:47.396" v="16"/>
        <pc:sldMkLst>
          <pc:docMk/>
          <pc:sldMk cId="46197438" sldId="290"/>
        </pc:sldMkLst>
      </pc:sldChg>
      <pc:sldChg chg="modTransition">
        <pc:chgData name="Ryan Stopczynski" userId="S::stopczynski@usf.edu::ce79a5e6-cea1-43cd-b7f0-3e1ae3579b25" providerId="AD" clId="Web-{F9CD5AAE-B28B-4ABC-9A0E-1FB8754AAF59}" dt="2024-11-17T17:34:47.396" v="16"/>
        <pc:sldMkLst>
          <pc:docMk/>
          <pc:sldMk cId="1408757961" sldId="293"/>
        </pc:sldMkLst>
      </pc:sldChg>
      <pc:sldChg chg="modTransition">
        <pc:chgData name="Ryan Stopczynski" userId="S::stopczynski@usf.edu::ce79a5e6-cea1-43cd-b7f0-3e1ae3579b25" providerId="AD" clId="Web-{F9CD5AAE-B28B-4ABC-9A0E-1FB8754AAF59}" dt="2024-11-17T17:34:47.396" v="16"/>
        <pc:sldMkLst>
          <pc:docMk/>
          <pc:sldMk cId="2108009472" sldId="294"/>
        </pc:sldMkLst>
      </pc:sldChg>
      <pc:sldChg chg="modTransition">
        <pc:chgData name="Ryan Stopczynski" userId="S::stopczynski@usf.edu::ce79a5e6-cea1-43cd-b7f0-3e1ae3579b25" providerId="AD" clId="Web-{F9CD5AAE-B28B-4ABC-9A0E-1FB8754AAF59}" dt="2024-11-17T17:34:47.396" v="16"/>
        <pc:sldMkLst>
          <pc:docMk/>
          <pc:sldMk cId="1614853152" sldId="295"/>
        </pc:sldMkLst>
      </pc:sldChg>
      <pc:sldChg chg="del modTransition">
        <pc:chgData name="Ryan Stopczynski" userId="S::stopczynski@usf.edu::ce79a5e6-cea1-43cd-b7f0-3e1ae3579b25" providerId="AD" clId="Web-{F9CD5AAE-B28B-4ABC-9A0E-1FB8754AAF59}" dt="2024-11-17T17:45:16.628" v="83"/>
        <pc:sldMkLst>
          <pc:docMk/>
          <pc:sldMk cId="34660740" sldId="297"/>
        </pc:sldMkLst>
      </pc:sldChg>
      <pc:sldChg chg="del modTransition">
        <pc:chgData name="Ryan Stopczynski" userId="S::stopczynski@usf.edu::ce79a5e6-cea1-43cd-b7f0-3e1ae3579b25" providerId="AD" clId="Web-{F9CD5AAE-B28B-4ABC-9A0E-1FB8754AAF59}" dt="2024-11-17T17:45:15.941" v="80"/>
        <pc:sldMkLst>
          <pc:docMk/>
          <pc:sldMk cId="1411226821" sldId="300"/>
        </pc:sldMkLst>
      </pc:sldChg>
      <pc:sldChg chg="modSp modTransition">
        <pc:chgData name="Ryan Stopczynski" userId="S::stopczynski@usf.edu::ce79a5e6-cea1-43cd-b7f0-3e1ae3579b25" providerId="AD" clId="Web-{F9CD5AAE-B28B-4ABC-9A0E-1FB8754AAF59}" dt="2024-11-17T17:41:37.920" v="57" actId="20577"/>
        <pc:sldMkLst>
          <pc:docMk/>
          <pc:sldMk cId="2917784488" sldId="301"/>
        </pc:sldMkLst>
        <pc:spChg chg="mod">
          <ac:chgData name="Ryan Stopczynski" userId="S::stopczynski@usf.edu::ce79a5e6-cea1-43cd-b7f0-3e1ae3579b25" providerId="AD" clId="Web-{F9CD5AAE-B28B-4ABC-9A0E-1FB8754AAF59}" dt="2024-11-17T17:41:37.920" v="57" actId="20577"/>
          <ac:spMkLst>
            <pc:docMk/>
            <pc:sldMk cId="2917784488" sldId="301"/>
            <ac:spMk id="3" creationId="{AAD4FE62-F018-782E-3204-C337F7D518B7}"/>
          </ac:spMkLst>
        </pc:spChg>
      </pc:sldChg>
      <pc:sldChg chg="modSp modTransition">
        <pc:chgData name="Ryan Stopczynski" userId="S::stopczynski@usf.edu::ce79a5e6-cea1-43cd-b7f0-3e1ae3579b25" providerId="AD" clId="Web-{F9CD5AAE-B28B-4ABC-9A0E-1FB8754AAF59}" dt="2024-11-17T17:42:23.218" v="74" actId="20577"/>
        <pc:sldMkLst>
          <pc:docMk/>
          <pc:sldMk cId="360895536" sldId="302"/>
        </pc:sldMkLst>
        <pc:spChg chg="mod">
          <ac:chgData name="Ryan Stopczynski" userId="S::stopczynski@usf.edu::ce79a5e6-cea1-43cd-b7f0-3e1ae3579b25" providerId="AD" clId="Web-{F9CD5AAE-B28B-4ABC-9A0E-1FB8754AAF59}" dt="2024-11-17T17:42:23.218" v="74" actId="20577"/>
          <ac:spMkLst>
            <pc:docMk/>
            <pc:sldMk cId="360895536" sldId="302"/>
            <ac:spMk id="3" creationId="{AAD4FE62-F018-782E-3204-C337F7D518B7}"/>
          </ac:spMkLst>
        </pc:spChg>
      </pc:sldChg>
      <pc:sldChg chg="modSp modTransition">
        <pc:chgData name="Ryan Stopczynski" userId="S::stopczynski@usf.edu::ce79a5e6-cea1-43cd-b7f0-3e1ae3579b25" providerId="AD" clId="Web-{F9CD5AAE-B28B-4ABC-9A0E-1FB8754AAF59}" dt="2024-11-17T17:42:01.999" v="73"/>
        <pc:sldMkLst>
          <pc:docMk/>
          <pc:sldMk cId="3974229664" sldId="303"/>
        </pc:sldMkLst>
        <pc:spChg chg="mod">
          <ac:chgData name="Ryan Stopczynski" userId="S::stopczynski@usf.edu::ce79a5e6-cea1-43cd-b7f0-3e1ae3579b25" providerId="AD" clId="Web-{F9CD5AAE-B28B-4ABC-9A0E-1FB8754AAF59}" dt="2024-11-17T17:42:01.999" v="73"/>
          <ac:spMkLst>
            <pc:docMk/>
            <pc:sldMk cId="3974229664" sldId="303"/>
            <ac:spMk id="3" creationId="{AAD4FE62-F018-782E-3204-C337F7D518B7}"/>
          </ac:spMkLst>
        </pc:spChg>
      </pc:sldChg>
      <pc:sldChg chg="modTransition">
        <pc:chgData name="Ryan Stopczynski" userId="S::stopczynski@usf.edu::ce79a5e6-cea1-43cd-b7f0-3e1ae3579b25" providerId="AD" clId="Web-{F9CD5AAE-B28B-4ABC-9A0E-1FB8754AAF59}" dt="2024-11-17T17:34:47.396" v="16"/>
        <pc:sldMkLst>
          <pc:docMk/>
          <pc:sldMk cId="3061992405" sldId="304"/>
        </pc:sldMkLst>
      </pc:sldChg>
      <pc:sldChg chg="modTransition">
        <pc:chgData name="Ryan Stopczynski" userId="S::stopczynski@usf.edu::ce79a5e6-cea1-43cd-b7f0-3e1ae3579b25" providerId="AD" clId="Web-{F9CD5AAE-B28B-4ABC-9A0E-1FB8754AAF59}" dt="2024-11-17T17:34:47.396" v="16"/>
        <pc:sldMkLst>
          <pc:docMk/>
          <pc:sldMk cId="1093518751" sldId="305"/>
        </pc:sldMkLst>
      </pc:sldChg>
      <pc:sldChg chg="modTransition">
        <pc:chgData name="Ryan Stopczynski" userId="S::stopczynski@usf.edu::ce79a5e6-cea1-43cd-b7f0-3e1ae3579b25" providerId="AD" clId="Web-{F9CD5AAE-B28B-4ABC-9A0E-1FB8754AAF59}" dt="2024-11-17T17:34:47.396" v="16"/>
        <pc:sldMkLst>
          <pc:docMk/>
          <pc:sldMk cId="3277407663" sldId="306"/>
        </pc:sldMkLst>
      </pc:sldChg>
      <pc:sldChg chg="addSp delSp modSp modTransition">
        <pc:chgData name="Ryan Stopczynski" userId="S::stopczynski@usf.edu::ce79a5e6-cea1-43cd-b7f0-3e1ae3579b25" providerId="AD" clId="Web-{F9CD5AAE-B28B-4ABC-9A0E-1FB8754AAF59}" dt="2024-11-17T17:35:36.053" v="20" actId="20577"/>
        <pc:sldMkLst>
          <pc:docMk/>
          <pc:sldMk cId="2462625514" sldId="307"/>
        </pc:sldMkLst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3" creationId="{A343D9DD-05B0-7DE8-E0B9-1C4D4FE1310B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4" creationId="{1F9E668C-8447-E7EB-6F8E-8CAA099F0BA3}"/>
          </ac:spMkLst>
        </pc:spChg>
        <pc:spChg chg="mod">
          <ac:chgData name="Ryan Stopczynski" userId="S::stopczynski@usf.edu::ce79a5e6-cea1-43cd-b7f0-3e1ae3579b25" providerId="AD" clId="Web-{F9CD5AAE-B28B-4ABC-9A0E-1FB8754AAF59}" dt="2024-11-17T17:35:36.053" v="20" actId="20577"/>
          <ac:spMkLst>
            <pc:docMk/>
            <pc:sldMk cId="2462625514" sldId="307"/>
            <ac:spMk id="5" creationId="{6EC9CAFB-AD0B-BB48-40DD-0230CE73E7B4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6" creationId="{A0813A4B-F67A-4009-55F1-2E43FE5384D2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7" creationId="{59486739-2814-D4ED-2228-2EC7A9A73879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8" creationId="{84259182-941F-4D99-D91E-104D8D6CE322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9" creationId="{58D4ACD0-9195-4AD0-9E5F-C23C29377AD8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10" creationId="{AF95F708-A23A-D5F2-2EBC-E231354E98C2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11" creationId="{E1C6C393-5A6C-FC73-98D2-566FB30DB560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12" creationId="{3553DAD9-D949-BF4A-635B-CEABF1140A4B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13" creationId="{FE4EC517-4159-CA3A-2AC5-DCBA6199DA5A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14" creationId="{34A3B3D3-EEFB-1A55-57A5-E360BB3E2877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15" creationId="{4923176F-1A1F-9A4C-34AC-006F9BC634D8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16" creationId="{3DB214B2-E8EE-A8CA-48CA-CCCF3D3899D0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17" creationId="{DDFDF337-BEA5-D303-249A-5FFB513F829D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18" creationId="{7D6CE9F9-6C53-8F0C-4100-472351A8B1FF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19" creationId="{7A516EAD-2C98-CAD3-72A5-958E8500C80A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20" creationId="{12ECC79E-3F67-EACE-6BDA-8F8387D9FD3D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21" creationId="{FAD1B388-8C80-DA70-D89D-CE120D0C5EDC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22" creationId="{0106B23D-1AB4-68DE-9D3C-98F9270AA46E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23" creationId="{6CBDABA5-2FF7-D5DF-7251-439D268F1A03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24" creationId="{734CBCEA-39BE-56DB-D771-9843CB7ECF79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25" creationId="{EC4B6D91-97AC-C113-063A-8E1DA48E933D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26" creationId="{6DF77538-1E26-24CC-BA13-8146CEE3126F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27" creationId="{6EE6917D-DC02-9E39-BFF1-0F0ED4D6CFAD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28" creationId="{C61E2816-0F51-823B-A30B-D7924C1D61A8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29" creationId="{BFBB695A-5F59-337A-F5C0-6FA217E2C0E8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30" creationId="{9EA8DE41-A5D8-8CBC-CE02-F20EC8D6D9EB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31" creationId="{BEB41319-4D2C-8B6B-B5A8-F32CD3FFEC0A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32" creationId="{B22C3AC9-E44F-8427-F1E1-0A210F535D67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33" creationId="{8EB81083-CCC5-2B48-60AB-956C4BC61793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34" creationId="{531DBB35-5EDB-1EC6-2FF9-A5520BEC4E41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35" creationId="{C0981118-0667-3575-4264-308A4139D153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36" creationId="{EBA614ED-FF9C-1214-72D5-F925B35433D5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37" creationId="{83AF39A9-9C32-8831-0AB4-2FFC45296761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38" creationId="{1CFD7B19-54D7-D480-067E-D9BEFCA0335B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39" creationId="{C49FBBA9-D16C-BF25-E347-9202B80E6E18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40" creationId="{126BDE85-9D72-45F5-F828-5661E8A3FB33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41" creationId="{91BA3079-76EF-FE0C-31DE-30C1BD264252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42" creationId="{89FA746C-1400-64E8-8A1F-3CF99B6CE3C3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43" creationId="{D9088A98-FCBD-5F28-EB9E-11A06C111E66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44" creationId="{636A836D-7A8F-5386-1519-856577071E93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45" creationId="{B93BD9ED-BC86-159B-27EA-A9E3584A00F7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46" creationId="{33161CD8-9469-8D9C-8B31-E9F9611923C1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47" creationId="{B73476E9-E57C-C813-A95E-449ED2570997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48" creationId="{F308ED40-6E80-C5EB-3DE8-DD859A45866E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49" creationId="{FC8AD904-FD82-6D6A-3FBD-43300051D6A3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50" creationId="{A02DA2CA-66D7-647D-A296-A5D10FDDA51B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51" creationId="{84E8D56F-E621-6F77-DCBA-8787FC305D8B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52" creationId="{A4553E04-18AD-0003-F303-F91D7532FDED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53" creationId="{F62682F3-05E4-0E79-C390-789985A5ABB2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54" creationId="{94F1959C-20E8-9B0B-1612-BC8C1DACD4B5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55" creationId="{91EA0836-90F9-7FCE-852B-2705EC0BE0E3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56" creationId="{117770C6-0078-1193-53A3-C6FE5BECB13A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57" creationId="{B8DBF137-5290-C3EA-3E0C-6923BD03C53F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58" creationId="{376567CA-23E5-91E4-40B7-B233B8233AF9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59" creationId="{E3759D1F-7CD0-2B29-00DB-4E41B7F30197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60" creationId="{A525C62D-6C7C-A627-FA5E-DFF511AB3CC1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61" creationId="{6AC4B503-AE67-3470-4262-A8089BDF3A2D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62" creationId="{608D83EF-4A30-E3FF-400C-FB22A8C4F716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63" creationId="{5C67A105-D85F-8C18-5B3D-AACCCC0FE5CC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64" creationId="{648B98B1-7490-C9B1-7F1B-2E88A7880D6D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65" creationId="{F4A6761F-6B19-569C-B14F-5B904B0196A5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66" creationId="{79EA4E3D-AB91-5449-D137-2E28A09415D2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67" creationId="{1E442CD7-F3EB-2EFA-4E2E-C8A40A32578C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68" creationId="{0135E36A-B35B-7B99-B8B3-6C871E49B657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69" creationId="{DC4560D6-CA27-0A37-95CC-6D5091505919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70" creationId="{1748420E-FC5F-AED0-5CDA-9542A796DCD8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71" creationId="{286EE8B9-A001-EFA3-98C4-F423D0CF6263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72" creationId="{4BB0EF09-E840-0A6E-74D2-0AB11E5E412D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73" creationId="{22913C2E-C5C2-E90F-CF19-874E58F58800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74" creationId="{A781C158-F68D-B976-03E3-4DB54381EF0C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75" creationId="{3C2067E1-2277-28D8-6253-3C99EB086E76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76" creationId="{CCD8050E-227C-1DB6-7F84-A5CC0EA90CCA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77" creationId="{9DB31934-CBC9-B24F-83A7-8BA37866558D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78" creationId="{10F153E9-A4BC-E448-2AE5-9198DB171264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79" creationId="{49742423-177F-1A43-4665-252BBB2CB8F8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80" creationId="{E38594CD-2A3F-9518-A2DD-511C54D48183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81" creationId="{8DB55244-1089-3AE2-E46C-B437581B65E5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82" creationId="{14332094-D114-79C6-6871-57E517017FDE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83" creationId="{22242488-CED9-952C-865B-EA9CDA6059D4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84" creationId="{062843A7-33A3-3B5F-5991-F407C381605E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89" creationId="{63556803-756B-42B7-384E-B10F79704E2D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90" creationId="{032CF0BD-9393-B4F5-104C-D4F57A4E6490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91" creationId="{FEAB2F9C-E3AF-30C4-05E6-877AFDBF511B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92" creationId="{026E62CD-B380-E6A2-75B8-D2A115AFDD89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93" creationId="{A55EB921-4145-1CF8-E2DE-E77234F4E8E8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94" creationId="{84C38512-787E-EBE7-7081-0994E9DF707B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95" creationId="{6DD924E1-2673-3C81-F704-C23774D5CD3D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96" creationId="{14072E88-4BAE-FCBB-87F5-D306CB10668B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97" creationId="{9EBA93C7-29B7-70BF-74A5-E3F16593EC1D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98" creationId="{C3A8F9B5-74D7-0770-C5A3-2DD24D422724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99" creationId="{63FFBEC5-77B8-2901-9B10-61EE2ADDB999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100" creationId="{584C19F9-281B-A9E6-2F52-C55E3347180E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101" creationId="{C2AB1D6B-B06A-B294-A2D1-B806DC72F8A6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102" creationId="{77C4A38E-5DC0-CF39-34DA-85015CE0B2BB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103" creationId="{2FA58C98-F743-C463-5E5D-592CC044EA70}"/>
          </ac:spMkLst>
        </pc:spChg>
        <pc:spChg chg="add">
          <ac:chgData name="Ryan Stopczynski" userId="S::stopczynski@usf.edu::ce79a5e6-cea1-43cd-b7f0-3e1ae3579b25" providerId="AD" clId="Web-{F9CD5AAE-B28B-4ABC-9A0E-1FB8754AAF59}" dt="2024-11-17T17:32:32.065" v="8"/>
          <ac:spMkLst>
            <pc:docMk/>
            <pc:sldMk cId="2462625514" sldId="307"/>
            <ac:spMk id="104" creationId="{8CF41975-5E84-D89A-603B-1D65B1CC5B05}"/>
          </ac:spMkLst>
        </pc:spChg>
        <pc:grpChg chg="add del mod">
          <ac:chgData name="Ryan Stopczynski" userId="S::stopczynski@usf.edu::ce79a5e6-cea1-43cd-b7f0-3e1ae3579b25" providerId="AD" clId="Web-{F9CD5AAE-B28B-4ABC-9A0E-1FB8754AAF59}" dt="2024-11-17T17:32:50.581" v="13"/>
          <ac:grpSpMkLst>
            <pc:docMk/>
            <pc:sldMk cId="2462625514" sldId="307"/>
            <ac:grpSpMk id="2" creationId="{5CB041AB-8279-15F7-36FA-7D9D6F4C5FD4}"/>
          </ac:grpSpMkLst>
        </pc:grpChg>
        <pc:grpChg chg="add">
          <ac:chgData name="Ryan Stopczynski" userId="S::stopczynski@usf.edu::ce79a5e6-cea1-43cd-b7f0-3e1ae3579b25" providerId="AD" clId="Web-{F9CD5AAE-B28B-4ABC-9A0E-1FB8754AAF59}" dt="2024-11-17T17:32:32.065" v="8"/>
          <ac:grpSpMkLst>
            <pc:docMk/>
            <pc:sldMk cId="2462625514" sldId="307"/>
            <ac:grpSpMk id="85" creationId="{5214D9D6-2A9E-EF56-421C-FEAFE769BD08}"/>
          </ac:grpSpMkLst>
        </pc:grpChg>
        <pc:grpChg chg="add">
          <ac:chgData name="Ryan Stopczynski" userId="S::stopczynski@usf.edu::ce79a5e6-cea1-43cd-b7f0-3e1ae3579b25" providerId="AD" clId="Web-{F9CD5AAE-B28B-4ABC-9A0E-1FB8754AAF59}" dt="2024-11-17T17:32:32.065" v="8"/>
          <ac:grpSpMkLst>
            <pc:docMk/>
            <pc:sldMk cId="2462625514" sldId="307"/>
            <ac:grpSpMk id="86" creationId="{34984473-08E6-2C3C-4C4F-0AAF89163E90}"/>
          </ac:grpSpMkLst>
        </pc:grpChg>
        <pc:grpChg chg="add">
          <ac:chgData name="Ryan Stopczynski" userId="S::stopczynski@usf.edu::ce79a5e6-cea1-43cd-b7f0-3e1ae3579b25" providerId="AD" clId="Web-{F9CD5AAE-B28B-4ABC-9A0E-1FB8754AAF59}" dt="2024-11-17T17:32:32.065" v="8"/>
          <ac:grpSpMkLst>
            <pc:docMk/>
            <pc:sldMk cId="2462625514" sldId="307"/>
            <ac:grpSpMk id="87" creationId="{544B646C-A276-9B61-120A-2E9D54C89F3C}"/>
          </ac:grpSpMkLst>
        </pc:grpChg>
        <pc:grpChg chg="add">
          <ac:chgData name="Ryan Stopczynski" userId="S::stopczynski@usf.edu::ce79a5e6-cea1-43cd-b7f0-3e1ae3579b25" providerId="AD" clId="Web-{F9CD5AAE-B28B-4ABC-9A0E-1FB8754AAF59}" dt="2024-11-17T17:32:32.065" v="8"/>
          <ac:grpSpMkLst>
            <pc:docMk/>
            <pc:sldMk cId="2462625514" sldId="307"/>
            <ac:grpSpMk id="88" creationId="{F32A4690-9388-F171-1428-451FB47E5338}"/>
          </ac:grpSpMkLst>
        </pc:grpChg>
      </pc:sldChg>
      <pc:sldChg chg="del modTransition">
        <pc:chgData name="Ryan Stopczynski" userId="S::stopczynski@usf.edu::ce79a5e6-cea1-43cd-b7f0-3e1ae3579b25" providerId="AD" clId="Web-{F9CD5AAE-B28B-4ABC-9A0E-1FB8754AAF59}" dt="2024-11-17T17:45:12.847" v="75"/>
        <pc:sldMkLst>
          <pc:docMk/>
          <pc:sldMk cId="1168346162" sldId="308"/>
        </pc:sldMkLst>
      </pc:sldChg>
      <pc:sldChg chg="addSp delSp modSp modTransition">
        <pc:chgData name="Ryan Stopczynski" userId="S::stopczynski@usf.edu::ce79a5e6-cea1-43cd-b7f0-3e1ae3579b25" providerId="AD" clId="Web-{F9CD5AAE-B28B-4ABC-9A0E-1FB8754AAF59}" dt="2024-11-17T17:34:47.396" v="16"/>
        <pc:sldMkLst>
          <pc:docMk/>
          <pc:sldMk cId="12269202" sldId="309"/>
        </pc:sldMkLst>
        <pc:grpChg chg="add del mod">
          <ac:chgData name="Ryan Stopczynski" userId="S::stopczynski@usf.edu::ce79a5e6-cea1-43cd-b7f0-3e1ae3579b25" providerId="AD" clId="Web-{F9CD5AAE-B28B-4ABC-9A0E-1FB8754AAF59}" dt="2024-11-17T17:32:15.846" v="7"/>
          <ac:grpSpMkLst>
            <pc:docMk/>
            <pc:sldMk cId="12269202" sldId="309"/>
            <ac:grpSpMk id="105" creationId="{5CB041AB-8279-15F7-36FA-7D9D6F4C5FD4}"/>
          </ac:grpSpMkLst>
        </pc:grpChg>
      </pc:sldChg>
      <pc:sldChg chg="delSp modSp modTransition">
        <pc:chgData name="Ryan Stopczynski" userId="S::stopczynski@usf.edu::ce79a5e6-cea1-43cd-b7f0-3e1ae3579b25" providerId="AD" clId="Web-{F9CD5AAE-B28B-4ABC-9A0E-1FB8754AAF59}" dt="2024-11-17T17:38:32.385" v="23" actId="20577"/>
        <pc:sldMkLst>
          <pc:docMk/>
          <pc:sldMk cId="385028134" sldId="310"/>
        </pc:sldMkLst>
        <pc:spChg chg="mod">
          <ac:chgData name="Ryan Stopczynski" userId="S::stopczynski@usf.edu::ce79a5e6-cea1-43cd-b7f0-3e1ae3579b25" providerId="AD" clId="Web-{F9CD5AAE-B28B-4ABC-9A0E-1FB8754AAF59}" dt="2024-11-17T17:38:32.385" v="23" actId="20577"/>
          <ac:spMkLst>
            <pc:docMk/>
            <pc:sldMk cId="385028134" sldId="310"/>
            <ac:spMk id="3" creationId="{159D14D9-912C-53BD-8792-61984A7CA485}"/>
          </ac:spMkLst>
        </pc:spChg>
        <pc:grpChg chg="del">
          <ac:chgData name="Ryan Stopczynski" userId="S::stopczynski@usf.edu::ce79a5e6-cea1-43cd-b7f0-3e1ae3579b25" providerId="AD" clId="Web-{F9CD5AAE-B28B-4ABC-9A0E-1FB8754AAF59}" dt="2024-11-17T17:31:13.782" v="2"/>
          <ac:grpSpMkLst>
            <pc:docMk/>
            <pc:sldMk cId="385028134" sldId="310"/>
            <ac:grpSpMk id="36" creationId="{5F5EDAD4-B49A-2E75-880B-7E43740726B9}"/>
          </ac:grpSpMkLst>
        </pc:grpChg>
      </pc:sldChg>
      <pc:sldMasterChg chg="modTransition modSldLayout">
        <pc:chgData name="Ryan Stopczynski" userId="S::stopczynski@usf.edu::ce79a5e6-cea1-43cd-b7f0-3e1ae3579b25" providerId="AD" clId="Web-{F9CD5AAE-B28B-4ABC-9A0E-1FB8754AAF59}" dt="2024-11-17T17:34:47.396" v="16"/>
        <pc:sldMasterMkLst>
          <pc:docMk/>
          <pc:sldMasterMk cId="0" sldId="2147483660"/>
        </pc:sldMasterMkLst>
        <pc:sldLayoutChg chg="modTransition">
          <pc:chgData name="Ryan Stopczynski" userId="S::stopczynski@usf.edu::ce79a5e6-cea1-43cd-b7f0-3e1ae3579b25" providerId="AD" clId="Web-{F9CD5AAE-B28B-4ABC-9A0E-1FB8754AAF59}" dt="2024-11-17T17:34:47.396" v="16"/>
          <pc:sldLayoutMkLst>
            <pc:docMk/>
            <pc:sldMasterMk cId="0" sldId="2147483660"/>
            <pc:sldLayoutMk cId="0" sldId="2147483648"/>
          </pc:sldLayoutMkLst>
        </pc:sldLayoutChg>
        <pc:sldLayoutChg chg="modTransition">
          <pc:chgData name="Ryan Stopczynski" userId="S::stopczynski@usf.edu::ce79a5e6-cea1-43cd-b7f0-3e1ae3579b25" providerId="AD" clId="Web-{F9CD5AAE-B28B-4ABC-9A0E-1FB8754AAF59}" dt="2024-11-17T17:34:47.396" v="16"/>
          <pc:sldLayoutMkLst>
            <pc:docMk/>
            <pc:sldMasterMk cId="0" sldId="2147483660"/>
            <pc:sldLayoutMk cId="0" sldId="2147483649"/>
          </pc:sldLayoutMkLst>
        </pc:sldLayoutChg>
        <pc:sldLayoutChg chg="modTransition">
          <pc:chgData name="Ryan Stopczynski" userId="S::stopczynski@usf.edu::ce79a5e6-cea1-43cd-b7f0-3e1ae3579b25" providerId="AD" clId="Web-{F9CD5AAE-B28B-4ABC-9A0E-1FB8754AAF59}" dt="2024-11-17T17:34:47.396" v="16"/>
          <pc:sldLayoutMkLst>
            <pc:docMk/>
            <pc:sldMasterMk cId="0" sldId="2147483660"/>
            <pc:sldLayoutMk cId="0" sldId="2147483651"/>
          </pc:sldLayoutMkLst>
        </pc:sldLayoutChg>
        <pc:sldLayoutChg chg="modTransition">
          <pc:chgData name="Ryan Stopczynski" userId="S::stopczynski@usf.edu::ce79a5e6-cea1-43cd-b7f0-3e1ae3579b25" providerId="AD" clId="Web-{F9CD5AAE-B28B-4ABC-9A0E-1FB8754AAF59}" dt="2024-11-17T17:34:47.396" v="16"/>
          <pc:sldLayoutMkLst>
            <pc:docMk/>
            <pc:sldMasterMk cId="0" sldId="2147483660"/>
            <pc:sldLayoutMk cId="0" sldId="2147483652"/>
          </pc:sldLayoutMkLst>
        </pc:sldLayoutChg>
        <pc:sldLayoutChg chg="modTransition">
          <pc:chgData name="Ryan Stopczynski" userId="S::stopczynski@usf.edu::ce79a5e6-cea1-43cd-b7f0-3e1ae3579b25" providerId="AD" clId="Web-{F9CD5AAE-B28B-4ABC-9A0E-1FB8754AAF59}" dt="2024-11-17T17:34:47.396" v="16"/>
          <pc:sldLayoutMkLst>
            <pc:docMk/>
            <pc:sldMasterMk cId="0" sldId="2147483660"/>
            <pc:sldLayoutMk cId="0" sldId="2147483653"/>
          </pc:sldLayoutMkLst>
        </pc:sldLayoutChg>
        <pc:sldLayoutChg chg="modTransition">
          <pc:chgData name="Ryan Stopczynski" userId="S::stopczynski@usf.edu::ce79a5e6-cea1-43cd-b7f0-3e1ae3579b25" providerId="AD" clId="Web-{F9CD5AAE-B28B-4ABC-9A0E-1FB8754AAF59}" dt="2024-11-17T17:34:47.396" v="16"/>
          <pc:sldLayoutMkLst>
            <pc:docMk/>
            <pc:sldMasterMk cId="0" sldId="2147483660"/>
            <pc:sldLayoutMk cId="0" sldId="2147483655"/>
          </pc:sldLayoutMkLst>
        </pc:sldLayoutChg>
        <pc:sldLayoutChg chg="modTransition">
          <pc:chgData name="Ryan Stopczynski" userId="S::stopczynski@usf.edu::ce79a5e6-cea1-43cd-b7f0-3e1ae3579b25" providerId="AD" clId="Web-{F9CD5AAE-B28B-4ABC-9A0E-1FB8754AAF59}" dt="2024-11-17T17:34:47.396" v="16"/>
          <pc:sldLayoutMkLst>
            <pc:docMk/>
            <pc:sldMasterMk cId="0" sldId="2147483660"/>
            <pc:sldLayoutMk cId="0" sldId="2147483656"/>
          </pc:sldLayoutMkLst>
        </pc:sldLayoutChg>
        <pc:sldLayoutChg chg="modTransition">
          <pc:chgData name="Ryan Stopczynski" userId="S::stopczynski@usf.edu::ce79a5e6-cea1-43cd-b7f0-3e1ae3579b25" providerId="AD" clId="Web-{F9CD5AAE-B28B-4ABC-9A0E-1FB8754AAF59}" dt="2024-11-17T17:34:47.396" v="16"/>
          <pc:sldLayoutMkLst>
            <pc:docMk/>
            <pc:sldMasterMk cId="0" sldId="2147483660"/>
            <pc:sldLayoutMk cId="0" sldId="2147483657"/>
          </pc:sldLayoutMkLst>
        </pc:sldLayoutChg>
        <pc:sldLayoutChg chg="modTransition">
          <pc:chgData name="Ryan Stopczynski" userId="S::stopczynski@usf.edu::ce79a5e6-cea1-43cd-b7f0-3e1ae3579b25" providerId="AD" clId="Web-{F9CD5AAE-B28B-4ABC-9A0E-1FB8754AAF59}" dt="2024-11-17T17:34:47.396" v="16"/>
          <pc:sldLayoutMkLst>
            <pc:docMk/>
            <pc:sldMasterMk cId="0" sldId="2147483660"/>
            <pc:sldLayoutMk cId="0" sldId="2147483658"/>
          </pc:sldLayoutMkLst>
        </pc:sldLayoutChg>
      </pc:sldMasterChg>
      <pc:sldMasterChg chg="modTransition modSldLayout">
        <pc:chgData name="Ryan Stopczynski" userId="S::stopczynski@usf.edu::ce79a5e6-cea1-43cd-b7f0-3e1ae3579b25" providerId="AD" clId="Web-{F9CD5AAE-B28B-4ABC-9A0E-1FB8754AAF59}" dt="2024-11-17T17:34:47.396" v="16"/>
        <pc:sldMasterMkLst>
          <pc:docMk/>
          <pc:sldMasterMk cId="0" sldId="2147483661"/>
        </pc:sldMasterMkLst>
        <pc:sldLayoutChg chg="modTransition">
          <pc:chgData name="Ryan Stopczynski" userId="S::stopczynski@usf.edu::ce79a5e6-cea1-43cd-b7f0-3e1ae3579b25" providerId="AD" clId="Web-{F9CD5AAE-B28B-4ABC-9A0E-1FB8754AAF59}" dt="2024-11-17T17:34:47.396" v="16"/>
          <pc:sldLayoutMkLst>
            <pc:docMk/>
            <pc:sldMasterMk cId="0" sldId="2147483661"/>
            <pc:sldLayoutMk cId="0" sldId="2147483659"/>
          </pc:sldLayoutMkLst>
        </pc:sldLayoutChg>
      </pc:sldMasterChg>
    </pc:docChg>
  </pc:docChgLst>
  <pc:docChgLst>
    <pc:chgData name="Ryan Stopczynski" userId="S::stopczynski@usf.edu::ce79a5e6-cea1-43cd-b7f0-3e1ae3579b25" providerId="AD" clId="Web-{586C7D29-1E3E-4946-9F7A-C2AC0BE53CB5}"/>
    <pc:docChg chg="addSld modSld">
      <pc:chgData name="Ryan Stopczynski" userId="S::stopczynski@usf.edu::ce79a5e6-cea1-43cd-b7f0-3e1ae3579b25" providerId="AD" clId="Web-{586C7D29-1E3E-4946-9F7A-C2AC0BE53CB5}" dt="2024-11-16T18:16:38.119" v="103" actId="20577"/>
      <pc:docMkLst>
        <pc:docMk/>
      </pc:docMkLst>
      <pc:sldChg chg="modSp">
        <pc:chgData name="Ryan Stopczynski" userId="S::stopczynski@usf.edu::ce79a5e6-cea1-43cd-b7f0-3e1ae3579b25" providerId="AD" clId="Web-{586C7D29-1E3E-4946-9F7A-C2AC0BE53CB5}" dt="2024-11-16T18:14:35.084" v="2" actId="1076"/>
        <pc:sldMkLst>
          <pc:docMk/>
          <pc:sldMk cId="0" sldId="269"/>
        </pc:sldMkLst>
        <pc:spChg chg="mod">
          <ac:chgData name="Ryan Stopczynski" userId="S::stopczynski@usf.edu::ce79a5e6-cea1-43cd-b7f0-3e1ae3579b25" providerId="AD" clId="Web-{586C7D29-1E3E-4946-9F7A-C2AC0BE53CB5}" dt="2024-11-16T18:14:19.880" v="0" actId="1076"/>
          <ac:spMkLst>
            <pc:docMk/>
            <pc:sldMk cId="0" sldId="269"/>
            <ac:spMk id="1548" creationId="{00000000-0000-0000-0000-000000000000}"/>
          </ac:spMkLst>
        </pc:spChg>
        <pc:spChg chg="mod">
          <ac:chgData name="Ryan Stopczynski" userId="S::stopczynski@usf.edu::ce79a5e6-cea1-43cd-b7f0-3e1ae3579b25" providerId="AD" clId="Web-{586C7D29-1E3E-4946-9F7A-C2AC0BE53CB5}" dt="2024-11-16T18:14:35.084" v="2" actId="1076"/>
          <ac:spMkLst>
            <pc:docMk/>
            <pc:sldMk cId="0" sldId="269"/>
            <ac:spMk id="1553" creationId="{00000000-0000-0000-0000-000000000000}"/>
          </ac:spMkLst>
        </pc:spChg>
        <pc:spChg chg="mod">
          <ac:chgData name="Ryan Stopczynski" userId="S::stopczynski@usf.edu::ce79a5e6-cea1-43cd-b7f0-3e1ae3579b25" providerId="AD" clId="Web-{586C7D29-1E3E-4946-9F7A-C2AC0BE53CB5}" dt="2024-11-16T18:14:25.506" v="1" actId="1076"/>
          <ac:spMkLst>
            <pc:docMk/>
            <pc:sldMk cId="0" sldId="269"/>
            <ac:spMk id="1563" creationId="{00000000-0000-0000-0000-000000000000}"/>
          </ac:spMkLst>
        </pc:spChg>
      </pc:sldChg>
      <pc:sldChg chg="modSp">
        <pc:chgData name="Ryan Stopczynski" userId="S::stopczynski@usf.edu::ce79a5e6-cea1-43cd-b7f0-3e1ae3579b25" providerId="AD" clId="Web-{586C7D29-1E3E-4946-9F7A-C2AC0BE53CB5}" dt="2024-11-16T18:15:00.772" v="42"/>
        <pc:sldMkLst>
          <pc:docMk/>
          <pc:sldMk cId="0" sldId="281"/>
        </pc:sldMkLst>
        <pc:graphicFrameChg chg="mod modGraphic">
          <ac:chgData name="Ryan Stopczynski" userId="S::stopczynski@usf.edu::ce79a5e6-cea1-43cd-b7f0-3e1ae3579b25" providerId="AD" clId="Web-{586C7D29-1E3E-4946-9F7A-C2AC0BE53CB5}" dt="2024-11-16T18:15:00.772" v="42"/>
          <ac:graphicFrameMkLst>
            <pc:docMk/>
            <pc:sldMk cId="0" sldId="281"/>
            <ac:graphicFrameMk id="3" creationId="{5B70A093-9069-5E43-6CFF-D5BE1DE4EE7B}"/>
          </ac:graphicFrameMkLst>
        </pc:graphicFrameChg>
      </pc:sldChg>
      <pc:sldChg chg="modSp new">
        <pc:chgData name="Ryan Stopczynski" userId="S::stopczynski@usf.edu::ce79a5e6-cea1-43cd-b7f0-3e1ae3579b25" providerId="AD" clId="Web-{586C7D29-1E3E-4946-9F7A-C2AC0BE53CB5}" dt="2024-11-16T18:16:04.712" v="53" actId="20577"/>
        <pc:sldMkLst>
          <pc:docMk/>
          <pc:sldMk cId="1440532934" sldId="291"/>
        </pc:sldMkLst>
        <pc:spChg chg="mod">
          <ac:chgData name="Ryan Stopczynski" userId="S::stopczynski@usf.edu::ce79a5e6-cea1-43cd-b7f0-3e1ae3579b25" providerId="AD" clId="Web-{586C7D29-1E3E-4946-9F7A-C2AC0BE53CB5}" dt="2024-11-16T18:16:04.712" v="53" actId="20577"/>
          <ac:spMkLst>
            <pc:docMk/>
            <pc:sldMk cId="1440532934" sldId="291"/>
            <ac:spMk id="2" creationId="{058A98E8-1D72-DB5F-6769-4A525A30FF4C}"/>
          </ac:spMkLst>
        </pc:spChg>
      </pc:sldChg>
      <pc:sldChg chg="modSp add replId">
        <pc:chgData name="Ryan Stopczynski" userId="S::stopczynski@usf.edu::ce79a5e6-cea1-43cd-b7f0-3e1ae3579b25" providerId="AD" clId="Web-{586C7D29-1E3E-4946-9F7A-C2AC0BE53CB5}" dt="2024-11-16T18:16:17.759" v="68" actId="20577"/>
        <pc:sldMkLst>
          <pc:docMk/>
          <pc:sldMk cId="135140530" sldId="292"/>
        </pc:sldMkLst>
        <pc:spChg chg="mod">
          <ac:chgData name="Ryan Stopczynski" userId="S::stopczynski@usf.edu::ce79a5e6-cea1-43cd-b7f0-3e1ae3579b25" providerId="AD" clId="Web-{586C7D29-1E3E-4946-9F7A-C2AC0BE53CB5}" dt="2024-11-16T18:16:17.759" v="68" actId="20577"/>
          <ac:spMkLst>
            <pc:docMk/>
            <pc:sldMk cId="135140530" sldId="292"/>
            <ac:spMk id="2" creationId="{058A98E8-1D72-DB5F-6769-4A525A30FF4C}"/>
          </ac:spMkLst>
        </pc:spChg>
      </pc:sldChg>
      <pc:sldChg chg="modSp add replId">
        <pc:chgData name="Ryan Stopczynski" userId="S::stopczynski@usf.edu::ce79a5e6-cea1-43cd-b7f0-3e1ae3579b25" providerId="AD" clId="Web-{586C7D29-1E3E-4946-9F7A-C2AC0BE53CB5}" dt="2024-11-16T18:16:26.119" v="77" actId="20577"/>
        <pc:sldMkLst>
          <pc:docMk/>
          <pc:sldMk cId="1408757961" sldId="293"/>
        </pc:sldMkLst>
        <pc:spChg chg="mod">
          <ac:chgData name="Ryan Stopczynski" userId="S::stopczynski@usf.edu::ce79a5e6-cea1-43cd-b7f0-3e1ae3579b25" providerId="AD" clId="Web-{586C7D29-1E3E-4946-9F7A-C2AC0BE53CB5}" dt="2024-11-16T18:16:26.119" v="77" actId="20577"/>
          <ac:spMkLst>
            <pc:docMk/>
            <pc:sldMk cId="1408757961" sldId="293"/>
            <ac:spMk id="2" creationId="{058A98E8-1D72-DB5F-6769-4A525A30FF4C}"/>
          </ac:spMkLst>
        </pc:spChg>
      </pc:sldChg>
      <pc:sldChg chg="modSp add replId">
        <pc:chgData name="Ryan Stopczynski" userId="S::stopczynski@usf.edu::ce79a5e6-cea1-43cd-b7f0-3e1ae3579b25" providerId="AD" clId="Web-{586C7D29-1E3E-4946-9F7A-C2AC0BE53CB5}" dt="2024-11-16T18:16:38.119" v="103" actId="20577"/>
        <pc:sldMkLst>
          <pc:docMk/>
          <pc:sldMk cId="2108009472" sldId="294"/>
        </pc:sldMkLst>
        <pc:spChg chg="mod">
          <ac:chgData name="Ryan Stopczynski" userId="S::stopczynski@usf.edu::ce79a5e6-cea1-43cd-b7f0-3e1ae3579b25" providerId="AD" clId="Web-{586C7D29-1E3E-4946-9F7A-C2AC0BE53CB5}" dt="2024-11-16T18:16:38.119" v="103" actId="20577"/>
          <ac:spMkLst>
            <pc:docMk/>
            <pc:sldMk cId="2108009472" sldId="294"/>
            <ac:spMk id="2" creationId="{058A98E8-1D72-DB5F-6769-4A525A30FF4C}"/>
          </ac:spMkLst>
        </pc:spChg>
      </pc:sldChg>
    </pc:docChg>
  </pc:docChgLst>
  <pc:docChgLst>
    <pc:chgData name="Kai Quander" userId="S::kquander@usf.edu::63361733-195f-4e8d-8d9c-8edab3c37058" providerId="AD" clId="Web-{1DEC3323-2974-7D7D-CE5A-BA2637922DA8}"/>
    <pc:docChg chg="addSld modSld sldOrd">
      <pc:chgData name="Kai Quander" userId="S::kquander@usf.edu::63361733-195f-4e8d-8d9c-8edab3c37058" providerId="AD" clId="Web-{1DEC3323-2974-7D7D-CE5A-BA2637922DA8}" dt="2024-11-17T17:23:27.607" v="482"/>
      <pc:docMkLst>
        <pc:docMk/>
      </pc:docMkLst>
      <pc:sldChg chg="modSp">
        <pc:chgData name="Kai Quander" userId="S::kquander@usf.edu::63361733-195f-4e8d-8d9c-8edab3c37058" providerId="AD" clId="Web-{1DEC3323-2974-7D7D-CE5A-BA2637922DA8}" dt="2024-11-17T16:11:18.006" v="142" actId="20577"/>
        <pc:sldMkLst>
          <pc:docMk/>
          <pc:sldMk cId="1408757961" sldId="293"/>
        </pc:sldMkLst>
        <pc:spChg chg="mod">
          <ac:chgData name="Kai Quander" userId="S::kquander@usf.edu::63361733-195f-4e8d-8d9c-8edab3c37058" providerId="AD" clId="Web-{1DEC3323-2974-7D7D-CE5A-BA2637922DA8}" dt="2024-11-17T16:06:54.513" v="95" actId="1076"/>
          <ac:spMkLst>
            <pc:docMk/>
            <pc:sldMk cId="1408757961" sldId="293"/>
            <ac:spMk id="2" creationId="{058A98E8-1D72-DB5F-6769-4A525A30FF4C}"/>
          </ac:spMkLst>
        </pc:spChg>
        <pc:spChg chg="mod">
          <ac:chgData name="Kai Quander" userId="S::kquander@usf.edu::63361733-195f-4e8d-8d9c-8edab3c37058" providerId="AD" clId="Web-{1DEC3323-2974-7D7D-CE5A-BA2637922DA8}" dt="2024-11-17T16:08:48.813" v="116" actId="20577"/>
          <ac:spMkLst>
            <pc:docMk/>
            <pc:sldMk cId="1408757961" sldId="293"/>
            <ac:spMk id="66" creationId="{7464435F-6D37-E129-EED3-AA783B3030A9}"/>
          </ac:spMkLst>
        </pc:spChg>
        <pc:spChg chg="mod">
          <ac:chgData name="Kai Quander" userId="S::kquander@usf.edu::63361733-195f-4e8d-8d9c-8edab3c37058" providerId="AD" clId="Web-{1DEC3323-2974-7D7D-CE5A-BA2637922DA8}" dt="2024-11-17T16:10:19.240" v="129" actId="20577"/>
          <ac:spMkLst>
            <pc:docMk/>
            <pc:sldMk cId="1408757961" sldId="293"/>
            <ac:spMk id="67" creationId="{E62F663E-26A6-62DE-1D70-BB61CB2BCDFB}"/>
          </ac:spMkLst>
        </pc:spChg>
        <pc:spChg chg="mod">
          <ac:chgData name="Kai Quander" userId="S::kquander@usf.edu::63361733-195f-4e8d-8d9c-8edab3c37058" providerId="AD" clId="Web-{1DEC3323-2974-7D7D-CE5A-BA2637922DA8}" dt="2024-11-17T16:08:53.956" v="117" actId="20577"/>
          <ac:spMkLst>
            <pc:docMk/>
            <pc:sldMk cId="1408757961" sldId="293"/>
            <ac:spMk id="97" creationId="{3AE70E79-9F18-AF06-9B52-CEEEB942102F}"/>
          </ac:spMkLst>
        </pc:spChg>
        <pc:spChg chg="mod">
          <ac:chgData name="Kai Quander" userId="S::kquander@usf.edu::63361733-195f-4e8d-8d9c-8edab3c37058" providerId="AD" clId="Web-{1DEC3323-2974-7D7D-CE5A-BA2637922DA8}" dt="2024-11-17T16:10:06.630" v="127" actId="20577"/>
          <ac:spMkLst>
            <pc:docMk/>
            <pc:sldMk cId="1408757961" sldId="293"/>
            <ac:spMk id="98" creationId="{56C3A2CA-998B-E704-1069-467DDB484DAC}"/>
          </ac:spMkLst>
        </pc:spChg>
        <pc:spChg chg="mod">
          <ac:chgData name="Kai Quander" userId="S::kquander@usf.edu::63361733-195f-4e8d-8d9c-8edab3c37058" providerId="AD" clId="Web-{1DEC3323-2974-7D7D-CE5A-BA2637922DA8}" dt="2024-11-17T16:11:06.834" v="139" actId="20577"/>
          <ac:spMkLst>
            <pc:docMk/>
            <pc:sldMk cId="1408757961" sldId="293"/>
            <ac:spMk id="104" creationId="{E2A3C423-38C1-4E71-BD1D-A2803C3CC6D0}"/>
          </ac:spMkLst>
        </pc:spChg>
        <pc:spChg chg="mod">
          <ac:chgData name="Kai Quander" userId="S::kquander@usf.edu::63361733-195f-4e8d-8d9c-8edab3c37058" providerId="AD" clId="Web-{1DEC3323-2974-7D7D-CE5A-BA2637922DA8}" dt="2024-11-17T16:11:18.006" v="142" actId="20577"/>
          <ac:spMkLst>
            <pc:docMk/>
            <pc:sldMk cId="1408757961" sldId="293"/>
            <ac:spMk id="105" creationId="{27479EFF-3A34-29C0-1ED6-7BDAD6055433}"/>
          </ac:spMkLst>
        </pc:spChg>
        <pc:grpChg chg="mod">
          <ac:chgData name="Kai Quander" userId="S::kquander@usf.edu::63361733-195f-4e8d-8d9c-8edab3c37058" providerId="AD" clId="Web-{1DEC3323-2974-7D7D-CE5A-BA2637922DA8}" dt="2024-11-17T16:06:54.638" v="96" actId="1076"/>
          <ac:grpSpMkLst>
            <pc:docMk/>
            <pc:sldMk cId="1408757961" sldId="293"/>
            <ac:grpSpMk id="61" creationId="{C82136FD-F423-9666-6CF3-1EBBC0C7A139}"/>
          </ac:grpSpMkLst>
        </pc:grpChg>
        <pc:grpChg chg="mod">
          <ac:chgData name="Kai Quander" userId="S::kquander@usf.edu::63361733-195f-4e8d-8d9c-8edab3c37058" providerId="AD" clId="Web-{1DEC3323-2974-7D7D-CE5A-BA2637922DA8}" dt="2024-11-17T16:06:54.685" v="97" actId="1076"/>
          <ac:grpSpMkLst>
            <pc:docMk/>
            <pc:sldMk cId="1408757961" sldId="293"/>
            <ac:grpSpMk id="68" creationId="{50D0C7AA-358F-3645-2549-B31CBC24D83B}"/>
          </ac:grpSpMkLst>
        </pc:grpChg>
        <pc:grpChg chg="mod">
          <ac:chgData name="Kai Quander" userId="S::kquander@usf.edu::63361733-195f-4e8d-8d9c-8edab3c37058" providerId="AD" clId="Web-{1DEC3323-2974-7D7D-CE5A-BA2637922DA8}" dt="2024-11-17T16:06:54.732" v="98" actId="1076"/>
          <ac:grpSpMkLst>
            <pc:docMk/>
            <pc:sldMk cId="1408757961" sldId="293"/>
            <ac:grpSpMk id="92" creationId="{C7CDE9E7-EC21-BE94-F1DD-E8AC37959655}"/>
          </ac:grpSpMkLst>
        </pc:grpChg>
        <pc:grpChg chg="mod">
          <ac:chgData name="Kai Quander" userId="S::kquander@usf.edu::63361733-195f-4e8d-8d9c-8edab3c37058" providerId="AD" clId="Web-{1DEC3323-2974-7D7D-CE5A-BA2637922DA8}" dt="2024-11-17T16:07:17.373" v="108" actId="1076"/>
          <ac:grpSpMkLst>
            <pc:docMk/>
            <pc:sldMk cId="1408757961" sldId="293"/>
            <ac:grpSpMk id="99" creationId="{26D6D487-811A-8B2B-025D-16F3A52D871A}"/>
          </ac:grpSpMkLst>
        </pc:grpChg>
        <pc:grpChg chg="mod">
          <ac:chgData name="Kai Quander" userId="S::kquander@usf.edu::63361733-195f-4e8d-8d9c-8edab3c37058" providerId="AD" clId="Web-{1DEC3323-2974-7D7D-CE5A-BA2637922DA8}" dt="2024-11-17T16:06:54.795" v="100" actId="1076"/>
          <ac:grpSpMkLst>
            <pc:docMk/>
            <pc:sldMk cId="1408757961" sldId="293"/>
            <ac:grpSpMk id="106" creationId="{C01AA6A4-7333-5E3B-6CA3-8E5DAE4ACB0A}"/>
          </ac:grpSpMkLst>
        </pc:grpChg>
        <pc:grpChg chg="mod">
          <ac:chgData name="Kai Quander" userId="S::kquander@usf.edu::63361733-195f-4e8d-8d9c-8edab3c37058" providerId="AD" clId="Web-{1DEC3323-2974-7D7D-CE5A-BA2637922DA8}" dt="2024-11-17T16:06:54.841" v="101" actId="1076"/>
          <ac:grpSpMkLst>
            <pc:docMk/>
            <pc:sldMk cId="1408757961" sldId="293"/>
            <ac:grpSpMk id="121" creationId="{35DB53AA-35FE-F823-AF56-B1261E17E82F}"/>
          </ac:grpSpMkLst>
        </pc:grpChg>
        <pc:grpChg chg="mod">
          <ac:chgData name="Kai Quander" userId="S::kquander@usf.edu::63361733-195f-4e8d-8d9c-8edab3c37058" providerId="AD" clId="Web-{1DEC3323-2974-7D7D-CE5A-BA2637922DA8}" dt="2024-11-17T16:06:54.873" v="102" actId="1076"/>
          <ac:grpSpMkLst>
            <pc:docMk/>
            <pc:sldMk cId="1408757961" sldId="293"/>
            <ac:grpSpMk id="133" creationId="{A3F8A801-0265-183F-4259-7D9DEAFF0223}"/>
          </ac:grpSpMkLst>
        </pc:grpChg>
      </pc:sldChg>
      <pc:sldChg chg="addSp delSp modSp">
        <pc:chgData name="Kai Quander" userId="S::kquander@usf.edu::63361733-195f-4e8d-8d9c-8edab3c37058" providerId="AD" clId="Web-{1DEC3323-2974-7D7D-CE5A-BA2637922DA8}" dt="2024-11-17T16:32:39.956" v="481" actId="14100"/>
        <pc:sldMkLst>
          <pc:docMk/>
          <pc:sldMk cId="2108009472" sldId="294"/>
        </pc:sldMkLst>
        <pc:spChg chg="add del">
          <ac:chgData name="Kai Quander" userId="S::kquander@usf.edu::63361733-195f-4e8d-8d9c-8edab3c37058" providerId="AD" clId="Web-{1DEC3323-2974-7D7D-CE5A-BA2637922DA8}" dt="2024-11-17T16:20:01.080" v="281"/>
          <ac:spMkLst>
            <pc:docMk/>
            <pc:sldMk cId="2108009472" sldId="294"/>
            <ac:spMk id="85" creationId="{92023EC0-4272-8426-3691-66E632876B89}"/>
          </ac:spMkLst>
        </pc:spChg>
        <pc:spChg chg="add del">
          <ac:chgData name="Kai Quander" userId="S::kquander@usf.edu::63361733-195f-4e8d-8d9c-8edab3c37058" providerId="AD" clId="Web-{1DEC3323-2974-7D7D-CE5A-BA2637922DA8}" dt="2024-11-17T16:20:01.080" v="280"/>
          <ac:spMkLst>
            <pc:docMk/>
            <pc:sldMk cId="2108009472" sldId="294"/>
            <ac:spMk id="87" creationId="{F193667F-FED4-7D07-26AC-F041508458C3}"/>
          </ac:spMkLst>
        </pc:spChg>
        <pc:spChg chg="add del">
          <ac:chgData name="Kai Quander" userId="S::kquander@usf.edu::63361733-195f-4e8d-8d9c-8edab3c37058" providerId="AD" clId="Web-{1DEC3323-2974-7D7D-CE5A-BA2637922DA8}" dt="2024-11-17T16:20:01.080" v="279"/>
          <ac:spMkLst>
            <pc:docMk/>
            <pc:sldMk cId="2108009472" sldId="294"/>
            <ac:spMk id="89" creationId="{8C8FBCFB-8069-165D-5D91-F1BE551D7146}"/>
          </ac:spMkLst>
        </pc:spChg>
        <pc:spChg chg="add del">
          <ac:chgData name="Kai Quander" userId="S::kquander@usf.edu::63361733-195f-4e8d-8d9c-8edab3c37058" providerId="AD" clId="Web-{1DEC3323-2974-7D7D-CE5A-BA2637922DA8}" dt="2024-11-17T16:20:01.080" v="278"/>
          <ac:spMkLst>
            <pc:docMk/>
            <pc:sldMk cId="2108009472" sldId="294"/>
            <ac:spMk id="91" creationId="{C7DA0B9B-E2A7-CBA0-3FF3-8A4D87B1E0A3}"/>
          </ac:spMkLst>
        </pc:spChg>
        <pc:spChg chg="add del">
          <ac:chgData name="Kai Quander" userId="S::kquander@usf.edu::63361733-195f-4e8d-8d9c-8edab3c37058" providerId="AD" clId="Web-{1DEC3323-2974-7D7D-CE5A-BA2637922DA8}" dt="2024-11-17T16:20:01.080" v="277"/>
          <ac:spMkLst>
            <pc:docMk/>
            <pc:sldMk cId="2108009472" sldId="294"/>
            <ac:spMk id="93" creationId="{4274B15C-1FE9-35C8-DE85-F46CB292372B}"/>
          </ac:spMkLst>
        </pc:spChg>
        <pc:spChg chg="add del">
          <ac:chgData name="Kai Quander" userId="S::kquander@usf.edu::63361733-195f-4e8d-8d9c-8edab3c37058" providerId="AD" clId="Web-{1DEC3323-2974-7D7D-CE5A-BA2637922DA8}" dt="2024-11-17T16:20:01.080" v="276"/>
          <ac:spMkLst>
            <pc:docMk/>
            <pc:sldMk cId="2108009472" sldId="294"/>
            <ac:spMk id="95" creationId="{4F1B37C5-78B1-9A1E-90ED-84C482892674}"/>
          </ac:spMkLst>
        </pc:spChg>
        <pc:spChg chg="mod">
          <ac:chgData name="Kai Quander" userId="S::kquander@usf.edu::63361733-195f-4e8d-8d9c-8edab3c37058" providerId="AD" clId="Web-{1DEC3323-2974-7D7D-CE5A-BA2637922DA8}" dt="2024-11-17T16:22:17.583" v="309" actId="20577"/>
          <ac:spMkLst>
            <pc:docMk/>
            <pc:sldMk cId="2108009472" sldId="294"/>
            <ac:spMk id="170" creationId="{C1611D38-69EE-83AA-2DC1-928310077D56}"/>
          </ac:spMkLst>
        </pc:spChg>
        <pc:spChg chg="mod">
          <ac:chgData name="Kai Quander" userId="S::kquander@usf.edu::63361733-195f-4e8d-8d9c-8edab3c37058" providerId="AD" clId="Web-{1DEC3323-2974-7D7D-CE5A-BA2637922DA8}" dt="2024-11-17T16:22:30.256" v="314" actId="14100"/>
          <ac:spMkLst>
            <pc:docMk/>
            <pc:sldMk cId="2108009472" sldId="294"/>
            <ac:spMk id="171" creationId="{8C669ED6-9BF5-3891-A11D-BCEF6CF552C8}"/>
          </ac:spMkLst>
        </pc:spChg>
        <pc:spChg chg="add del">
          <ac:chgData name="Kai Quander" userId="S::kquander@usf.edu::63361733-195f-4e8d-8d9c-8edab3c37058" providerId="AD" clId="Web-{1DEC3323-2974-7D7D-CE5A-BA2637922DA8}" dt="2024-11-17T16:22:53.053" v="347"/>
          <ac:spMkLst>
            <pc:docMk/>
            <pc:sldMk cId="2108009472" sldId="294"/>
            <ac:spMk id="308" creationId="{B4F8A160-1A83-E488-C6CA-0EBD75C0C1E9}"/>
          </ac:spMkLst>
        </pc:spChg>
        <pc:spChg chg="add del">
          <ac:chgData name="Kai Quander" userId="S::kquander@usf.edu::63361733-195f-4e8d-8d9c-8edab3c37058" providerId="AD" clId="Web-{1DEC3323-2974-7D7D-CE5A-BA2637922DA8}" dt="2024-11-17T16:22:53.053" v="346"/>
          <ac:spMkLst>
            <pc:docMk/>
            <pc:sldMk cId="2108009472" sldId="294"/>
            <ac:spMk id="310" creationId="{103585D7-99EC-8CC9-4A82-A13EEC3F8D7C}"/>
          </ac:spMkLst>
        </pc:spChg>
        <pc:spChg chg="add del">
          <ac:chgData name="Kai Quander" userId="S::kquander@usf.edu::63361733-195f-4e8d-8d9c-8edab3c37058" providerId="AD" clId="Web-{1DEC3323-2974-7D7D-CE5A-BA2637922DA8}" dt="2024-11-17T16:22:53.053" v="345"/>
          <ac:spMkLst>
            <pc:docMk/>
            <pc:sldMk cId="2108009472" sldId="294"/>
            <ac:spMk id="312" creationId="{D8D7001B-F988-0712-899D-CF97630673D7}"/>
          </ac:spMkLst>
        </pc:spChg>
        <pc:spChg chg="add del">
          <ac:chgData name="Kai Quander" userId="S::kquander@usf.edu::63361733-195f-4e8d-8d9c-8edab3c37058" providerId="AD" clId="Web-{1DEC3323-2974-7D7D-CE5A-BA2637922DA8}" dt="2024-11-17T16:22:53.053" v="344"/>
          <ac:spMkLst>
            <pc:docMk/>
            <pc:sldMk cId="2108009472" sldId="294"/>
            <ac:spMk id="314" creationId="{22F67706-1F2F-9A3F-B34D-90F3A07E57B8}"/>
          </ac:spMkLst>
        </pc:spChg>
        <pc:spChg chg="add del">
          <ac:chgData name="Kai Quander" userId="S::kquander@usf.edu::63361733-195f-4e8d-8d9c-8edab3c37058" providerId="AD" clId="Web-{1DEC3323-2974-7D7D-CE5A-BA2637922DA8}" dt="2024-11-17T16:22:53.037" v="343"/>
          <ac:spMkLst>
            <pc:docMk/>
            <pc:sldMk cId="2108009472" sldId="294"/>
            <ac:spMk id="316" creationId="{C257A8E5-B7C4-5E78-6E1B-71C0FAA7B00C}"/>
          </ac:spMkLst>
        </pc:spChg>
        <pc:spChg chg="add del">
          <ac:chgData name="Kai Quander" userId="S::kquander@usf.edu::63361733-195f-4e8d-8d9c-8edab3c37058" providerId="AD" clId="Web-{1DEC3323-2974-7D7D-CE5A-BA2637922DA8}" dt="2024-11-17T16:22:53.037" v="342"/>
          <ac:spMkLst>
            <pc:docMk/>
            <pc:sldMk cId="2108009472" sldId="294"/>
            <ac:spMk id="318" creationId="{8E73245A-CB51-D905-3FF4-3FBAD44AF56B}"/>
          </ac:spMkLst>
        </pc:spChg>
        <pc:spChg chg="mod">
          <ac:chgData name="Kai Quander" userId="S::kquander@usf.edu::63361733-195f-4e8d-8d9c-8edab3c37058" providerId="AD" clId="Web-{1DEC3323-2974-7D7D-CE5A-BA2637922DA8}" dt="2024-11-17T16:31:19.283" v="476" actId="1076"/>
          <ac:spMkLst>
            <pc:docMk/>
            <pc:sldMk cId="2108009472" sldId="294"/>
            <ac:spMk id="332" creationId="{A6B8B5AC-0373-589D-09F0-007E2294307B}"/>
          </ac:spMkLst>
        </pc:spChg>
        <pc:spChg chg="mod">
          <ac:chgData name="Kai Quander" userId="S::kquander@usf.edu::63361733-195f-4e8d-8d9c-8edab3c37058" providerId="AD" clId="Web-{1DEC3323-2974-7D7D-CE5A-BA2637922DA8}" dt="2024-11-17T16:32:39.956" v="481" actId="14100"/>
          <ac:spMkLst>
            <pc:docMk/>
            <pc:sldMk cId="2108009472" sldId="294"/>
            <ac:spMk id="333" creationId="{66C0D097-F129-9250-36FF-A0D09877565C}"/>
          </ac:spMkLst>
        </pc:spChg>
        <pc:spChg chg="mod">
          <ac:chgData name="Kai Quander" userId="S::kquander@usf.edu::63361733-195f-4e8d-8d9c-8edab3c37058" providerId="AD" clId="Web-{1DEC3323-2974-7D7D-CE5A-BA2637922DA8}" dt="2024-11-17T16:31:02.204" v="472" actId="20577"/>
          <ac:spMkLst>
            <pc:docMk/>
            <pc:sldMk cId="2108009472" sldId="294"/>
            <ac:spMk id="340" creationId="{2A0D362E-8C73-B934-306C-9F514AD1626A}"/>
          </ac:spMkLst>
        </pc:spChg>
        <pc:spChg chg="mod">
          <ac:chgData name="Kai Quander" userId="S::kquander@usf.edu::63361733-195f-4e8d-8d9c-8edab3c37058" providerId="AD" clId="Web-{1DEC3323-2974-7D7D-CE5A-BA2637922DA8}" dt="2024-11-17T16:30:26.188" v="464" actId="20577"/>
          <ac:spMkLst>
            <pc:docMk/>
            <pc:sldMk cId="2108009472" sldId="294"/>
            <ac:spMk id="341" creationId="{45FF00AE-8D9F-EBFD-99EB-B0E3156B8955}"/>
          </ac:spMkLst>
        </pc:spChg>
        <pc:spChg chg="mod">
          <ac:chgData name="Kai Quander" userId="S::kquander@usf.edu::63361733-195f-4e8d-8d9c-8edab3c37058" providerId="AD" clId="Web-{1DEC3323-2974-7D7D-CE5A-BA2637922DA8}" dt="2024-11-17T16:31:08.689" v="475" actId="14100"/>
          <ac:spMkLst>
            <pc:docMk/>
            <pc:sldMk cId="2108009472" sldId="294"/>
            <ac:spMk id="344" creationId="{45EB9F49-DEFB-33EA-566E-9FDD8F716A61}"/>
          </ac:spMkLst>
        </pc:spChg>
        <pc:spChg chg="mod">
          <ac:chgData name="Kai Quander" userId="S::kquander@usf.edu::63361733-195f-4e8d-8d9c-8edab3c37058" providerId="AD" clId="Web-{1DEC3323-2974-7D7D-CE5A-BA2637922DA8}" dt="2024-11-17T16:28:15.498" v="435" actId="14100"/>
          <ac:spMkLst>
            <pc:docMk/>
            <pc:sldMk cId="2108009472" sldId="294"/>
            <ac:spMk id="345" creationId="{B9C92AE4-DCE4-062D-7DF6-C743ABBEBA27}"/>
          </ac:spMkLst>
        </pc:spChg>
        <pc:spChg chg="mod">
          <ac:chgData name="Kai Quander" userId="S::kquander@usf.edu::63361733-195f-4e8d-8d9c-8edab3c37058" providerId="AD" clId="Web-{1DEC3323-2974-7D7D-CE5A-BA2637922DA8}" dt="2024-11-17T16:25:19.650" v="403" actId="1076"/>
          <ac:spMkLst>
            <pc:docMk/>
            <pc:sldMk cId="2108009472" sldId="294"/>
            <ac:spMk id="352" creationId="{07EDB14E-6246-0DED-9F3F-58DC38ADF479}"/>
          </ac:spMkLst>
        </pc:spChg>
        <pc:spChg chg="mod">
          <ac:chgData name="Kai Quander" userId="S::kquander@usf.edu::63361733-195f-4e8d-8d9c-8edab3c37058" providerId="AD" clId="Web-{1DEC3323-2974-7D7D-CE5A-BA2637922DA8}" dt="2024-11-17T16:26:49.886" v="424" actId="14100"/>
          <ac:spMkLst>
            <pc:docMk/>
            <pc:sldMk cId="2108009472" sldId="294"/>
            <ac:spMk id="353" creationId="{CCD413DA-A7B1-23C1-A578-44A0A7D460F8}"/>
          </ac:spMkLst>
        </pc:spChg>
        <pc:spChg chg="add">
          <ac:chgData name="Kai Quander" userId="S::kquander@usf.edu::63361733-195f-4e8d-8d9c-8edab3c37058" providerId="AD" clId="Web-{1DEC3323-2974-7D7D-CE5A-BA2637922DA8}" dt="2024-11-17T16:22:57.522" v="373"/>
          <ac:spMkLst>
            <pc:docMk/>
            <pc:sldMk cId="2108009472" sldId="294"/>
            <ac:spMk id="413" creationId="{5D187B5E-825A-C2C4-B3AD-D53B172FA136}"/>
          </ac:spMkLst>
        </pc:spChg>
        <pc:spChg chg="add">
          <ac:chgData name="Kai Quander" userId="S::kquander@usf.edu::63361733-195f-4e8d-8d9c-8edab3c37058" providerId="AD" clId="Web-{1DEC3323-2974-7D7D-CE5A-BA2637922DA8}" dt="2024-11-17T16:22:57.537" v="374"/>
          <ac:spMkLst>
            <pc:docMk/>
            <pc:sldMk cId="2108009472" sldId="294"/>
            <ac:spMk id="415" creationId="{1A27A0A4-D028-D736-0D99-7C5CCDB5C6A4}"/>
          </ac:spMkLst>
        </pc:spChg>
        <pc:spChg chg="add">
          <ac:chgData name="Kai Quander" userId="S::kquander@usf.edu::63361733-195f-4e8d-8d9c-8edab3c37058" providerId="AD" clId="Web-{1DEC3323-2974-7D7D-CE5A-BA2637922DA8}" dt="2024-11-17T16:22:57.537" v="375"/>
          <ac:spMkLst>
            <pc:docMk/>
            <pc:sldMk cId="2108009472" sldId="294"/>
            <ac:spMk id="417" creationId="{D3B83B80-FEAE-F510-B621-1D2A375846B5}"/>
          </ac:spMkLst>
        </pc:spChg>
        <pc:spChg chg="add">
          <ac:chgData name="Kai Quander" userId="S::kquander@usf.edu::63361733-195f-4e8d-8d9c-8edab3c37058" providerId="AD" clId="Web-{1DEC3323-2974-7D7D-CE5A-BA2637922DA8}" dt="2024-11-17T16:22:57.553" v="376"/>
          <ac:spMkLst>
            <pc:docMk/>
            <pc:sldMk cId="2108009472" sldId="294"/>
            <ac:spMk id="419" creationId="{DC5A5DA1-D716-B548-A170-9078BFD8311C}"/>
          </ac:spMkLst>
        </pc:spChg>
        <pc:spChg chg="add">
          <ac:chgData name="Kai Quander" userId="S::kquander@usf.edu::63361733-195f-4e8d-8d9c-8edab3c37058" providerId="AD" clId="Web-{1DEC3323-2974-7D7D-CE5A-BA2637922DA8}" dt="2024-11-17T16:22:57.569" v="377"/>
          <ac:spMkLst>
            <pc:docMk/>
            <pc:sldMk cId="2108009472" sldId="294"/>
            <ac:spMk id="421" creationId="{A94C429E-878C-231E-CA68-991EDFC0E44A}"/>
          </ac:spMkLst>
        </pc:spChg>
        <pc:spChg chg="add">
          <ac:chgData name="Kai Quander" userId="S::kquander@usf.edu::63361733-195f-4e8d-8d9c-8edab3c37058" providerId="AD" clId="Web-{1DEC3323-2974-7D7D-CE5A-BA2637922DA8}" dt="2024-11-17T16:22:57.569" v="378"/>
          <ac:spMkLst>
            <pc:docMk/>
            <pc:sldMk cId="2108009472" sldId="294"/>
            <ac:spMk id="423" creationId="{BECC5985-25FC-C355-0707-589C885D001C}"/>
          </ac:spMkLst>
        </pc:spChg>
        <pc:grpChg chg="add del">
          <ac:chgData name="Kai Quander" userId="S::kquander@usf.edu::63361733-195f-4e8d-8d9c-8edab3c37058" providerId="AD" clId="Web-{1DEC3323-2974-7D7D-CE5A-BA2637922DA8}" dt="2024-11-17T16:20:01.080" v="288"/>
          <ac:grpSpMkLst>
            <pc:docMk/>
            <pc:sldMk cId="2108009472" sldId="294"/>
            <ac:grpSpMk id="6" creationId="{C4E5AE6D-E229-87C5-EE48-02E9069FFE69}"/>
          </ac:grpSpMkLst>
        </pc:grpChg>
        <pc:grpChg chg="add del">
          <ac:chgData name="Kai Quander" userId="S::kquander@usf.edu::63361733-195f-4e8d-8d9c-8edab3c37058" providerId="AD" clId="Web-{1DEC3323-2974-7D7D-CE5A-BA2637922DA8}" dt="2024-11-17T16:20:01.080" v="287"/>
          <ac:grpSpMkLst>
            <pc:docMk/>
            <pc:sldMk cId="2108009472" sldId="294"/>
            <ac:grpSpMk id="10" creationId="{88F80E0A-9F4E-8A9D-2D21-89E87F1BE5F0}"/>
          </ac:grpSpMkLst>
        </pc:grpChg>
        <pc:grpChg chg="add del">
          <ac:chgData name="Kai Quander" userId="S::kquander@usf.edu::63361733-195f-4e8d-8d9c-8edab3c37058" providerId="AD" clId="Web-{1DEC3323-2974-7D7D-CE5A-BA2637922DA8}" dt="2024-11-17T16:20:01.080" v="286"/>
          <ac:grpSpMkLst>
            <pc:docMk/>
            <pc:sldMk cId="2108009472" sldId="294"/>
            <ac:grpSpMk id="14" creationId="{9E73EF14-E664-64BB-9CF1-D18B4E2E9785}"/>
          </ac:grpSpMkLst>
        </pc:grpChg>
        <pc:grpChg chg="add del">
          <ac:chgData name="Kai Quander" userId="S::kquander@usf.edu::63361733-195f-4e8d-8d9c-8edab3c37058" providerId="AD" clId="Web-{1DEC3323-2974-7D7D-CE5A-BA2637922DA8}" dt="2024-11-17T16:20:01.080" v="285"/>
          <ac:grpSpMkLst>
            <pc:docMk/>
            <pc:sldMk cId="2108009472" sldId="294"/>
            <ac:grpSpMk id="18" creationId="{8B3D3F17-9A9B-F9B8-50F6-2E689475C59C}"/>
          </ac:grpSpMkLst>
        </pc:grpChg>
        <pc:grpChg chg="add del">
          <ac:chgData name="Kai Quander" userId="S::kquander@usf.edu::63361733-195f-4e8d-8d9c-8edab3c37058" providerId="AD" clId="Web-{1DEC3323-2974-7D7D-CE5A-BA2637922DA8}" dt="2024-11-17T16:20:01.080" v="284"/>
          <ac:grpSpMkLst>
            <pc:docMk/>
            <pc:sldMk cId="2108009472" sldId="294"/>
            <ac:grpSpMk id="22" creationId="{8F1E92EB-DF1B-C7B9-E47A-B54A03A583DD}"/>
          </ac:grpSpMkLst>
        </pc:grpChg>
        <pc:grpChg chg="add del">
          <ac:chgData name="Kai Quander" userId="S::kquander@usf.edu::63361733-195f-4e8d-8d9c-8edab3c37058" providerId="AD" clId="Web-{1DEC3323-2974-7D7D-CE5A-BA2637922DA8}" dt="2024-11-17T16:20:01.080" v="283"/>
          <ac:grpSpMkLst>
            <pc:docMk/>
            <pc:sldMk cId="2108009472" sldId="294"/>
            <ac:grpSpMk id="26" creationId="{1D70AD6A-0462-5EC1-B32B-F96FA74374AD}"/>
          </ac:grpSpMkLst>
        </pc:grpChg>
        <pc:grpChg chg="add del">
          <ac:chgData name="Kai Quander" userId="S::kquander@usf.edu::63361733-195f-4e8d-8d9c-8edab3c37058" providerId="AD" clId="Web-{1DEC3323-2974-7D7D-CE5A-BA2637922DA8}" dt="2024-11-17T16:20:01.080" v="282"/>
          <ac:grpSpMkLst>
            <pc:docMk/>
            <pc:sldMk cId="2108009472" sldId="294"/>
            <ac:grpSpMk id="83" creationId="{4DC7C446-87CE-E8F9-22FC-E298336187A0}"/>
          </ac:grpSpMkLst>
        </pc:grpChg>
        <pc:grpChg chg="add del">
          <ac:chgData name="Kai Quander" userId="S::kquander@usf.edu::63361733-195f-4e8d-8d9c-8edab3c37058" providerId="AD" clId="Web-{1DEC3323-2974-7D7D-CE5A-BA2637922DA8}" dt="2024-11-17T16:22:55.615" v="365"/>
          <ac:grpSpMkLst>
            <pc:docMk/>
            <pc:sldMk cId="2108009472" sldId="294"/>
            <ac:grpSpMk id="150" creationId="{BE8B8C23-0906-72C4-7A80-9E235218783B}"/>
          </ac:grpSpMkLst>
        </pc:grpChg>
        <pc:grpChg chg="add del">
          <ac:chgData name="Kai Quander" userId="S::kquander@usf.edu::63361733-195f-4e8d-8d9c-8edab3c37058" providerId="AD" clId="Web-{1DEC3323-2974-7D7D-CE5A-BA2637922DA8}" dt="2024-11-17T16:22:55.615" v="364"/>
          <ac:grpSpMkLst>
            <pc:docMk/>
            <pc:sldMk cId="2108009472" sldId="294"/>
            <ac:grpSpMk id="156" creationId="{6FD0EFCB-CEE9-3AE8-1A28-52C1AB7A6371}"/>
          </ac:grpSpMkLst>
        </pc:grpChg>
        <pc:grpChg chg="add del">
          <ac:chgData name="Kai Quander" userId="S::kquander@usf.edu::63361733-195f-4e8d-8d9c-8edab3c37058" providerId="AD" clId="Web-{1DEC3323-2974-7D7D-CE5A-BA2637922DA8}" dt="2024-11-17T16:22:55.615" v="363"/>
          <ac:grpSpMkLst>
            <pc:docMk/>
            <pc:sldMk cId="2108009472" sldId="294"/>
            <ac:grpSpMk id="166" creationId="{775D3A75-FA32-722D-E0FB-8EC550D47BA9}"/>
          </ac:grpSpMkLst>
        </pc:grpChg>
        <pc:grpChg chg="add del mod">
          <ac:chgData name="Kai Quander" userId="S::kquander@usf.edu::63361733-195f-4e8d-8d9c-8edab3c37058" providerId="AD" clId="Web-{1DEC3323-2974-7D7D-CE5A-BA2637922DA8}" dt="2024-11-17T16:22:55.615" v="362"/>
          <ac:grpSpMkLst>
            <pc:docMk/>
            <pc:sldMk cId="2108009472" sldId="294"/>
            <ac:grpSpMk id="172" creationId="{B4B4A153-8DA9-AAB0-5B3A-EB3227017B21}"/>
          </ac:grpSpMkLst>
        </pc:grpChg>
        <pc:grpChg chg="add del">
          <ac:chgData name="Kai Quander" userId="S::kquander@usf.edu::63361733-195f-4e8d-8d9c-8edab3c37058" providerId="AD" clId="Web-{1DEC3323-2974-7D7D-CE5A-BA2637922DA8}" dt="2024-11-17T16:22:55.615" v="361"/>
          <ac:grpSpMkLst>
            <pc:docMk/>
            <pc:sldMk cId="2108009472" sldId="294"/>
            <ac:grpSpMk id="178" creationId="{6994E8E6-1417-B839-E3E2-82BC38CE8A90}"/>
          </ac:grpSpMkLst>
        </pc:grpChg>
        <pc:grpChg chg="add del">
          <ac:chgData name="Kai Quander" userId="S::kquander@usf.edu::63361733-195f-4e8d-8d9c-8edab3c37058" providerId="AD" clId="Web-{1DEC3323-2974-7D7D-CE5A-BA2637922DA8}" dt="2024-11-17T16:22:55.615" v="360"/>
          <ac:grpSpMkLst>
            <pc:docMk/>
            <pc:sldMk cId="2108009472" sldId="294"/>
            <ac:grpSpMk id="184" creationId="{FB436E13-DEEA-9C89-170D-D7DBE28752EF}"/>
          </ac:grpSpMkLst>
        </pc:grpChg>
        <pc:grpChg chg="add del">
          <ac:chgData name="Kai Quander" userId="S::kquander@usf.edu::63361733-195f-4e8d-8d9c-8edab3c37058" providerId="AD" clId="Web-{1DEC3323-2974-7D7D-CE5A-BA2637922DA8}" dt="2024-11-17T16:22:55.615" v="359"/>
          <ac:grpSpMkLst>
            <pc:docMk/>
            <pc:sldMk cId="2108009472" sldId="294"/>
            <ac:grpSpMk id="190" creationId="{9B2B1B8E-CBC5-1818-0DAD-C012D43F99D3}"/>
          </ac:grpSpMkLst>
        </pc:grpChg>
        <pc:grpChg chg="add del">
          <ac:chgData name="Kai Quander" userId="S::kquander@usf.edu::63361733-195f-4e8d-8d9c-8edab3c37058" providerId="AD" clId="Web-{1DEC3323-2974-7D7D-CE5A-BA2637922DA8}" dt="2024-11-17T16:22:55.615" v="358"/>
          <ac:grpSpMkLst>
            <pc:docMk/>
            <pc:sldMk cId="2108009472" sldId="294"/>
            <ac:grpSpMk id="200" creationId="{457F6E41-70D5-B134-5A9B-53A37BF999F8}"/>
          </ac:grpSpMkLst>
        </pc:grpChg>
        <pc:grpChg chg="add del">
          <ac:chgData name="Kai Quander" userId="S::kquander@usf.edu::63361733-195f-4e8d-8d9c-8edab3c37058" providerId="AD" clId="Web-{1DEC3323-2974-7D7D-CE5A-BA2637922DA8}" dt="2024-11-17T16:22:55.615" v="357"/>
          <ac:grpSpMkLst>
            <pc:docMk/>
            <pc:sldMk cId="2108009472" sldId="294"/>
            <ac:grpSpMk id="207" creationId="{15FE37E3-8571-038A-4FD8-39C1CF940651}"/>
          </ac:grpSpMkLst>
        </pc:grpChg>
        <pc:grpChg chg="add del">
          <ac:chgData name="Kai Quander" userId="S::kquander@usf.edu::63361733-195f-4e8d-8d9c-8edab3c37058" providerId="AD" clId="Web-{1DEC3323-2974-7D7D-CE5A-BA2637922DA8}" dt="2024-11-17T16:22:55.600" v="356"/>
          <ac:grpSpMkLst>
            <pc:docMk/>
            <pc:sldMk cId="2108009472" sldId="294"/>
            <ac:grpSpMk id="216" creationId="{75CB38DF-0CB9-73C7-D926-D3EF0130C93B}"/>
          </ac:grpSpMkLst>
        </pc:grpChg>
        <pc:grpChg chg="add del">
          <ac:chgData name="Kai Quander" userId="S::kquander@usf.edu::63361733-195f-4e8d-8d9c-8edab3c37058" providerId="AD" clId="Web-{1DEC3323-2974-7D7D-CE5A-BA2637922DA8}" dt="2024-11-17T16:22:55.600" v="355"/>
          <ac:grpSpMkLst>
            <pc:docMk/>
            <pc:sldMk cId="2108009472" sldId="294"/>
            <ac:grpSpMk id="225" creationId="{29237D71-F5CA-32F6-DA19-2D320B3A2B59}"/>
          </ac:grpSpMkLst>
        </pc:grpChg>
        <pc:grpChg chg="add del">
          <ac:chgData name="Kai Quander" userId="S::kquander@usf.edu::63361733-195f-4e8d-8d9c-8edab3c37058" providerId="AD" clId="Web-{1DEC3323-2974-7D7D-CE5A-BA2637922DA8}" dt="2024-11-17T16:22:53.053" v="354"/>
          <ac:grpSpMkLst>
            <pc:docMk/>
            <pc:sldMk cId="2108009472" sldId="294"/>
            <ac:grpSpMk id="229" creationId="{CE78F78A-B0FB-A1CD-7DFA-F583DE8C0853}"/>
          </ac:grpSpMkLst>
        </pc:grpChg>
        <pc:grpChg chg="add del">
          <ac:chgData name="Kai Quander" userId="S::kquander@usf.edu::63361733-195f-4e8d-8d9c-8edab3c37058" providerId="AD" clId="Web-{1DEC3323-2974-7D7D-CE5A-BA2637922DA8}" dt="2024-11-17T16:22:53.053" v="353"/>
          <ac:grpSpMkLst>
            <pc:docMk/>
            <pc:sldMk cId="2108009472" sldId="294"/>
            <ac:grpSpMk id="233" creationId="{5417030D-2042-1C4B-BD1F-81C4FE5D8905}"/>
          </ac:grpSpMkLst>
        </pc:grpChg>
        <pc:grpChg chg="add del">
          <ac:chgData name="Kai Quander" userId="S::kquander@usf.edu::63361733-195f-4e8d-8d9c-8edab3c37058" providerId="AD" clId="Web-{1DEC3323-2974-7D7D-CE5A-BA2637922DA8}" dt="2024-11-17T16:22:53.053" v="352"/>
          <ac:grpSpMkLst>
            <pc:docMk/>
            <pc:sldMk cId="2108009472" sldId="294"/>
            <ac:grpSpMk id="237" creationId="{8A72C6E4-6243-52C4-1BB5-C3FDDCD0E575}"/>
          </ac:grpSpMkLst>
        </pc:grpChg>
        <pc:grpChg chg="add del">
          <ac:chgData name="Kai Quander" userId="S::kquander@usf.edu::63361733-195f-4e8d-8d9c-8edab3c37058" providerId="AD" clId="Web-{1DEC3323-2974-7D7D-CE5A-BA2637922DA8}" dt="2024-11-17T16:22:53.053" v="351"/>
          <ac:grpSpMkLst>
            <pc:docMk/>
            <pc:sldMk cId="2108009472" sldId="294"/>
            <ac:grpSpMk id="241" creationId="{A00BEFA9-1019-6704-4788-FFE8595CD623}"/>
          </ac:grpSpMkLst>
        </pc:grpChg>
        <pc:grpChg chg="add del">
          <ac:chgData name="Kai Quander" userId="S::kquander@usf.edu::63361733-195f-4e8d-8d9c-8edab3c37058" providerId="AD" clId="Web-{1DEC3323-2974-7D7D-CE5A-BA2637922DA8}" dt="2024-11-17T16:22:53.053" v="350"/>
          <ac:grpSpMkLst>
            <pc:docMk/>
            <pc:sldMk cId="2108009472" sldId="294"/>
            <ac:grpSpMk id="245" creationId="{745FEA58-52B2-285E-CE70-43BD84188B85}"/>
          </ac:grpSpMkLst>
        </pc:grpChg>
        <pc:grpChg chg="add del">
          <ac:chgData name="Kai Quander" userId="S::kquander@usf.edu::63361733-195f-4e8d-8d9c-8edab3c37058" providerId="AD" clId="Web-{1DEC3323-2974-7D7D-CE5A-BA2637922DA8}" dt="2024-11-17T16:22:53.053" v="349"/>
          <ac:grpSpMkLst>
            <pc:docMk/>
            <pc:sldMk cId="2108009472" sldId="294"/>
            <ac:grpSpMk id="249" creationId="{D2BE9F4E-1436-5D6C-CE9F-D1F42E7F7A23}"/>
          </ac:grpSpMkLst>
        </pc:grpChg>
        <pc:grpChg chg="add del">
          <ac:chgData name="Kai Quander" userId="S::kquander@usf.edu::63361733-195f-4e8d-8d9c-8edab3c37058" providerId="AD" clId="Web-{1DEC3323-2974-7D7D-CE5A-BA2637922DA8}" dt="2024-11-17T16:22:53.053" v="348"/>
          <ac:grpSpMkLst>
            <pc:docMk/>
            <pc:sldMk cId="2108009472" sldId="294"/>
            <ac:grpSpMk id="306" creationId="{BCD0F8E0-D0AD-FC62-1201-4F8E11A48203}"/>
          </ac:grpSpMkLst>
        </pc:grpChg>
        <pc:grpChg chg="add mod">
          <ac:chgData name="Kai Quander" userId="S::kquander@usf.edu::63361733-195f-4e8d-8d9c-8edab3c37058" providerId="AD" clId="Web-{1DEC3323-2974-7D7D-CE5A-BA2637922DA8}" dt="2024-11-17T16:30:32.954" v="465" actId="1076"/>
          <ac:grpSpMkLst>
            <pc:docMk/>
            <pc:sldMk cId="2108009472" sldId="294"/>
            <ac:grpSpMk id="334" creationId="{9B5E4EA3-7005-E196-5CCE-2B7F12FC1896}"/>
          </ac:grpSpMkLst>
        </pc:grpChg>
        <pc:grpChg chg="add del mod">
          <ac:chgData name="Kai Quander" userId="S::kquander@usf.edu::63361733-195f-4e8d-8d9c-8edab3c37058" providerId="AD" clId="Web-{1DEC3323-2974-7D7D-CE5A-BA2637922DA8}" dt="2024-11-17T16:28:58.295" v="443"/>
          <ac:grpSpMkLst>
            <pc:docMk/>
            <pc:sldMk cId="2108009472" sldId="294"/>
            <ac:grpSpMk id="338" creationId="{26F29D44-AB3B-5836-19CF-3458E487729C}"/>
          </ac:grpSpMkLst>
        </pc:grpChg>
        <pc:grpChg chg="add mod">
          <ac:chgData name="Kai Quander" userId="S::kquander@usf.edu::63361733-195f-4e8d-8d9c-8edab3c37058" providerId="AD" clId="Web-{1DEC3323-2974-7D7D-CE5A-BA2637922DA8}" dt="2024-11-17T16:28:53.811" v="441" actId="1076"/>
          <ac:grpSpMkLst>
            <pc:docMk/>
            <pc:sldMk cId="2108009472" sldId="294"/>
            <ac:grpSpMk id="342" creationId="{C439AB5A-CC7D-9818-E0FD-E370EFCC72EB}"/>
          </ac:grpSpMkLst>
        </pc:grpChg>
        <pc:grpChg chg="add mod">
          <ac:chgData name="Kai Quander" userId="S::kquander@usf.edu::63361733-195f-4e8d-8d9c-8edab3c37058" providerId="AD" clId="Web-{1DEC3323-2974-7D7D-CE5A-BA2637922DA8}" dt="2024-11-17T16:28:21.607" v="436" actId="1076"/>
          <ac:grpSpMkLst>
            <pc:docMk/>
            <pc:sldMk cId="2108009472" sldId="294"/>
            <ac:grpSpMk id="346" creationId="{BE34B6A0-B1CF-87A1-3DAE-418BFDBAE1AA}"/>
          </ac:grpSpMkLst>
        </pc:grpChg>
        <pc:grpChg chg="add del">
          <ac:chgData name="Kai Quander" userId="S::kquander@usf.edu::63361733-195f-4e8d-8d9c-8edab3c37058" providerId="AD" clId="Web-{1DEC3323-2974-7D7D-CE5A-BA2637922DA8}" dt="2024-11-17T16:25:30.306" v="406"/>
          <ac:grpSpMkLst>
            <pc:docMk/>
            <pc:sldMk cId="2108009472" sldId="294"/>
            <ac:grpSpMk id="350" creationId="{C87FAD21-75E9-D3D7-1D9B-8C11FA922AB9}"/>
          </ac:grpSpMkLst>
        </pc:grpChg>
        <pc:grpChg chg="add mod">
          <ac:chgData name="Kai Quander" userId="S::kquander@usf.edu::63361733-195f-4e8d-8d9c-8edab3c37058" providerId="AD" clId="Web-{1DEC3323-2974-7D7D-CE5A-BA2637922DA8}" dt="2024-11-17T16:25:26.869" v="404" actId="1076"/>
          <ac:grpSpMkLst>
            <pc:docMk/>
            <pc:sldMk cId="2108009472" sldId="294"/>
            <ac:grpSpMk id="354" creationId="{0E1C5F5C-E295-8766-2DAE-89E1D32E3004}"/>
          </ac:grpSpMkLst>
        </pc:grpChg>
        <pc:grpChg chg="add">
          <ac:chgData name="Kai Quander" userId="S::kquander@usf.edu::63361733-195f-4e8d-8d9c-8edab3c37058" providerId="AD" clId="Web-{1DEC3323-2974-7D7D-CE5A-BA2637922DA8}" dt="2024-11-17T16:22:57.506" v="372"/>
          <ac:grpSpMkLst>
            <pc:docMk/>
            <pc:sldMk cId="2108009472" sldId="294"/>
            <ac:grpSpMk id="411" creationId="{16305876-B3CB-BB23-5F60-F4F00A29777F}"/>
          </ac:grpSpMkLst>
        </pc:grpChg>
        <pc:cxnChg chg="add del">
          <ac:chgData name="Kai Quander" userId="S::kquander@usf.edu::63361733-195f-4e8d-8d9c-8edab3c37058" providerId="AD" clId="Web-{1DEC3323-2974-7D7D-CE5A-BA2637922DA8}" dt="2024-11-17T16:20:01.080" v="275"/>
          <ac:cxnSpMkLst>
            <pc:docMk/>
            <pc:sldMk cId="2108009472" sldId="294"/>
            <ac:cxnSpMk id="97" creationId="{505079D0-5137-E570-E145-F8709615E803}"/>
          </ac:cxnSpMkLst>
        </pc:cxnChg>
        <pc:cxnChg chg="add del">
          <ac:chgData name="Kai Quander" userId="S::kquander@usf.edu::63361733-195f-4e8d-8d9c-8edab3c37058" providerId="AD" clId="Web-{1DEC3323-2974-7D7D-CE5A-BA2637922DA8}" dt="2024-11-17T16:20:01.080" v="274"/>
          <ac:cxnSpMkLst>
            <pc:docMk/>
            <pc:sldMk cId="2108009472" sldId="294"/>
            <ac:cxnSpMk id="99" creationId="{483AAFA0-DED0-FA28-C34F-C9F8856D156F}"/>
          </ac:cxnSpMkLst>
        </pc:cxnChg>
        <pc:cxnChg chg="add del">
          <ac:chgData name="Kai Quander" userId="S::kquander@usf.edu::63361733-195f-4e8d-8d9c-8edab3c37058" providerId="AD" clId="Web-{1DEC3323-2974-7D7D-CE5A-BA2637922DA8}" dt="2024-11-17T16:20:01.080" v="273"/>
          <ac:cxnSpMkLst>
            <pc:docMk/>
            <pc:sldMk cId="2108009472" sldId="294"/>
            <ac:cxnSpMk id="101" creationId="{F9A59377-7454-7504-3A24-3785F22B205F}"/>
          </ac:cxnSpMkLst>
        </pc:cxnChg>
        <pc:cxnChg chg="add del">
          <ac:chgData name="Kai Quander" userId="S::kquander@usf.edu::63361733-195f-4e8d-8d9c-8edab3c37058" providerId="AD" clId="Web-{1DEC3323-2974-7D7D-CE5A-BA2637922DA8}" dt="2024-11-17T16:20:01.080" v="272"/>
          <ac:cxnSpMkLst>
            <pc:docMk/>
            <pc:sldMk cId="2108009472" sldId="294"/>
            <ac:cxnSpMk id="103" creationId="{FD871FA7-2544-6F0E-82A2-81949085136D}"/>
          </ac:cxnSpMkLst>
        </pc:cxnChg>
        <pc:cxnChg chg="add del">
          <ac:chgData name="Kai Quander" userId="S::kquander@usf.edu::63361733-195f-4e8d-8d9c-8edab3c37058" providerId="AD" clId="Web-{1DEC3323-2974-7D7D-CE5A-BA2637922DA8}" dt="2024-11-17T16:20:01.080" v="271"/>
          <ac:cxnSpMkLst>
            <pc:docMk/>
            <pc:sldMk cId="2108009472" sldId="294"/>
            <ac:cxnSpMk id="105" creationId="{17A8B45F-68C0-44FC-D2CC-D08456B90740}"/>
          </ac:cxnSpMkLst>
        </pc:cxnChg>
        <pc:cxnChg chg="add del">
          <ac:chgData name="Kai Quander" userId="S::kquander@usf.edu::63361733-195f-4e8d-8d9c-8edab3c37058" providerId="AD" clId="Web-{1DEC3323-2974-7D7D-CE5A-BA2637922DA8}" dt="2024-11-17T16:20:01.080" v="270"/>
          <ac:cxnSpMkLst>
            <pc:docMk/>
            <pc:sldMk cId="2108009472" sldId="294"/>
            <ac:cxnSpMk id="107" creationId="{7C2BA44E-FE51-96DE-0232-C45B98F5AD18}"/>
          </ac:cxnSpMkLst>
        </pc:cxnChg>
        <pc:cxnChg chg="add del">
          <ac:chgData name="Kai Quander" userId="S::kquander@usf.edu::63361733-195f-4e8d-8d9c-8edab3c37058" providerId="AD" clId="Web-{1DEC3323-2974-7D7D-CE5A-BA2637922DA8}" dt="2024-11-17T16:22:53.037" v="341"/>
          <ac:cxnSpMkLst>
            <pc:docMk/>
            <pc:sldMk cId="2108009472" sldId="294"/>
            <ac:cxnSpMk id="320" creationId="{760E42B0-3376-8523-0FB5-817CEAB6E0B4}"/>
          </ac:cxnSpMkLst>
        </pc:cxnChg>
        <pc:cxnChg chg="add del">
          <ac:chgData name="Kai Quander" userId="S::kquander@usf.edu::63361733-195f-4e8d-8d9c-8edab3c37058" providerId="AD" clId="Web-{1DEC3323-2974-7D7D-CE5A-BA2637922DA8}" dt="2024-11-17T16:22:53.037" v="340"/>
          <ac:cxnSpMkLst>
            <pc:docMk/>
            <pc:sldMk cId="2108009472" sldId="294"/>
            <ac:cxnSpMk id="322" creationId="{70E74DF8-94F0-FDA4-2267-36798AA7C9CA}"/>
          </ac:cxnSpMkLst>
        </pc:cxnChg>
        <pc:cxnChg chg="add del">
          <ac:chgData name="Kai Quander" userId="S::kquander@usf.edu::63361733-195f-4e8d-8d9c-8edab3c37058" providerId="AD" clId="Web-{1DEC3323-2974-7D7D-CE5A-BA2637922DA8}" dt="2024-11-17T16:22:53.037" v="339"/>
          <ac:cxnSpMkLst>
            <pc:docMk/>
            <pc:sldMk cId="2108009472" sldId="294"/>
            <ac:cxnSpMk id="324" creationId="{54062B28-CD23-BAD4-F528-93548B678381}"/>
          </ac:cxnSpMkLst>
        </pc:cxnChg>
        <pc:cxnChg chg="add del">
          <ac:chgData name="Kai Quander" userId="S::kquander@usf.edu::63361733-195f-4e8d-8d9c-8edab3c37058" providerId="AD" clId="Web-{1DEC3323-2974-7D7D-CE5A-BA2637922DA8}" dt="2024-11-17T16:22:53.037" v="338"/>
          <ac:cxnSpMkLst>
            <pc:docMk/>
            <pc:sldMk cId="2108009472" sldId="294"/>
            <ac:cxnSpMk id="326" creationId="{266E1C1B-4374-AACB-9188-AB310AA41F37}"/>
          </ac:cxnSpMkLst>
        </pc:cxnChg>
        <pc:cxnChg chg="add del">
          <ac:chgData name="Kai Quander" userId="S::kquander@usf.edu::63361733-195f-4e8d-8d9c-8edab3c37058" providerId="AD" clId="Web-{1DEC3323-2974-7D7D-CE5A-BA2637922DA8}" dt="2024-11-17T16:22:53.037" v="337"/>
          <ac:cxnSpMkLst>
            <pc:docMk/>
            <pc:sldMk cId="2108009472" sldId="294"/>
            <ac:cxnSpMk id="328" creationId="{2560C530-1AC3-909D-9A3B-C2606344FDE4}"/>
          </ac:cxnSpMkLst>
        </pc:cxnChg>
        <pc:cxnChg chg="add del">
          <ac:chgData name="Kai Quander" userId="S::kquander@usf.edu::63361733-195f-4e8d-8d9c-8edab3c37058" providerId="AD" clId="Web-{1DEC3323-2974-7D7D-CE5A-BA2637922DA8}" dt="2024-11-17T16:22:53.037" v="336"/>
          <ac:cxnSpMkLst>
            <pc:docMk/>
            <pc:sldMk cId="2108009472" sldId="294"/>
            <ac:cxnSpMk id="330" creationId="{F30E811E-963E-8AEA-6465-E3581744F991}"/>
          </ac:cxnSpMkLst>
        </pc:cxnChg>
        <pc:cxnChg chg="add mod">
          <ac:chgData name="Kai Quander" userId="S::kquander@usf.edu::63361733-195f-4e8d-8d9c-8edab3c37058" providerId="AD" clId="Web-{1DEC3323-2974-7D7D-CE5A-BA2637922DA8}" dt="2024-11-17T16:28:36.232" v="439" actId="14100"/>
          <ac:cxnSpMkLst>
            <pc:docMk/>
            <pc:sldMk cId="2108009472" sldId="294"/>
            <ac:cxnSpMk id="425" creationId="{76467C93-1AF9-36C3-AD29-E2DC1358854D}"/>
          </ac:cxnSpMkLst>
        </pc:cxnChg>
        <pc:cxnChg chg="add mod">
          <ac:chgData name="Kai Quander" userId="S::kquander@usf.edu::63361733-195f-4e8d-8d9c-8edab3c37058" providerId="AD" clId="Web-{1DEC3323-2974-7D7D-CE5A-BA2637922DA8}" dt="2024-11-17T16:28:33.451" v="438" actId="14100"/>
          <ac:cxnSpMkLst>
            <pc:docMk/>
            <pc:sldMk cId="2108009472" sldId="294"/>
            <ac:cxnSpMk id="427" creationId="{D15376BD-7795-DA9A-CAD7-12CE23B6D8D3}"/>
          </ac:cxnSpMkLst>
        </pc:cxnChg>
        <pc:cxnChg chg="add del">
          <ac:chgData name="Kai Quander" userId="S::kquander@usf.edu::63361733-195f-4e8d-8d9c-8edab3c37058" providerId="AD" clId="Web-{1DEC3323-2974-7D7D-CE5A-BA2637922DA8}" dt="2024-11-17T16:28:58.295" v="442"/>
          <ac:cxnSpMkLst>
            <pc:docMk/>
            <pc:sldMk cId="2108009472" sldId="294"/>
            <ac:cxnSpMk id="429" creationId="{4E4CB259-A6CE-2795-4606-839FB57199CE}"/>
          </ac:cxnSpMkLst>
        </pc:cxnChg>
        <pc:cxnChg chg="add del">
          <ac:chgData name="Kai Quander" userId="S::kquander@usf.edu::63361733-195f-4e8d-8d9c-8edab3c37058" providerId="AD" clId="Web-{1DEC3323-2974-7D7D-CE5A-BA2637922DA8}" dt="2024-11-17T16:25:30.306" v="405"/>
          <ac:cxnSpMkLst>
            <pc:docMk/>
            <pc:sldMk cId="2108009472" sldId="294"/>
            <ac:cxnSpMk id="431" creationId="{828EF61B-0E8B-AF87-3391-FE1FC801530D}"/>
          </ac:cxnSpMkLst>
        </pc:cxnChg>
        <pc:cxnChg chg="add mod">
          <ac:chgData name="Kai Quander" userId="S::kquander@usf.edu::63361733-195f-4e8d-8d9c-8edab3c37058" providerId="AD" clId="Web-{1DEC3323-2974-7D7D-CE5A-BA2637922DA8}" dt="2024-11-17T16:30:58.017" v="471" actId="14100"/>
          <ac:cxnSpMkLst>
            <pc:docMk/>
            <pc:sldMk cId="2108009472" sldId="294"/>
            <ac:cxnSpMk id="433" creationId="{A4AA6ED0-F18E-736F-0DCF-ACBB85D167EF}"/>
          </ac:cxnSpMkLst>
        </pc:cxnChg>
        <pc:cxnChg chg="add mod">
          <ac:chgData name="Kai Quander" userId="S::kquander@usf.edu::63361733-195f-4e8d-8d9c-8edab3c37058" providerId="AD" clId="Web-{1DEC3323-2974-7D7D-CE5A-BA2637922DA8}" dt="2024-11-17T16:28:27.435" v="437" actId="14100"/>
          <ac:cxnSpMkLst>
            <pc:docMk/>
            <pc:sldMk cId="2108009472" sldId="294"/>
            <ac:cxnSpMk id="435" creationId="{B628C739-8626-1DDC-9882-7FEDDF163916}"/>
          </ac:cxnSpMkLst>
        </pc:cxnChg>
      </pc:sldChg>
      <pc:sldChg chg="modSp">
        <pc:chgData name="Kai Quander" userId="S::kquander@usf.edu::63361733-195f-4e8d-8d9c-8edab3c37058" providerId="AD" clId="Web-{1DEC3323-2974-7D7D-CE5A-BA2637922DA8}" dt="2024-11-17T16:06:35.528" v="94" actId="14100"/>
        <pc:sldMkLst>
          <pc:docMk/>
          <pc:sldMk cId="1614853152" sldId="295"/>
        </pc:sldMkLst>
        <pc:spChg chg="mod">
          <ac:chgData name="Kai Quander" userId="S::kquander@usf.edu::63361733-195f-4e8d-8d9c-8edab3c37058" providerId="AD" clId="Web-{1DEC3323-2974-7D7D-CE5A-BA2637922DA8}" dt="2024-11-17T16:06:35.528" v="94" actId="14100"/>
          <ac:spMkLst>
            <pc:docMk/>
            <pc:sldMk cId="1614853152" sldId="295"/>
            <ac:spMk id="73" creationId="{999BAC91-6C64-68E4-03A5-CC3B323BA3AA}"/>
          </ac:spMkLst>
        </pc:spChg>
        <pc:spChg chg="mod">
          <ac:chgData name="Kai Quander" userId="S::kquander@usf.edu::63361733-195f-4e8d-8d9c-8edab3c37058" providerId="AD" clId="Web-{1DEC3323-2974-7D7D-CE5A-BA2637922DA8}" dt="2024-11-17T16:06:24.997" v="90" actId="20577"/>
          <ac:spMkLst>
            <pc:docMk/>
            <pc:sldMk cId="1614853152" sldId="295"/>
            <ac:spMk id="83" creationId="{20C64FA4-B846-7AF9-D639-CACE0D32438C}"/>
          </ac:spMkLst>
        </pc:spChg>
        <pc:grpChg chg="mod">
          <ac:chgData name="Kai Quander" userId="S::kquander@usf.edu::63361733-195f-4e8d-8d9c-8edab3c37058" providerId="AD" clId="Web-{1DEC3323-2974-7D7D-CE5A-BA2637922DA8}" dt="2024-11-17T16:06:28.060" v="92" actId="1076"/>
          <ac:grpSpMkLst>
            <pc:docMk/>
            <pc:sldMk cId="1614853152" sldId="295"/>
            <ac:grpSpMk id="75" creationId="{685A1DBF-6CC4-5293-9ECE-D45ECB0DF89C}"/>
          </ac:grpSpMkLst>
        </pc:grpChg>
      </pc:sldChg>
      <pc:sldChg chg="addSp delSp modSp new mod ord modClrScheme chgLayout">
        <pc:chgData name="Kai Quander" userId="S::kquander@usf.edu::63361733-195f-4e8d-8d9c-8edab3c37058" providerId="AD" clId="Web-{1DEC3323-2974-7D7D-CE5A-BA2637922DA8}" dt="2024-11-17T17:23:27.607" v="482"/>
        <pc:sldMkLst>
          <pc:docMk/>
          <pc:sldMk cId="1168346162" sldId="308"/>
        </pc:sldMkLst>
        <pc:spChg chg="mod ord">
          <ac:chgData name="Kai Quander" userId="S::kquander@usf.edu::63361733-195f-4e8d-8d9c-8edab3c37058" providerId="AD" clId="Web-{1DEC3323-2974-7D7D-CE5A-BA2637922DA8}" dt="2024-11-17T16:16:28.201" v="219"/>
          <ac:spMkLst>
            <pc:docMk/>
            <pc:sldMk cId="1168346162" sldId="308"/>
            <ac:spMk id="2" creationId="{AFEB2EFA-FFFC-BAF3-2265-BB29DBF655EF}"/>
          </ac:spMkLst>
        </pc:spChg>
        <pc:spChg chg="add del mod ord">
          <ac:chgData name="Kai Quander" userId="S::kquander@usf.edu::63361733-195f-4e8d-8d9c-8edab3c37058" providerId="AD" clId="Web-{1DEC3323-2974-7D7D-CE5A-BA2637922DA8}" dt="2024-11-17T16:11:55.773" v="157"/>
          <ac:spMkLst>
            <pc:docMk/>
            <pc:sldMk cId="1168346162" sldId="308"/>
            <ac:spMk id="3" creationId="{435253A8-11B2-5295-54C8-1BCC442A7CED}"/>
          </ac:spMkLst>
        </pc:spChg>
        <pc:spChg chg="add mod">
          <ac:chgData name="Kai Quander" userId="S::kquander@usf.edu::63361733-195f-4e8d-8d9c-8edab3c37058" providerId="AD" clId="Web-{1DEC3323-2974-7D7D-CE5A-BA2637922DA8}" dt="2024-11-17T16:16:44.154" v="223" actId="1076"/>
          <ac:spMkLst>
            <pc:docMk/>
            <pc:sldMk cId="1168346162" sldId="308"/>
            <ac:spMk id="7" creationId="{7D92D1CB-4DD5-3599-3B8B-6263F0A66463}"/>
          </ac:spMkLst>
        </pc:spChg>
        <pc:spChg chg="add del mod">
          <ac:chgData name="Kai Quander" userId="S::kquander@usf.edu::63361733-195f-4e8d-8d9c-8edab3c37058" providerId="AD" clId="Web-{1DEC3323-2974-7D7D-CE5A-BA2637922DA8}" dt="2024-11-17T16:14:29.198" v="185"/>
          <ac:spMkLst>
            <pc:docMk/>
            <pc:sldMk cId="1168346162" sldId="308"/>
            <ac:spMk id="8" creationId="{4000CD93-E0E6-34CC-4127-B82F281E40F3}"/>
          </ac:spMkLst>
        </pc:spChg>
        <pc:spChg chg="add del mod ord">
          <ac:chgData name="Kai Quander" userId="S::kquander@usf.edu::63361733-195f-4e8d-8d9c-8edab3c37058" providerId="AD" clId="Web-{1DEC3323-2974-7D7D-CE5A-BA2637922DA8}" dt="2024-11-17T16:16:35.982" v="220"/>
          <ac:spMkLst>
            <pc:docMk/>
            <pc:sldMk cId="1168346162" sldId="308"/>
            <ac:spMk id="9" creationId="{74A74AC4-9547-A477-31F0-E07EA59531DD}"/>
          </ac:spMkLst>
        </pc:spChg>
        <pc:spChg chg="add del mod">
          <ac:chgData name="Kai Quander" userId="S::kquander@usf.edu::63361733-195f-4e8d-8d9c-8edab3c37058" providerId="AD" clId="Web-{1DEC3323-2974-7D7D-CE5A-BA2637922DA8}" dt="2024-11-17T16:12:50.243" v="161"/>
          <ac:spMkLst>
            <pc:docMk/>
            <pc:sldMk cId="1168346162" sldId="308"/>
            <ac:spMk id="10" creationId="{85505669-A337-2610-7966-FD02C9A5E324}"/>
          </ac:spMkLst>
        </pc:spChg>
        <pc:spChg chg="add del mod ord">
          <ac:chgData name="Kai Quander" userId="S::kquander@usf.edu::63361733-195f-4e8d-8d9c-8edab3c37058" providerId="AD" clId="Web-{1DEC3323-2974-7D7D-CE5A-BA2637922DA8}" dt="2024-11-17T16:16:37.420" v="221"/>
          <ac:spMkLst>
            <pc:docMk/>
            <pc:sldMk cId="1168346162" sldId="308"/>
            <ac:spMk id="11" creationId="{9CAC2B39-5EC8-AF56-EFD6-3F49F8D25933}"/>
          </ac:spMkLst>
        </pc:spChg>
        <pc:spChg chg="add mod">
          <ac:chgData name="Kai Quander" userId="S::kquander@usf.edu::63361733-195f-4e8d-8d9c-8edab3c37058" providerId="AD" clId="Web-{1DEC3323-2974-7D7D-CE5A-BA2637922DA8}" dt="2024-11-17T16:18:23.063" v="238" actId="20577"/>
          <ac:spMkLst>
            <pc:docMk/>
            <pc:sldMk cId="1168346162" sldId="308"/>
            <ac:spMk id="12" creationId="{202E552A-2A4A-083C-74EE-9CDBD83C57A8}"/>
          </ac:spMkLst>
        </pc:spChg>
        <pc:spChg chg="add mod">
          <ac:chgData name="Kai Quander" userId="S::kquander@usf.edu::63361733-195f-4e8d-8d9c-8edab3c37058" providerId="AD" clId="Web-{1DEC3323-2974-7D7D-CE5A-BA2637922DA8}" dt="2024-11-17T16:19:03.782" v="250" actId="14100"/>
          <ac:spMkLst>
            <pc:docMk/>
            <pc:sldMk cId="1168346162" sldId="308"/>
            <ac:spMk id="13" creationId="{E8229232-3A5C-4AE1-972D-94F6DEA2208D}"/>
          </ac:spMkLst>
        </pc:spChg>
        <pc:picChg chg="add mod">
          <ac:chgData name="Kai Quander" userId="S::kquander@usf.edu::63361733-195f-4e8d-8d9c-8edab3c37058" providerId="AD" clId="Web-{1DEC3323-2974-7D7D-CE5A-BA2637922DA8}" dt="2024-11-17T16:16:39.732" v="222" actId="1076"/>
          <ac:picMkLst>
            <pc:docMk/>
            <pc:sldMk cId="1168346162" sldId="308"/>
            <ac:picMk id="4" creationId="{03D4DEA1-F72C-7439-B59F-7C7AE2760442}"/>
          </ac:picMkLst>
        </pc:picChg>
        <pc:picChg chg="add mod">
          <ac:chgData name="Kai Quander" userId="S::kquander@usf.edu::63361733-195f-4e8d-8d9c-8edab3c37058" providerId="AD" clId="Web-{1DEC3323-2974-7D7D-CE5A-BA2637922DA8}" dt="2024-11-17T16:17:10.108" v="229" actId="1076"/>
          <ac:picMkLst>
            <pc:docMk/>
            <pc:sldMk cId="1168346162" sldId="308"/>
            <ac:picMk id="5" creationId="{0D8613B6-26DC-80E3-F973-AD08936DF5A6}"/>
          </ac:picMkLst>
        </pc:picChg>
        <pc:picChg chg="add mod">
          <ac:chgData name="Kai Quander" userId="S::kquander@usf.edu::63361733-195f-4e8d-8d9c-8edab3c37058" providerId="AD" clId="Web-{1DEC3323-2974-7D7D-CE5A-BA2637922DA8}" dt="2024-11-17T16:17:02.498" v="227" actId="1076"/>
          <ac:picMkLst>
            <pc:docMk/>
            <pc:sldMk cId="1168346162" sldId="308"/>
            <ac:picMk id="6" creationId="{312AA55B-099D-E523-14E4-553232092E19}"/>
          </ac:picMkLst>
        </pc:picChg>
      </pc:sldChg>
    </pc:docChg>
  </pc:docChgLst>
  <pc:docChgLst>
    <pc:chgData name="Kai Quander" userId="S::kquander@usf.edu::63361733-195f-4e8d-8d9c-8edab3c37058" providerId="AD" clId="Web-{D3A2AD37-5D2E-6203-0F42-A679C406BEF0}"/>
    <pc:docChg chg="modSld">
      <pc:chgData name="Kai Quander" userId="S::kquander@usf.edu::63361733-195f-4e8d-8d9c-8edab3c37058" providerId="AD" clId="Web-{D3A2AD37-5D2E-6203-0F42-A679C406BEF0}" dt="2024-11-17T01:16:10.135" v="87"/>
      <pc:docMkLst>
        <pc:docMk/>
      </pc:docMkLst>
      <pc:sldChg chg="addSp delSp">
        <pc:chgData name="Kai Quander" userId="S::kquander@usf.edu::63361733-195f-4e8d-8d9c-8edab3c37058" providerId="AD" clId="Web-{D3A2AD37-5D2E-6203-0F42-A679C406BEF0}" dt="2024-11-17T01:16:10.135" v="87"/>
        <pc:sldMkLst>
          <pc:docMk/>
          <pc:sldMk cId="1614853152" sldId="295"/>
        </pc:sldMkLst>
        <pc:spChg chg="add del">
          <ac:chgData name="Kai Quander" userId="S::kquander@usf.edu::63361733-195f-4e8d-8d9c-8edab3c37058" providerId="AD" clId="Web-{D3A2AD37-5D2E-6203-0F42-A679C406BEF0}" dt="2024-11-17T01:01:19.171" v="68"/>
          <ac:spMkLst>
            <pc:docMk/>
            <pc:sldMk cId="1614853152" sldId="295"/>
            <ac:spMk id="85" creationId="{1F33F50C-99A6-FE14-FA2D-FB71616AD439}"/>
          </ac:spMkLst>
        </pc:spChg>
        <pc:spChg chg="add del">
          <ac:chgData name="Kai Quander" userId="S::kquander@usf.edu::63361733-195f-4e8d-8d9c-8edab3c37058" providerId="AD" clId="Web-{D3A2AD37-5D2E-6203-0F42-A679C406BEF0}" dt="2024-11-17T01:01:19.171" v="67"/>
          <ac:spMkLst>
            <pc:docMk/>
            <pc:sldMk cId="1614853152" sldId="295"/>
            <ac:spMk id="87" creationId="{81C10CA7-0C80-E3CD-5C85-797AC8BC1497}"/>
          </ac:spMkLst>
        </pc:spChg>
        <pc:spChg chg="add del">
          <ac:chgData name="Kai Quander" userId="S::kquander@usf.edu::63361733-195f-4e8d-8d9c-8edab3c37058" providerId="AD" clId="Web-{D3A2AD37-5D2E-6203-0F42-A679C406BEF0}" dt="2024-11-17T01:01:19.171" v="66"/>
          <ac:spMkLst>
            <pc:docMk/>
            <pc:sldMk cId="1614853152" sldId="295"/>
            <ac:spMk id="89" creationId="{36B25972-D8CF-3144-9548-0ECA3551B14B}"/>
          </ac:spMkLst>
        </pc:spChg>
        <pc:spChg chg="add del">
          <ac:chgData name="Kai Quander" userId="S::kquander@usf.edu::63361733-195f-4e8d-8d9c-8edab3c37058" providerId="AD" clId="Web-{D3A2AD37-5D2E-6203-0F42-A679C406BEF0}" dt="2024-11-17T01:01:19.171" v="65"/>
          <ac:spMkLst>
            <pc:docMk/>
            <pc:sldMk cId="1614853152" sldId="295"/>
            <ac:spMk id="91" creationId="{FFA88641-F887-0384-119C-957F2B0BE1DE}"/>
          </ac:spMkLst>
        </pc:spChg>
        <pc:spChg chg="add del">
          <ac:chgData name="Kai Quander" userId="S::kquander@usf.edu::63361733-195f-4e8d-8d9c-8edab3c37058" providerId="AD" clId="Web-{D3A2AD37-5D2E-6203-0F42-A679C406BEF0}" dt="2024-11-17T01:01:19.171" v="64"/>
          <ac:spMkLst>
            <pc:docMk/>
            <pc:sldMk cId="1614853152" sldId="295"/>
            <ac:spMk id="93" creationId="{CFDEFA51-BF83-31E3-F611-A9E72D484924}"/>
          </ac:spMkLst>
        </pc:spChg>
        <pc:spChg chg="add del">
          <ac:chgData name="Kai Quander" userId="S::kquander@usf.edu::63361733-195f-4e8d-8d9c-8edab3c37058" providerId="AD" clId="Web-{D3A2AD37-5D2E-6203-0F42-A679C406BEF0}" dt="2024-11-17T01:01:19.171" v="63"/>
          <ac:spMkLst>
            <pc:docMk/>
            <pc:sldMk cId="1614853152" sldId="295"/>
            <ac:spMk id="95" creationId="{8BB71A21-0EFC-030B-F828-1F9FEB862AA7}"/>
          </ac:spMkLst>
        </pc:spChg>
        <pc:spChg chg="add del">
          <ac:chgData name="Kai Quander" userId="S::kquander@usf.edu::63361733-195f-4e8d-8d9c-8edab3c37058" providerId="AD" clId="Web-{D3A2AD37-5D2E-6203-0F42-A679C406BEF0}" dt="2024-11-17T01:01:11.717" v="49"/>
          <ac:spMkLst>
            <pc:docMk/>
            <pc:sldMk cId="1614853152" sldId="295"/>
            <ac:spMk id="190" creationId="{99D1BE74-6C78-ECA6-0923-7217644E8CA3}"/>
          </ac:spMkLst>
        </pc:spChg>
        <pc:spChg chg="add del">
          <ac:chgData name="Kai Quander" userId="S::kquander@usf.edu::63361733-195f-4e8d-8d9c-8edab3c37058" providerId="AD" clId="Web-{D3A2AD37-5D2E-6203-0F42-A679C406BEF0}" dt="2024-11-17T01:01:11.717" v="48"/>
          <ac:spMkLst>
            <pc:docMk/>
            <pc:sldMk cId="1614853152" sldId="295"/>
            <ac:spMk id="192" creationId="{3ABD7B33-C021-D8C2-5DB5-3ED7031897AB}"/>
          </ac:spMkLst>
        </pc:spChg>
        <pc:spChg chg="add del">
          <ac:chgData name="Kai Quander" userId="S::kquander@usf.edu::63361733-195f-4e8d-8d9c-8edab3c37058" providerId="AD" clId="Web-{D3A2AD37-5D2E-6203-0F42-A679C406BEF0}" dt="2024-11-17T01:01:11.717" v="47"/>
          <ac:spMkLst>
            <pc:docMk/>
            <pc:sldMk cId="1614853152" sldId="295"/>
            <ac:spMk id="194" creationId="{D41924C9-0120-6BF2-7AE5-96C2098EDE6E}"/>
          </ac:spMkLst>
        </pc:spChg>
        <pc:spChg chg="add del">
          <ac:chgData name="Kai Quander" userId="S::kquander@usf.edu::63361733-195f-4e8d-8d9c-8edab3c37058" providerId="AD" clId="Web-{D3A2AD37-5D2E-6203-0F42-A679C406BEF0}" dt="2024-11-17T01:01:11.717" v="46"/>
          <ac:spMkLst>
            <pc:docMk/>
            <pc:sldMk cId="1614853152" sldId="295"/>
            <ac:spMk id="196" creationId="{68620222-2EC4-B3C0-25BC-5EF2471ABDB9}"/>
          </ac:spMkLst>
        </pc:spChg>
        <pc:spChg chg="add del">
          <ac:chgData name="Kai Quander" userId="S::kquander@usf.edu::63361733-195f-4e8d-8d9c-8edab3c37058" providerId="AD" clId="Web-{D3A2AD37-5D2E-6203-0F42-A679C406BEF0}" dt="2024-11-17T01:01:11.717" v="45"/>
          <ac:spMkLst>
            <pc:docMk/>
            <pc:sldMk cId="1614853152" sldId="295"/>
            <ac:spMk id="198" creationId="{E06491BD-0503-1376-D791-F29105CAE6EE}"/>
          </ac:spMkLst>
        </pc:spChg>
        <pc:spChg chg="add del">
          <ac:chgData name="Kai Quander" userId="S::kquander@usf.edu::63361733-195f-4e8d-8d9c-8edab3c37058" providerId="AD" clId="Web-{D3A2AD37-5D2E-6203-0F42-A679C406BEF0}" dt="2024-11-17T01:01:11.717" v="44"/>
          <ac:spMkLst>
            <pc:docMk/>
            <pc:sldMk cId="1614853152" sldId="295"/>
            <ac:spMk id="200" creationId="{0B9474E0-A155-C730-2732-2D12E5E85BEE}"/>
          </ac:spMkLst>
        </pc:spChg>
        <pc:spChg chg="add del">
          <ac:chgData name="Kai Quander" userId="S::kquander@usf.edu::63361733-195f-4e8d-8d9c-8edab3c37058" providerId="AD" clId="Web-{D3A2AD37-5D2E-6203-0F42-A679C406BEF0}" dt="2024-11-17T01:16:10.135" v="87"/>
          <ac:spMkLst>
            <pc:docMk/>
            <pc:sldMk cId="1614853152" sldId="295"/>
            <ac:spMk id="214" creationId="{14A644B2-6BCC-8710-81AA-0ED7C5A8F7EF}"/>
          </ac:spMkLst>
        </pc:spChg>
        <pc:spChg chg="add del">
          <ac:chgData name="Kai Quander" userId="S::kquander@usf.edu::63361733-195f-4e8d-8d9c-8edab3c37058" providerId="AD" clId="Web-{D3A2AD37-5D2E-6203-0F42-A679C406BEF0}" dt="2024-11-17T01:16:10.135" v="86"/>
          <ac:spMkLst>
            <pc:docMk/>
            <pc:sldMk cId="1614853152" sldId="295"/>
            <ac:spMk id="216" creationId="{84382F63-6B3F-EEC0-F7DE-5BB34362DDA7}"/>
          </ac:spMkLst>
        </pc:spChg>
        <pc:spChg chg="add del">
          <ac:chgData name="Kai Quander" userId="S::kquander@usf.edu::63361733-195f-4e8d-8d9c-8edab3c37058" providerId="AD" clId="Web-{D3A2AD37-5D2E-6203-0F42-A679C406BEF0}" dt="2024-11-17T01:16:10.135" v="85"/>
          <ac:spMkLst>
            <pc:docMk/>
            <pc:sldMk cId="1614853152" sldId="295"/>
            <ac:spMk id="218" creationId="{F727F8E9-D799-1C5C-33AA-27BAD45293A3}"/>
          </ac:spMkLst>
        </pc:spChg>
        <pc:spChg chg="add del">
          <ac:chgData name="Kai Quander" userId="S::kquander@usf.edu::63361733-195f-4e8d-8d9c-8edab3c37058" providerId="AD" clId="Web-{D3A2AD37-5D2E-6203-0F42-A679C406BEF0}" dt="2024-11-17T01:16:10.135" v="84"/>
          <ac:spMkLst>
            <pc:docMk/>
            <pc:sldMk cId="1614853152" sldId="295"/>
            <ac:spMk id="220" creationId="{40CBBE27-8297-1339-7A1B-9AB6B014E7D4}"/>
          </ac:spMkLst>
        </pc:spChg>
        <pc:grpChg chg="add del">
          <ac:chgData name="Kai Quander" userId="S::kquander@usf.edu::63361733-195f-4e8d-8d9c-8edab3c37058" providerId="AD" clId="Web-{D3A2AD37-5D2E-6203-0F42-A679C406BEF0}" dt="2024-11-17T01:01:19.171" v="75"/>
          <ac:grpSpMkLst>
            <pc:docMk/>
            <pc:sldMk cId="1614853152" sldId="295"/>
            <ac:grpSpMk id="6" creationId="{D34F5FA5-B01A-351D-1FF3-6ECF9C0C111C}"/>
          </ac:grpSpMkLst>
        </pc:grpChg>
        <pc:grpChg chg="add del">
          <ac:chgData name="Kai Quander" userId="S::kquander@usf.edu::63361733-195f-4e8d-8d9c-8edab3c37058" providerId="AD" clId="Web-{D3A2AD37-5D2E-6203-0F42-A679C406BEF0}" dt="2024-11-17T01:01:19.171" v="74"/>
          <ac:grpSpMkLst>
            <pc:docMk/>
            <pc:sldMk cId="1614853152" sldId="295"/>
            <ac:grpSpMk id="10" creationId="{BECD3E4D-46EB-8D20-F6A6-D0F7B852CCDD}"/>
          </ac:grpSpMkLst>
        </pc:grpChg>
        <pc:grpChg chg="add del">
          <ac:chgData name="Kai Quander" userId="S::kquander@usf.edu::63361733-195f-4e8d-8d9c-8edab3c37058" providerId="AD" clId="Web-{D3A2AD37-5D2E-6203-0F42-A679C406BEF0}" dt="2024-11-17T01:01:19.171" v="73"/>
          <ac:grpSpMkLst>
            <pc:docMk/>
            <pc:sldMk cId="1614853152" sldId="295"/>
            <ac:grpSpMk id="14" creationId="{40C4E184-A6EA-C7CC-5F1C-897B33B9263A}"/>
          </ac:grpSpMkLst>
        </pc:grpChg>
        <pc:grpChg chg="add del">
          <ac:chgData name="Kai Quander" userId="S::kquander@usf.edu::63361733-195f-4e8d-8d9c-8edab3c37058" providerId="AD" clId="Web-{D3A2AD37-5D2E-6203-0F42-A679C406BEF0}" dt="2024-11-17T01:01:19.171" v="72"/>
          <ac:grpSpMkLst>
            <pc:docMk/>
            <pc:sldMk cId="1614853152" sldId="295"/>
            <ac:grpSpMk id="18" creationId="{602035C3-D215-22BA-CDCB-16354CF53781}"/>
          </ac:grpSpMkLst>
        </pc:grpChg>
        <pc:grpChg chg="add del">
          <ac:chgData name="Kai Quander" userId="S::kquander@usf.edu::63361733-195f-4e8d-8d9c-8edab3c37058" providerId="AD" clId="Web-{D3A2AD37-5D2E-6203-0F42-A679C406BEF0}" dt="2024-11-17T01:01:19.171" v="71"/>
          <ac:grpSpMkLst>
            <pc:docMk/>
            <pc:sldMk cId="1614853152" sldId="295"/>
            <ac:grpSpMk id="22" creationId="{4BD4ADC1-0F04-C037-4FAB-5BFB039E695C}"/>
          </ac:grpSpMkLst>
        </pc:grpChg>
        <pc:grpChg chg="add del">
          <ac:chgData name="Kai Quander" userId="S::kquander@usf.edu::63361733-195f-4e8d-8d9c-8edab3c37058" providerId="AD" clId="Web-{D3A2AD37-5D2E-6203-0F42-A679C406BEF0}" dt="2024-11-17T01:01:19.171" v="70"/>
          <ac:grpSpMkLst>
            <pc:docMk/>
            <pc:sldMk cId="1614853152" sldId="295"/>
            <ac:grpSpMk id="26" creationId="{BD4DD957-9404-FA7B-8C17-6D03141C91C2}"/>
          </ac:grpSpMkLst>
        </pc:grpChg>
        <pc:grpChg chg="add del">
          <ac:chgData name="Kai Quander" userId="S::kquander@usf.edu::63361733-195f-4e8d-8d9c-8edab3c37058" providerId="AD" clId="Web-{D3A2AD37-5D2E-6203-0F42-A679C406BEF0}" dt="2024-11-17T01:01:19.171" v="69"/>
          <ac:grpSpMkLst>
            <pc:docMk/>
            <pc:sldMk cId="1614853152" sldId="295"/>
            <ac:grpSpMk id="83" creationId="{E114B35C-32AD-6992-2CDF-6EF5B09CC1ED}"/>
          </ac:grpSpMkLst>
        </pc:grpChg>
        <pc:grpChg chg="add del">
          <ac:chgData name="Kai Quander" userId="S::kquander@usf.edu::63361733-195f-4e8d-8d9c-8edab3c37058" providerId="AD" clId="Web-{D3A2AD37-5D2E-6203-0F42-A679C406BEF0}" dt="2024-11-17T01:01:11.717" v="56"/>
          <ac:grpSpMkLst>
            <pc:docMk/>
            <pc:sldMk cId="1614853152" sldId="295"/>
            <ac:grpSpMk id="111" creationId="{2FDEDFB0-39AA-B3F2-C743-19BBEE7E4E29}"/>
          </ac:grpSpMkLst>
        </pc:grpChg>
        <pc:grpChg chg="add del">
          <ac:chgData name="Kai Quander" userId="S::kquander@usf.edu::63361733-195f-4e8d-8d9c-8edab3c37058" providerId="AD" clId="Web-{D3A2AD37-5D2E-6203-0F42-A679C406BEF0}" dt="2024-11-17T01:01:11.717" v="55"/>
          <ac:grpSpMkLst>
            <pc:docMk/>
            <pc:sldMk cId="1614853152" sldId="295"/>
            <ac:grpSpMk id="115" creationId="{BF2DD83B-A0EB-35C7-8D63-D9CD5964FE5A}"/>
          </ac:grpSpMkLst>
        </pc:grpChg>
        <pc:grpChg chg="add del">
          <ac:chgData name="Kai Quander" userId="S::kquander@usf.edu::63361733-195f-4e8d-8d9c-8edab3c37058" providerId="AD" clId="Web-{D3A2AD37-5D2E-6203-0F42-A679C406BEF0}" dt="2024-11-17T01:01:11.717" v="54"/>
          <ac:grpSpMkLst>
            <pc:docMk/>
            <pc:sldMk cId="1614853152" sldId="295"/>
            <ac:grpSpMk id="119" creationId="{156BB5C2-A02D-8673-A8CE-810546A9DAB1}"/>
          </ac:grpSpMkLst>
        </pc:grpChg>
        <pc:grpChg chg="add del">
          <ac:chgData name="Kai Quander" userId="S::kquander@usf.edu::63361733-195f-4e8d-8d9c-8edab3c37058" providerId="AD" clId="Web-{D3A2AD37-5D2E-6203-0F42-A679C406BEF0}" dt="2024-11-17T01:01:11.717" v="53"/>
          <ac:grpSpMkLst>
            <pc:docMk/>
            <pc:sldMk cId="1614853152" sldId="295"/>
            <ac:grpSpMk id="123" creationId="{0E1628B6-9978-841F-DF1A-EB765A6F01BB}"/>
          </ac:grpSpMkLst>
        </pc:grpChg>
        <pc:grpChg chg="add del">
          <ac:chgData name="Kai Quander" userId="S::kquander@usf.edu::63361733-195f-4e8d-8d9c-8edab3c37058" providerId="AD" clId="Web-{D3A2AD37-5D2E-6203-0F42-A679C406BEF0}" dt="2024-11-17T01:01:11.717" v="52"/>
          <ac:grpSpMkLst>
            <pc:docMk/>
            <pc:sldMk cId="1614853152" sldId="295"/>
            <ac:grpSpMk id="127" creationId="{29CC4E4E-57DF-9585-F385-B8C804E20C93}"/>
          </ac:grpSpMkLst>
        </pc:grpChg>
        <pc:grpChg chg="add del">
          <ac:chgData name="Kai Quander" userId="S::kquander@usf.edu::63361733-195f-4e8d-8d9c-8edab3c37058" providerId="AD" clId="Web-{D3A2AD37-5D2E-6203-0F42-A679C406BEF0}" dt="2024-11-17T01:01:11.717" v="51"/>
          <ac:grpSpMkLst>
            <pc:docMk/>
            <pc:sldMk cId="1614853152" sldId="295"/>
            <ac:grpSpMk id="131" creationId="{3BD01995-B021-C91A-FE5E-73132BF334C2}"/>
          </ac:grpSpMkLst>
        </pc:grpChg>
        <pc:grpChg chg="add del">
          <ac:chgData name="Kai Quander" userId="S::kquander@usf.edu::63361733-195f-4e8d-8d9c-8edab3c37058" providerId="AD" clId="Web-{D3A2AD37-5D2E-6203-0F42-A679C406BEF0}" dt="2024-11-17T01:01:11.717" v="50"/>
          <ac:grpSpMkLst>
            <pc:docMk/>
            <pc:sldMk cId="1614853152" sldId="295"/>
            <ac:grpSpMk id="188" creationId="{71052427-AAFC-8AF8-514D-E28C8D4BD5E3}"/>
          </ac:grpSpMkLst>
        </pc:grpChg>
        <pc:grpChg chg="add del">
          <ac:chgData name="Kai Quander" userId="S::kquander@usf.edu::63361733-195f-4e8d-8d9c-8edab3c37058" providerId="AD" clId="Web-{D3A2AD37-5D2E-6203-0F42-A679C406BEF0}" dt="2024-11-17T01:16:10.135" v="82"/>
          <ac:grpSpMkLst>
            <pc:docMk/>
            <pc:sldMk cId="1614853152" sldId="295"/>
            <ac:grpSpMk id="300" creationId="{47DCF073-0DCC-158A-80FE-45A155D63C07}"/>
          </ac:grpSpMkLst>
        </pc:grpChg>
        <pc:graphicFrameChg chg="add del">
          <ac:chgData name="Kai Quander" userId="S::kquander@usf.edu::63361733-195f-4e8d-8d9c-8edab3c37058" providerId="AD" clId="Web-{D3A2AD37-5D2E-6203-0F42-A679C406BEF0}" dt="2024-11-17T01:16:10.135" v="83"/>
          <ac:graphicFrameMkLst>
            <pc:docMk/>
            <pc:sldMk cId="1614853152" sldId="295"/>
            <ac:graphicFrameMk id="222" creationId="{64F42CE9-5859-0A6D-DE34-ADEC50D2FBA6}"/>
          </ac:graphicFrameMkLst>
        </pc:graphicFrameChg>
        <pc:cxnChg chg="add del">
          <ac:chgData name="Kai Quander" userId="S::kquander@usf.edu::63361733-195f-4e8d-8d9c-8edab3c37058" providerId="AD" clId="Web-{D3A2AD37-5D2E-6203-0F42-A679C406BEF0}" dt="2024-11-17T01:01:19.171" v="62"/>
          <ac:cxnSpMkLst>
            <pc:docMk/>
            <pc:sldMk cId="1614853152" sldId="295"/>
            <ac:cxnSpMk id="97" creationId="{37F0E34F-859D-672F-3281-05E2778B112E}"/>
          </ac:cxnSpMkLst>
        </pc:cxnChg>
        <pc:cxnChg chg="add del">
          <ac:chgData name="Kai Quander" userId="S::kquander@usf.edu::63361733-195f-4e8d-8d9c-8edab3c37058" providerId="AD" clId="Web-{D3A2AD37-5D2E-6203-0F42-A679C406BEF0}" dt="2024-11-17T01:01:19.171" v="61"/>
          <ac:cxnSpMkLst>
            <pc:docMk/>
            <pc:sldMk cId="1614853152" sldId="295"/>
            <ac:cxnSpMk id="99" creationId="{5EB79B14-72AE-2ACF-390A-7A3098C152E3}"/>
          </ac:cxnSpMkLst>
        </pc:cxnChg>
        <pc:cxnChg chg="add del">
          <ac:chgData name="Kai Quander" userId="S::kquander@usf.edu::63361733-195f-4e8d-8d9c-8edab3c37058" providerId="AD" clId="Web-{D3A2AD37-5D2E-6203-0F42-A679C406BEF0}" dt="2024-11-17T01:01:19.171" v="60"/>
          <ac:cxnSpMkLst>
            <pc:docMk/>
            <pc:sldMk cId="1614853152" sldId="295"/>
            <ac:cxnSpMk id="101" creationId="{36BE4D16-638D-760C-C982-0357E3EA100F}"/>
          </ac:cxnSpMkLst>
        </pc:cxnChg>
        <pc:cxnChg chg="add del">
          <ac:chgData name="Kai Quander" userId="S::kquander@usf.edu::63361733-195f-4e8d-8d9c-8edab3c37058" providerId="AD" clId="Web-{D3A2AD37-5D2E-6203-0F42-A679C406BEF0}" dt="2024-11-17T01:01:19.171" v="59"/>
          <ac:cxnSpMkLst>
            <pc:docMk/>
            <pc:sldMk cId="1614853152" sldId="295"/>
            <ac:cxnSpMk id="103" creationId="{79D71E16-9466-C6CF-3E13-A6C08C196C40}"/>
          </ac:cxnSpMkLst>
        </pc:cxnChg>
        <pc:cxnChg chg="add del">
          <ac:chgData name="Kai Quander" userId="S::kquander@usf.edu::63361733-195f-4e8d-8d9c-8edab3c37058" providerId="AD" clId="Web-{D3A2AD37-5D2E-6203-0F42-A679C406BEF0}" dt="2024-11-17T01:01:19.171" v="58"/>
          <ac:cxnSpMkLst>
            <pc:docMk/>
            <pc:sldMk cId="1614853152" sldId="295"/>
            <ac:cxnSpMk id="105" creationId="{1C7CEA1D-69D2-6245-8F0B-55C464FC8E31}"/>
          </ac:cxnSpMkLst>
        </pc:cxnChg>
        <pc:cxnChg chg="add del">
          <ac:chgData name="Kai Quander" userId="S::kquander@usf.edu::63361733-195f-4e8d-8d9c-8edab3c37058" providerId="AD" clId="Web-{D3A2AD37-5D2E-6203-0F42-A679C406BEF0}" dt="2024-11-17T01:01:19.171" v="57"/>
          <ac:cxnSpMkLst>
            <pc:docMk/>
            <pc:sldMk cId="1614853152" sldId="295"/>
            <ac:cxnSpMk id="107" creationId="{62715977-A757-8F3A-D8C0-712749C58F24}"/>
          </ac:cxnSpMkLst>
        </pc:cxnChg>
        <pc:cxnChg chg="add del">
          <ac:chgData name="Kai Quander" userId="S::kquander@usf.edu::63361733-195f-4e8d-8d9c-8edab3c37058" providerId="AD" clId="Web-{D3A2AD37-5D2E-6203-0F42-A679C406BEF0}" dt="2024-11-17T01:01:11.717" v="43"/>
          <ac:cxnSpMkLst>
            <pc:docMk/>
            <pc:sldMk cId="1614853152" sldId="295"/>
            <ac:cxnSpMk id="202" creationId="{9219E3BC-280A-30A8-B1E8-6B50BDA48409}"/>
          </ac:cxnSpMkLst>
        </pc:cxnChg>
        <pc:cxnChg chg="add del">
          <ac:chgData name="Kai Quander" userId="S::kquander@usf.edu::63361733-195f-4e8d-8d9c-8edab3c37058" providerId="AD" clId="Web-{D3A2AD37-5D2E-6203-0F42-A679C406BEF0}" dt="2024-11-17T01:01:11.717" v="42"/>
          <ac:cxnSpMkLst>
            <pc:docMk/>
            <pc:sldMk cId="1614853152" sldId="295"/>
            <ac:cxnSpMk id="204" creationId="{D59A731F-0947-842E-4DE7-785628270F93}"/>
          </ac:cxnSpMkLst>
        </pc:cxnChg>
        <pc:cxnChg chg="add del">
          <ac:chgData name="Kai Quander" userId="S::kquander@usf.edu::63361733-195f-4e8d-8d9c-8edab3c37058" providerId="AD" clId="Web-{D3A2AD37-5D2E-6203-0F42-A679C406BEF0}" dt="2024-11-17T01:01:11.717" v="41"/>
          <ac:cxnSpMkLst>
            <pc:docMk/>
            <pc:sldMk cId="1614853152" sldId="295"/>
            <ac:cxnSpMk id="206" creationId="{B9F2B115-4766-A2E5-AC46-BE0F1FF2106D}"/>
          </ac:cxnSpMkLst>
        </pc:cxnChg>
        <pc:cxnChg chg="add del">
          <ac:chgData name="Kai Quander" userId="S::kquander@usf.edu::63361733-195f-4e8d-8d9c-8edab3c37058" providerId="AD" clId="Web-{D3A2AD37-5D2E-6203-0F42-A679C406BEF0}" dt="2024-11-17T01:01:11.717" v="40"/>
          <ac:cxnSpMkLst>
            <pc:docMk/>
            <pc:sldMk cId="1614853152" sldId="295"/>
            <ac:cxnSpMk id="208" creationId="{FC2E25E6-CC59-4980-5D26-88D13E366B41}"/>
          </ac:cxnSpMkLst>
        </pc:cxnChg>
        <pc:cxnChg chg="add del">
          <ac:chgData name="Kai Quander" userId="S::kquander@usf.edu::63361733-195f-4e8d-8d9c-8edab3c37058" providerId="AD" clId="Web-{D3A2AD37-5D2E-6203-0F42-A679C406BEF0}" dt="2024-11-17T01:01:11.717" v="39"/>
          <ac:cxnSpMkLst>
            <pc:docMk/>
            <pc:sldMk cId="1614853152" sldId="295"/>
            <ac:cxnSpMk id="210" creationId="{74D67688-729F-149C-2C4B-A37985691263}"/>
          </ac:cxnSpMkLst>
        </pc:cxnChg>
        <pc:cxnChg chg="add del">
          <ac:chgData name="Kai Quander" userId="S::kquander@usf.edu::63361733-195f-4e8d-8d9c-8edab3c37058" providerId="AD" clId="Web-{D3A2AD37-5D2E-6203-0F42-A679C406BEF0}" dt="2024-11-17T01:01:11.717" v="38"/>
          <ac:cxnSpMkLst>
            <pc:docMk/>
            <pc:sldMk cId="1614853152" sldId="295"/>
            <ac:cxnSpMk id="212" creationId="{3E7D7B66-3B2E-2F23-FD49-6D7554B33781}"/>
          </ac:cxnSpMkLst>
        </pc:cxnChg>
      </pc:sldChg>
    </pc:docChg>
  </pc:docChgLst>
  <pc:docChgLst>
    <pc:chgData name="Ryan Stopczynski" userId="S::stopczynski@usf.edu::ce79a5e6-cea1-43cd-b7f0-3e1ae3579b25" providerId="AD" clId="Web-{995DA2D8-C5D4-46CB-85C1-0187AF11979B}"/>
    <pc:docChg chg="addSld delSld modSld">
      <pc:chgData name="Ryan Stopczynski" userId="S::stopczynski@usf.edu::ce79a5e6-cea1-43cd-b7f0-3e1ae3579b25" providerId="AD" clId="Web-{995DA2D8-C5D4-46CB-85C1-0187AF11979B}" dt="2024-11-16T18:36:04.690" v="389" actId="20577"/>
      <pc:docMkLst>
        <pc:docMk/>
      </pc:docMkLst>
      <pc:sldChg chg="addSp delSp del">
        <pc:chgData name="Ryan Stopczynski" userId="S::stopczynski@usf.edu::ce79a5e6-cea1-43cd-b7f0-3e1ae3579b25" providerId="AD" clId="Web-{995DA2D8-C5D4-46CB-85C1-0187AF11979B}" dt="2024-11-16T18:25:39.007" v="3"/>
        <pc:sldMkLst>
          <pc:docMk/>
          <pc:sldMk cId="1440532934" sldId="291"/>
        </pc:sldMkLst>
        <pc:spChg chg="add del">
          <ac:chgData name="Ryan Stopczynski" userId="S::stopczynski@usf.edu::ce79a5e6-cea1-43cd-b7f0-3e1ae3579b25" providerId="AD" clId="Web-{995DA2D8-C5D4-46CB-85C1-0187AF11979B}" dt="2024-11-16T18:25:32.569" v="1"/>
          <ac:spMkLst>
            <pc:docMk/>
            <pc:sldMk cId="1440532934" sldId="291"/>
            <ac:spMk id="3" creationId="{933BEDEC-BBC5-C13F-05E9-5884AC26FC75}"/>
          </ac:spMkLst>
        </pc:spChg>
      </pc:sldChg>
      <pc:sldChg chg="addSp modSp mod modClrScheme chgLayout">
        <pc:chgData name="Ryan Stopczynski" userId="S::stopczynski@usf.edu::ce79a5e6-cea1-43cd-b7f0-3e1ae3579b25" providerId="AD" clId="Web-{995DA2D8-C5D4-46CB-85C1-0187AF11979B}" dt="2024-11-16T18:35:14.783" v="376" actId="20577"/>
        <pc:sldMkLst>
          <pc:docMk/>
          <pc:sldMk cId="135140530" sldId="292"/>
        </pc:sldMkLst>
        <pc:spChg chg="mod">
          <ac:chgData name="Ryan Stopczynski" userId="S::stopczynski@usf.edu::ce79a5e6-cea1-43cd-b7f0-3e1ae3579b25" providerId="AD" clId="Web-{995DA2D8-C5D4-46CB-85C1-0187AF11979B}" dt="2024-11-16T18:35:14.783" v="376" actId="20577"/>
          <ac:spMkLst>
            <pc:docMk/>
            <pc:sldMk cId="135140530" sldId="292"/>
            <ac:spMk id="2" creationId="{058A98E8-1D72-DB5F-6769-4A525A30FF4C}"/>
          </ac:spMkLst>
        </pc:spChg>
        <pc:spChg chg="add mod ord">
          <ac:chgData name="Ryan Stopczynski" userId="S::stopczynski@usf.edu::ce79a5e6-cea1-43cd-b7f0-3e1ae3579b25" providerId="AD" clId="Web-{995DA2D8-C5D4-46CB-85C1-0187AF11979B}" dt="2024-11-16T18:34:58.314" v="365" actId="20577"/>
          <ac:spMkLst>
            <pc:docMk/>
            <pc:sldMk cId="135140530" sldId="292"/>
            <ac:spMk id="3" creationId="{97909E07-C330-1998-3D32-7431DBAC6079}"/>
          </ac:spMkLst>
        </pc:spChg>
        <pc:picChg chg="add mod">
          <ac:chgData name="Ryan Stopczynski" userId="S::stopczynski@usf.edu::ce79a5e6-cea1-43cd-b7f0-3e1ae3579b25" providerId="AD" clId="Web-{995DA2D8-C5D4-46CB-85C1-0187AF11979B}" dt="2024-11-16T18:34:26.173" v="341"/>
          <ac:picMkLst>
            <pc:docMk/>
            <pc:sldMk cId="135140530" sldId="292"/>
            <ac:picMk id="4" creationId="{51E4FBFD-9819-8783-EDCC-E4B382370262}"/>
          </ac:picMkLst>
        </pc:picChg>
      </pc:sldChg>
      <pc:sldChg chg="modSp new">
        <pc:chgData name="Ryan Stopczynski" userId="S::stopczynski@usf.edu::ce79a5e6-cea1-43cd-b7f0-3e1ae3579b25" providerId="AD" clId="Web-{995DA2D8-C5D4-46CB-85C1-0187AF11979B}" dt="2024-11-16T18:36:04.690" v="389" actId="20577"/>
        <pc:sldMkLst>
          <pc:docMk/>
          <pc:sldMk cId="1614853152" sldId="295"/>
        </pc:sldMkLst>
        <pc:spChg chg="mod">
          <ac:chgData name="Ryan Stopczynski" userId="S::stopczynski@usf.edu::ce79a5e6-cea1-43cd-b7f0-3e1ae3579b25" providerId="AD" clId="Web-{995DA2D8-C5D4-46CB-85C1-0187AF11979B}" dt="2024-11-16T18:36:04.690" v="389" actId="20577"/>
          <ac:spMkLst>
            <pc:docMk/>
            <pc:sldMk cId="1614853152" sldId="295"/>
            <ac:spMk id="2" creationId="{E44FF3FC-15CD-6DBA-5D2F-ABC9144E21F5}"/>
          </ac:spMkLst>
        </pc:spChg>
      </pc:sldChg>
      <pc:sldChg chg="addSp delSp modSp new del mod modClrScheme chgLayout">
        <pc:chgData name="Ryan Stopczynski" userId="S::stopczynski@usf.edu::ce79a5e6-cea1-43cd-b7f0-3e1ae3579b25" providerId="AD" clId="Web-{995DA2D8-C5D4-46CB-85C1-0187AF11979B}" dt="2024-11-16T18:33:02.109" v="324"/>
        <pc:sldMkLst>
          <pc:docMk/>
          <pc:sldMk cId="2546104279" sldId="295"/>
        </pc:sldMkLst>
        <pc:spChg chg="mod">
          <ac:chgData name="Ryan Stopczynski" userId="S::stopczynski@usf.edu::ce79a5e6-cea1-43cd-b7f0-3e1ae3579b25" providerId="AD" clId="Web-{995DA2D8-C5D4-46CB-85C1-0187AF11979B}" dt="2024-11-16T18:29:43.198" v="213"/>
          <ac:spMkLst>
            <pc:docMk/>
            <pc:sldMk cId="2546104279" sldId="295"/>
            <ac:spMk id="2" creationId="{08E38D68-1FDF-4207-2593-405354B90465}"/>
          </ac:spMkLst>
        </pc:spChg>
        <pc:spChg chg="mod">
          <ac:chgData name="Ryan Stopczynski" userId="S::stopczynski@usf.edu::ce79a5e6-cea1-43cd-b7f0-3e1ae3579b25" providerId="AD" clId="Web-{995DA2D8-C5D4-46CB-85C1-0187AF11979B}" dt="2024-11-16T18:32:19.108" v="319"/>
          <ac:spMkLst>
            <pc:docMk/>
            <pc:sldMk cId="2546104279" sldId="295"/>
            <ac:spMk id="3" creationId="{C8CF0D4C-95CF-924B-3C79-BA0813C9B69E}"/>
          </ac:spMkLst>
        </pc:spChg>
        <pc:spChg chg="del">
          <ac:chgData name="Ryan Stopczynski" userId="S::stopczynski@usf.edu::ce79a5e6-cea1-43cd-b7f0-3e1ae3579b25" providerId="AD" clId="Web-{995DA2D8-C5D4-46CB-85C1-0187AF11979B}" dt="2024-11-16T18:25:44.288" v="13"/>
          <ac:spMkLst>
            <pc:docMk/>
            <pc:sldMk cId="2546104279" sldId="295"/>
            <ac:spMk id="4" creationId="{1A33EEAB-1040-6938-C5B5-3D96FC741E7B}"/>
          </ac:spMkLst>
        </pc:spChg>
        <pc:picChg chg="add del mod modCrop">
          <ac:chgData name="Ryan Stopczynski" userId="S::stopczynski@usf.edu::ce79a5e6-cea1-43cd-b7f0-3e1ae3579b25" providerId="AD" clId="Web-{995DA2D8-C5D4-46CB-85C1-0187AF11979B}" dt="2024-11-16T18:32:01.155" v="313"/>
          <ac:picMkLst>
            <pc:docMk/>
            <pc:sldMk cId="2546104279" sldId="295"/>
            <ac:picMk id="5" creationId="{0DCEA35C-1560-FA68-3C72-13A6F3FCEBBC}"/>
          </ac:picMkLst>
        </pc:picChg>
        <pc:picChg chg="add del mod">
          <ac:chgData name="Ryan Stopczynski" userId="S::stopczynski@usf.edu::ce79a5e6-cea1-43cd-b7f0-3e1ae3579b25" providerId="AD" clId="Web-{995DA2D8-C5D4-46CB-85C1-0187AF11979B}" dt="2024-11-16T18:32:56.171" v="323"/>
          <ac:picMkLst>
            <pc:docMk/>
            <pc:sldMk cId="2546104279" sldId="295"/>
            <ac:picMk id="6" creationId="{162DE5FB-A6A6-F2F2-8CD2-F77D9C7D0B6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5" name="Google Shape;2425;gef0c9eee94_0_1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6" name="Google Shape;2426;gef0c9eee94_0_1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gef0c9eee9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9" name="Google Shape;1449;gef0c9eee9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eea67f8950_0_19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eea67f8950_0_19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06701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eea67f8950_0_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eea67f8950_0_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5" name="Google Shape;2325;gef0c9eee94_0_1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6" name="Google Shape;2326;gef0c9eee94_0_1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36744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0" name="Google Shape;2760;gef0c9eee94_0_16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1" name="Google Shape;2761;gef0c9eee94_0_16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eea67f8950_0_20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eea67f8950_0_20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772100" y="1477700"/>
            <a:ext cx="3914700" cy="170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772100" y="3183700"/>
            <a:ext cx="3914700" cy="48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60825"/>
            <a:ext cx="8229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</p:sldLayoutIdLst>
  <p:transition spd="slow">
    <p:wip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transition spd="slow">
    <p:wip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xVdEci7_HlNm7VrczBoub7ICXVLeQLmozb3PbGKNH7g/copy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bsnews.com/news/fake-news-social-media-and-the-death-of-truth/" TargetMode="External"/><Relationship Id="rId2" Type="http://schemas.openxmlformats.org/officeDocument/2006/relationships/hyperlink" Target="http://www.mayoclinic.org/diseases-conditions/coronavirus/in-depth/coronavirus-myths/art-20485720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://www.hhs.gov/surgeongeneral/priorities/health-misinformation/index.html" TargetMode="External"/><Relationship Id="rId4" Type="http://schemas.openxmlformats.org/officeDocument/2006/relationships/hyperlink" Target="http://www.business-humanrights.org/en/latest-news/commentary-tech-companies-inability-to-control-fake-news-exacerbates-violent-acts/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B0F6-9EF4-215B-FFF6-AC9C414AD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lang="en-US" sz="11100" b="1" i="0" u="none" strike="noStrike" cap="none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Did you know?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D4FE62-F018-782E-3204-C337F7D518B7}"/>
              </a:ext>
            </a:extLst>
          </p:cNvPr>
          <p:cNvSpPr txBox="1"/>
          <p:nvPr/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rot="0" spcFirstLastPara="1" vertOverflow="overflow" horzOverflow="overflow" vert="horz" wrap="square" lIns="91425" tIns="91425" rIns="91425" bIns="91425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14300" algn="ctr">
              <a:lnSpc>
                <a:spcPct val="115000"/>
              </a:lnSpc>
              <a:spcAft>
                <a:spcPts val="600"/>
              </a:spcAft>
              <a:buClr>
                <a:schemeClr val="dk2"/>
              </a:buClr>
              <a:buSzPts val="1800"/>
            </a:pPr>
            <a:r>
              <a:rPr lang="en-US" sz="2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COVID-19 vaccine can alter your human DNA?</a:t>
            </a:r>
            <a:endParaRPr lang="en-US" sz="320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778448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B0F6-9EF4-215B-FFF6-AC9C414AD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lang="en-US" sz="11100" b="1" i="0" u="none" strike="noStrike" cap="none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Did you know?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D4FE62-F018-782E-3204-C337F7D518B7}"/>
              </a:ext>
            </a:extLst>
          </p:cNvPr>
          <p:cNvSpPr txBox="1"/>
          <p:nvPr/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rot="0" spcFirstLastPara="1" vertOverflow="overflow" horzOverflow="overflow" vert="horz" wrap="square" lIns="91425" tIns="91425" rIns="91425" bIns="91425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114300" algn="ctr">
              <a:lnSpc>
                <a:spcPct val="115000"/>
              </a:lnSpc>
              <a:spcAft>
                <a:spcPts val="600"/>
              </a:spcAft>
              <a:buClr>
                <a:schemeClr val="dk2"/>
              </a:buClr>
              <a:buSzPts val="1800"/>
            </a:pPr>
            <a:r>
              <a:rPr lang="en-US" sz="2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COVID-19 vaccine has a microchip that </a:t>
            </a:r>
            <a:r>
              <a:rPr lang="en-US" sz="2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tracks</a:t>
            </a:r>
            <a:r>
              <a:rPr lang="en-US" sz="2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your location and movement?</a:t>
            </a:r>
            <a:endParaRPr lang="en-US" sz="280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895536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B0F6-9EF4-215B-FFF6-AC9C414AD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lang="en-US" sz="11100" b="1" i="0" u="none" strike="noStrike" cap="none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Did you know?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D4FE62-F018-782E-3204-C337F7D518B7}"/>
              </a:ext>
            </a:extLst>
          </p:cNvPr>
          <p:cNvSpPr txBox="1"/>
          <p:nvPr/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rot="0" spcFirstLastPara="1" vertOverflow="overflow" horzOverflow="overflow" vert="horz" wrap="square" lIns="91425" tIns="91425" rIns="91425" bIns="91425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114300" algn="ctr">
              <a:lnSpc>
                <a:spcPct val="115000"/>
              </a:lnSpc>
              <a:spcAft>
                <a:spcPts val="600"/>
              </a:spcAft>
              <a:buClr>
                <a:schemeClr val="dk2"/>
              </a:buClr>
              <a:buSzPts val="1800"/>
            </a:pPr>
            <a:r>
              <a:rPr lang="en-US" sz="2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That COVID-19 can spread through wireless and mobile networks using 5G?</a:t>
            </a:r>
            <a:endParaRPr lang="en-US" sz="280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4229664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B0F6-9EF4-215B-FFF6-AC9C414AD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587818"/>
            <a:ext cx="8520600" cy="1963500"/>
          </a:xfrm>
        </p:spPr>
        <p:txBody>
          <a:bodyPr wrap="square" anchor="b">
            <a:normAutofit/>
          </a:bodyPr>
          <a:lstStyle/>
          <a:p>
            <a:r>
              <a:rPr lang="en-US" sz="11100"/>
              <a:t>Did you know?</a:t>
            </a:r>
          </a:p>
        </p:txBody>
      </p:sp>
    </p:spTree>
    <p:extLst>
      <p:ext uri="{BB962C8B-B14F-4D97-AF65-F5344CB8AC3E}">
        <p14:creationId xmlns:p14="http://schemas.microsoft.com/office/powerpoint/2010/main" val="3061992405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EC9CAFB-AD0B-BB48-40DD-0230CE73E7B4}"/>
              </a:ext>
            </a:extLst>
          </p:cNvPr>
          <p:cNvSpPr txBox="1">
            <a:spLocks/>
          </p:cNvSpPr>
          <p:nvPr/>
        </p:nvSpPr>
        <p:spPr>
          <a:xfrm>
            <a:off x="311700" y="1587818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1100"/>
              <a:t>It's All Fake News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625514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ctrTitle"/>
          </p:nvPr>
        </p:nvSpPr>
        <p:spPr>
          <a:xfrm>
            <a:off x="4772100" y="1477700"/>
            <a:ext cx="3914700" cy="170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Fake News Detection</a:t>
            </a:r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ubTitle" idx="1"/>
          </p:nvPr>
        </p:nvSpPr>
        <p:spPr>
          <a:xfrm>
            <a:off x="4772100" y="3183700"/>
            <a:ext cx="3914700" cy="48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ISM 6251</a:t>
            </a:r>
            <a:endParaRPr/>
          </a:p>
        </p:txBody>
      </p:sp>
      <p:grpSp>
        <p:nvGrpSpPr>
          <p:cNvPr id="60" name="Google Shape;60;p15"/>
          <p:cNvGrpSpPr/>
          <p:nvPr/>
        </p:nvGrpSpPr>
        <p:grpSpPr>
          <a:xfrm>
            <a:off x="457200" y="586899"/>
            <a:ext cx="4003208" cy="4143503"/>
            <a:chOff x="457200" y="586924"/>
            <a:chExt cx="4003208" cy="4143503"/>
          </a:xfrm>
        </p:grpSpPr>
        <p:sp>
          <p:nvSpPr>
            <p:cNvPr id="61" name="Google Shape;61;p15"/>
            <p:cNvSpPr/>
            <p:nvPr/>
          </p:nvSpPr>
          <p:spPr>
            <a:xfrm>
              <a:off x="558721" y="586924"/>
              <a:ext cx="3901687" cy="3672814"/>
            </a:xfrm>
            <a:custGeom>
              <a:avLst/>
              <a:gdLst/>
              <a:ahLst/>
              <a:cxnLst/>
              <a:rect l="l" t="t" r="r" b="b"/>
              <a:pathLst>
                <a:path w="37010" h="34839" extrusionOk="0">
                  <a:moveTo>
                    <a:pt x="11003" y="1"/>
                  </a:moveTo>
                  <a:cubicBezTo>
                    <a:pt x="10203" y="1"/>
                    <a:pt x="9402" y="120"/>
                    <a:pt x="8632" y="344"/>
                  </a:cubicBezTo>
                  <a:cubicBezTo>
                    <a:pt x="5623" y="1221"/>
                    <a:pt x="3024" y="3622"/>
                    <a:pt x="1991" y="6560"/>
                  </a:cubicBezTo>
                  <a:cubicBezTo>
                    <a:pt x="0" y="12223"/>
                    <a:pt x="562" y="18732"/>
                    <a:pt x="3490" y="23975"/>
                  </a:cubicBezTo>
                  <a:cubicBezTo>
                    <a:pt x="4473" y="25728"/>
                    <a:pt x="5719" y="27334"/>
                    <a:pt x="7158" y="28737"/>
                  </a:cubicBezTo>
                  <a:cubicBezTo>
                    <a:pt x="10587" y="32083"/>
                    <a:pt x="15823" y="34839"/>
                    <a:pt x="20733" y="34839"/>
                  </a:cubicBezTo>
                  <a:cubicBezTo>
                    <a:pt x="20930" y="34839"/>
                    <a:pt x="21126" y="34834"/>
                    <a:pt x="21321" y="34826"/>
                  </a:cubicBezTo>
                  <a:cubicBezTo>
                    <a:pt x="23398" y="34734"/>
                    <a:pt x="25490" y="34056"/>
                    <a:pt x="27131" y="32759"/>
                  </a:cubicBezTo>
                  <a:cubicBezTo>
                    <a:pt x="28915" y="31356"/>
                    <a:pt x="29948" y="29279"/>
                    <a:pt x="30920" y="27283"/>
                  </a:cubicBezTo>
                  <a:cubicBezTo>
                    <a:pt x="33686" y="21579"/>
                    <a:pt x="37009" y="13930"/>
                    <a:pt x="33094" y="7932"/>
                  </a:cubicBezTo>
                  <a:cubicBezTo>
                    <a:pt x="31514" y="5507"/>
                    <a:pt x="28996" y="4361"/>
                    <a:pt x="26164" y="4361"/>
                  </a:cubicBezTo>
                  <a:cubicBezTo>
                    <a:pt x="26127" y="4361"/>
                    <a:pt x="26090" y="4361"/>
                    <a:pt x="26052" y="4361"/>
                  </a:cubicBezTo>
                  <a:cubicBezTo>
                    <a:pt x="24659" y="4374"/>
                    <a:pt x="23166" y="4588"/>
                    <a:pt x="21709" y="4588"/>
                  </a:cubicBezTo>
                  <a:cubicBezTo>
                    <a:pt x="20306" y="4588"/>
                    <a:pt x="18937" y="4390"/>
                    <a:pt x="17725" y="3622"/>
                  </a:cubicBezTo>
                  <a:cubicBezTo>
                    <a:pt x="16114" y="2598"/>
                    <a:pt x="15182" y="942"/>
                    <a:pt x="13297" y="349"/>
                  </a:cubicBezTo>
                  <a:cubicBezTo>
                    <a:pt x="12552" y="113"/>
                    <a:pt x="11778" y="1"/>
                    <a:pt x="110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5"/>
            <p:cNvSpPr/>
            <p:nvPr/>
          </p:nvSpPr>
          <p:spPr>
            <a:xfrm>
              <a:off x="457200" y="2343135"/>
              <a:ext cx="3934262" cy="2387293"/>
            </a:xfrm>
            <a:custGeom>
              <a:avLst/>
              <a:gdLst/>
              <a:ahLst/>
              <a:cxnLst/>
              <a:rect l="l" t="t" r="r" b="b"/>
              <a:pathLst>
                <a:path w="37319" h="22645" extrusionOk="0">
                  <a:moveTo>
                    <a:pt x="23280" y="1"/>
                  </a:moveTo>
                  <a:cubicBezTo>
                    <a:pt x="14626" y="1"/>
                    <a:pt x="4306" y="706"/>
                    <a:pt x="2716" y="1815"/>
                  </a:cubicBezTo>
                  <a:cubicBezTo>
                    <a:pt x="1" y="3709"/>
                    <a:pt x="5841" y="15208"/>
                    <a:pt x="5770" y="15558"/>
                  </a:cubicBezTo>
                  <a:lnTo>
                    <a:pt x="5770" y="22644"/>
                  </a:lnTo>
                  <a:lnTo>
                    <a:pt x="32096" y="22644"/>
                  </a:lnTo>
                  <a:lnTo>
                    <a:pt x="32365" y="15791"/>
                  </a:lnTo>
                  <a:cubicBezTo>
                    <a:pt x="32365" y="15791"/>
                    <a:pt x="37319" y="3127"/>
                    <a:pt x="35465" y="1166"/>
                  </a:cubicBezTo>
                  <a:cubicBezTo>
                    <a:pt x="34696" y="354"/>
                    <a:pt x="29406" y="1"/>
                    <a:pt x="23280" y="1"/>
                  </a:cubicBezTo>
                  <a:close/>
                </a:path>
              </a:pathLst>
            </a:custGeom>
            <a:solidFill>
              <a:srgbClr val="D465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5"/>
            <p:cNvSpPr/>
            <p:nvPr/>
          </p:nvSpPr>
          <p:spPr>
            <a:xfrm>
              <a:off x="3631968" y="3877012"/>
              <a:ext cx="616932" cy="853395"/>
            </a:xfrm>
            <a:custGeom>
              <a:avLst/>
              <a:gdLst/>
              <a:ahLst/>
              <a:cxnLst/>
              <a:rect l="l" t="t" r="r" b="b"/>
              <a:pathLst>
                <a:path w="5852" h="8095" extrusionOk="0">
                  <a:moveTo>
                    <a:pt x="2923" y="1"/>
                  </a:moveTo>
                  <a:cubicBezTo>
                    <a:pt x="2295" y="1"/>
                    <a:pt x="1667" y="78"/>
                    <a:pt x="1039" y="233"/>
                  </a:cubicBezTo>
                  <a:cubicBezTo>
                    <a:pt x="426" y="385"/>
                    <a:pt x="1" y="947"/>
                    <a:pt x="1" y="1580"/>
                  </a:cubicBezTo>
                  <a:lnTo>
                    <a:pt x="1" y="8094"/>
                  </a:lnTo>
                  <a:lnTo>
                    <a:pt x="5851" y="8094"/>
                  </a:lnTo>
                  <a:lnTo>
                    <a:pt x="5851" y="1580"/>
                  </a:lnTo>
                  <a:cubicBezTo>
                    <a:pt x="5851" y="1271"/>
                    <a:pt x="5750" y="977"/>
                    <a:pt x="5573" y="744"/>
                  </a:cubicBezTo>
                  <a:cubicBezTo>
                    <a:pt x="5390" y="496"/>
                    <a:pt x="5127" y="309"/>
                    <a:pt x="4808" y="233"/>
                  </a:cubicBezTo>
                  <a:cubicBezTo>
                    <a:pt x="4180" y="78"/>
                    <a:pt x="3552" y="1"/>
                    <a:pt x="29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5"/>
            <p:cNvSpPr/>
            <p:nvPr/>
          </p:nvSpPr>
          <p:spPr>
            <a:xfrm>
              <a:off x="3861576" y="4013533"/>
              <a:ext cx="161402" cy="152968"/>
            </a:xfrm>
            <a:custGeom>
              <a:avLst/>
              <a:gdLst/>
              <a:ahLst/>
              <a:cxnLst/>
              <a:rect l="l" t="t" r="r" b="b"/>
              <a:pathLst>
                <a:path w="1531" h="1451" extrusionOk="0">
                  <a:moveTo>
                    <a:pt x="752" y="345"/>
                  </a:moveTo>
                  <a:cubicBezTo>
                    <a:pt x="833" y="345"/>
                    <a:pt x="895" y="394"/>
                    <a:pt x="928" y="427"/>
                  </a:cubicBezTo>
                  <a:cubicBezTo>
                    <a:pt x="1004" y="508"/>
                    <a:pt x="1039" y="630"/>
                    <a:pt x="1024" y="716"/>
                  </a:cubicBezTo>
                  <a:cubicBezTo>
                    <a:pt x="1009" y="792"/>
                    <a:pt x="958" y="858"/>
                    <a:pt x="887" y="903"/>
                  </a:cubicBezTo>
                  <a:cubicBezTo>
                    <a:pt x="862" y="918"/>
                    <a:pt x="832" y="934"/>
                    <a:pt x="801" y="939"/>
                  </a:cubicBezTo>
                  <a:cubicBezTo>
                    <a:pt x="791" y="939"/>
                    <a:pt x="781" y="944"/>
                    <a:pt x="771" y="949"/>
                  </a:cubicBezTo>
                  <a:cubicBezTo>
                    <a:pt x="753" y="951"/>
                    <a:pt x="735" y="953"/>
                    <a:pt x="718" y="953"/>
                  </a:cubicBezTo>
                  <a:cubicBezTo>
                    <a:pt x="700" y="953"/>
                    <a:pt x="682" y="951"/>
                    <a:pt x="664" y="949"/>
                  </a:cubicBezTo>
                  <a:cubicBezTo>
                    <a:pt x="593" y="928"/>
                    <a:pt x="528" y="883"/>
                    <a:pt x="497" y="827"/>
                  </a:cubicBezTo>
                  <a:cubicBezTo>
                    <a:pt x="452" y="746"/>
                    <a:pt x="457" y="635"/>
                    <a:pt x="507" y="533"/>
                  </a:cubicBezTo>
                  <a:cubicBezTo>
                    <a:pt x="558" y="427"/>
                    <a:pt x="639" y="361"/>
                    <a:pt x="730" y="346"/>
                  </a:cubicBezTo>
                  <a:cubicBezTo>
                    <a:pt x="738" y="345"/>
                    <a:pt x="745" y="345"/>
                    <a:pt x="752" y="345"/>
                  </a:cubicBezTo>
                  <a:close/>
                  <a:moveTo>
                    <a:pt x="401" y="1"/>
                  </a:moveTo>
                  <a:cubicBezTo>
                    <a:pt x="390" y="1"/>
                    <a:pt x="380" y="5"/>
                    <a:pt x="371" y="12"/>
                  </a:cubicBezTo>
                  <a:cubicBezTo>
                    <a:pt x="355" y="27"/>
                    <a:pt x="350" y="52"/>
                    <a:pt x="366" y="72"/>
                  </a:cubicBezTo>
                  <a:cubicBezTo>
                    <a:pt x="441" y="159"/>
                    <a:pt x="538" y="229"/>
                    <a:pt x="639" y="285"/>
                  </a:cubicBezTo>
                  <a:cubicBezTo>
                    <a:pt x="558" y="321"/>
                    <a:pt x="482" y="392"/>
                    <a:pt x="431" y="493"/>
                  </a:cubicBezTo>
                  <a:cubicBezTo>
                    <a:pt x="411" y="538"/>
                    <a:pt x="396" y="589"/>
                    <a:pt x="386" y="640"/>
                  </a:cubicBezTo>
                  <a:cubicBezTo>
                    <a:pt x="303" y="570"/>
                    <a:pt x="198" y="530"/>
                    <a:pt x="92" y="530"/>
                  </a:cubicBezTo>
                  <a:cubicBezTo>
                    <a:pt x="75" y="530"/>
                    <a:pt x="58" y="531"/>
                    <a:pt x="41" y="533"/>
                  </a:cubicBezTo>
                  <a:cubicBezTo>
                    <a:pt x="16" y="538"/>
                    <a:pt x="1" y="559"/>
                    <a:pt x="6" y="579"/>
                  </a:cubicBezTo>
                  <a:cubicBezTo>
                    <a:pt x="6" y="601"/>
                    <a:pt x="25" y="615"/>
                    <a:pt x="43" y="615"/>
                  </a:cubicBezTo>
                  <a:cubicBezTo>
                    <a:pt x="46" y="615"/>
                    <a:pt x="49" y="615"/>
                    <a:pt x="51" y="614"/>
                  </a:cubicBezTo>
                  <a:cubicBezTo>
                    <a:pt x="65" y="613"/>
                    <a:pt x="78" y="612"/>
                    <a:pt x="92" y="612"/>
                  </a:cubicBezTo>
                  <a:cubicBezTo>
                    <a:pt x="201" y="612"/>
                    <a:pt x="313" y="666"/>
                    <a:pt x="381" y="751"/>
                  </a:cubicBezTo>
                  <a:cubicBezTo>
                    <a:pt x="381" y="751"/>
                    <a:pt x="386" y="751"/>
                    <a:pt x="386" y="756"/>
                  </a:cubicBezTo>
                  <a:cubicBezTo>
                    <a:pt x="391" y="797"/>
                    <a:pt x="401" y="832"/>
                    <a:pt x="421" y="868"/>
                  </a:cubicBezTo>
                  <a:cubicBezTo>
                    <a:pt x="467" y="949"/>
                    <a:pt x="553" y="1010"/>
                    <a:pt x="649" y="1030"/>
                  </a:cubicBezTo>
                  <a:cubicBezTo>
                    <a:pt x="659" y="1030"/>
                    <a:pt x="669" y="1030"/>
                    <a:pt x="685" y="1035"/>
                  </a:cubicBezTo>
                  <a:cubicBezTo>
                    <a:pt x="599" y="1141"/>
                    <a:pt x="563" y="1283"/>
                    <a:pt x="593" y="1415"/>
                  </a:cubicBezTo>
                  <a:cubicBezTo>
                    <a:pt x="599" y="1435"/>
                    <a:pt x="614" y="1450"/>
                    <a:pt x="634" y="1450"/>
                  </a:cubicBezTo>
                  <a:lnTo>
                    <a:pt x="644" y="1450"/>
                  </a:lnTo>
                  <a:cubicBezTo>
                    <a:pt x="664" y="1445"/>
                    <a:pt x="680" y="1420"/>
                    <a:pt x="675" y="1400"/>
                  </a:cubicBezTo>
                  <a:cubicBezTo>
                    <a:pt x="644" y="1263"/>
                    <a:pt x="700" y="1111"/>
                    <a:pt x="811" y="1025"/>
                  </a:cubicBezTo>
                  <a:cubicBezTo>
                    <a:pt x="852" y="1015"/>
                    <a:pt x="897" y="999"/>
                    <a:pt x="933" y="974"/>
                  </a:cubicBezTo>
                  <a:cubicBezTo>
                    <a:pt x="973" y="949"/>
                    <a:pt x="1004" y="918"/>
                    <a:pt x="1029" y="883"/>
                  </a:cubicBezTo>
                  <a:cubicBezTo>
                    <a:pt x="1039" y="883"/>
                    <a:pt x="1049" y="878"/>
                    <a:pt x="1054" y="868"/>
                  </a:cubicBezTo>
                  <a:cubicBezTo>
                    <a:pt x="1146" y="726"/>
                    <a:pt x="1313" y="630"/>
                    <a:pt x="1485" y="630"/>
                  </a:cubicBezTo>
                  <a:lnTo>
                    <a:pt x="1490" y="630"/>
                  </a:lnTo>
                  <a:cubicBezTo>
                    <a:pt x="1515" y="630"/>
                    <a:pt x="1531" y="614"/>
                    <a:pt x="1531" y="589"/>
                  </a:cubicBezTo>
                  <a:cubicBezTo>
                    <a:pt x="1531" y="569"/>
                    <a:pt x="1515" y="549"/>
                    <a:pt x="1490" y="549"/>
                  </a:cubicBezTo>
                  <a:lnTo>
                    <a:pt x="1485" y="549"/>
                  </a:lnTo>
                  <a:cubicBezTo>
                    <a:pt x="1348" y="549"/>
                    <a:pt x="1217" y="599"/>
                    <a:pt x="1110" y="685"/>
                  </a:cubicBezTo>
                  <a:cubicBezTo>
                    <a:pt x="1115" y="579"/>
                    <a:pt x="1070" y="457"/>
                    <a:pt x="989" y="371"/>
                  </a:cubicBezTo>
                  <a:cubicBezTo>
                    <a:pt x="933" y="310"/>
                    <a:pt x="867" y="275"/>
                    <a:pt x="801" y="265"/>
                  </a:cubicBezTo>
                  <a:cubicBezTo>
                    <a:pt x="796" y="260"/>
                    <a:pt x="791" y="255"/>
                    <a:pt x="786" y="255"/>
                  </a:cubicBezTo>
                  <a:cubicBezTo>
                    <a:pt x="649" y="209"/>
                    <a:pt x="528" y="123"/>
                    <a:pt x="431" y="17"/>
                  </a:cubicBezTo>
                  <a:cubicBezTo>
                    <a:pt x="423" y="6"/>
                    <a:pt x="412" y="1"/>
                    <a:pt x="401" y="1"/>
                  </a:cubicBezTo>
                  <a:close/>
                </a:path>
              </a:pathLst>
            </a:custGeom>
            <a:solidFill>
              <a:srgbClr val="D76906"/>
            </a:solidFill>
            <a:ln w="9525" cap="flat" cmpd="sng">
              <a:solidFill>
                <a:srgbClr val="D7690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5"/>
            <p:cNvSpPr/>
            <p:nvPr/>
          </p:nvSpPr>
          <p:spPr>
            <a:xfrm>
              <a:off x="748796" y="3876907"/>
              <a:ext cx="616932" cy="853501"/>
            </a:xfrm>
            <a:custGeom>
              <a:avLst/>
              <a:gdLst/>
              <a:ahLst/>
              <a:cxnLst/>
              <a:rect l="l" t="t" r="r" b="b"/>
              <a:pathLst>
                <a:path w="5852" h="8096" extrusionOk="0">
                  <a:moveTo>
                    <a:pt x="2882" y="1"/>
                  </a:moveTo>
                  <a:cubicBezTo>
                    <a:pt x="2229" y="1"/>
                    <a:pt x="1579" y="84"/>
                    <a:pt x="933" y="254"/>
                  </a:cubicBezTo>
                  <a:cubicBezTo>
                    <a:pt x="380" y="401"/>
                    <a:pt x="0" y="897"/>
                    <a:pt x="0" y="1465"/>
                  </a:cubicBezTo>
                  <a:lnTo>
                    <a:pt x="0" y="8095"/>
                  </a:lnTo>
                  <a:lnTo>
                    <a:pt x="5851" y="8095"/>
                  </a:lnTo>
                  <a:lnTo>
                    <a:pt x="5851" y="1480"/>
                  </a:lnTo>
                  <a:cubicBezTo>
                    <a:pt x="5851" y="907"/>
                    <a:pt x="5466" y="406"/>
                    <a:pt x="4909" y="264"/>
                  </a:cubicBezTo>
                  <a:cubicBezTo>
                    <a:pt x="4231" y="89"/>
                    <a:pt x="3555" y="1"/>
                    <a:pt x="28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5"/>
            <p:cNvSpPr/>
            <p:nvPr/>
          </p:nvSpPr>
          <p:spPr>
            <a:xfrm>
              <a:off x="952259" y="4013533"/>
              <a:ext cx="161402" cy="152968"/>
            </a:xfrm>
            <a:custGeom>
              <a:avLst/>
              <a:gdLst/>
              <a:ahLst/>
              <a:cxnLst/>
              <a:rect l="l" t="t" r="r" b="b"/>
              <a:pathLst>
                <a:path w="1531" h="1451" extrusionOk="0">
                  <a:moveTo>
                    <a:pt x="748" y="345"/>
                  </a:moveTo>
                  <a:cubicBezTo>
                    <a:pt x="832" y="345"/>
                    <a:pt x="895" y="394"/>
                    <a:pt x="927" y="427"/>
                  </a:cubicBezTo>
                  <a:cubicBezTo>
                    <a:pt x="1003" y="508"/>
                    <a:pt x="1039" y="630"/>
                    <a:pt x="1019" y="716"/>
                  </a:cubicBezTo>
                  <a:cubicBezTo>
                    <a:pt x="1003" y="792"/>
                    <a:pt x="958" y="858"/>
                    <a:pt x="887" y="903"/>
                  </a:cubicBezTo>
                  <a:cubicBezTo>
                    <a:pt x="862" y="918"/>
                    <a:pt x="831" y="934"/>
                    <a:pt x="801" y="939"/>
                  </a:cubicBezTo>
                  <a:cubicBezTo>
                    <a:pt x="791" y="939"/>
                    <a:pt x="781" y="944"/>
                    <a:pt x="770" y="949"/>
                  </a:cubicBezTo>
                  <a:cubicBezTo>
                    <a:pt x="753" y="951"/>
                    <a:pt x="735" y="953"/>
                    <a:pt x="717" y="953"/>
                  </a:cubicBezTo>
                  <a:cubicBezTo>
                    <a:pt x="700" y="953"/>
                    <a:pt x="682" y="951"/>
                    <a:pt x="664" y="949"/>
                  </a:cubicBezTo>
                  <a:cubicBezTo>
                    <a:pt x="593" y="928"/>
                    <a:pt x="527" y="883"/>
                    <a:pt x="492" y="827"/>
                  </a:cubicBezTo>
                  <a:cubicBezTo>
                    <a:pt x="451" y="746"/>
                    <a:pt x="456" y="635"/>
                    <a:pt x="507" y="533"/>
                  </a:cubicBezTo>
                  <a:cubicBezTo>
                    <a:pt x="558" y="427"/>
                    <a:pt x="639" y="361"/>
                    <a:pt x="725" y="346"/>
                  </a:cubicBezTo>
                  <a:cubicBezTo>
                    <a:pt x="733" y="345"/>
                    <a:pt x="740" y="345"/>
                    <a:pt x="748" y="345"/>
                  </a:cubicBezTo>
                  <a:close/>
                  <a:moveTo>
                    <a:pt x="398" y="1"/>
                  </a:moveTo>
                  <a:cubicBezTo>
                    <a:pt x="388" y="1"/>
                    <a:pt x="377" y="5"/>
                    <a:pt x="370" y="12"/>
                  </a:cubicBezTo>
                  <a:cubicBezTo>
                    <a:pt x="350" y="27"/>
                    <a:pt x="350" y="52"/>
                    <a:pt x="365" y="72"/>
                  </a:cubicBezTo>
                  <a:cubicBezTo>
                    <a:pt x="441" y="159"/>
                    <a:pt x="537" y="229"/>
                    <a:pt x="639" y="285"/>
                  </a:cubicBezTo>
                  <a:cubicBezTo>
                    <a:pt x="558" y="321"/>
                    <a:pt x="482" y="392"/>
                    <a:pt x="431" y="493"/>
                  </a:cubicBezTo>
                  <a:cubicBezTo>
                    <a:pt x="406" y="538"/>
                    <a:pt x="391" y="589"/>
                    <a:pt x="385" y="640"/>
                  </a:cubicBezTo>
                  <a:cubicBezTo>
                    <a:pt x="303" y="570"/>
                    <a:pt x="197" y="530"/>
                    <a:pt x="92" y="530"/>
                  </a:cubicBezTo>
                  <a:cubicBezTo>
                    <a:pt x="75" y="530"/>
                    <a:pt x="58" y="531"/>
                    <a:pt x="41" y="533"/>
                  </a:cubicBezTo>
                  <a:cubicBezTo>
                    <a:pt x="16" y="538"/>
                    <a:pt x="0" y="559"/>
                    <a:pt x="6" y="579"/>
                  </a:cubicBezTo>
                  <a:cubicBezTo>
                    <a:pt x="6" y="601"/>
                    <a:pt x="21" y="615"/>
                    <a:pt x="42" y="615"/>
                  </a:cubicBezTo>
                  <a:cubicBezTo>
                    <a:pt x="45" y="615"/>
                    <a:pt x="48" y="615"/>
                    <a:pt x="51" y="614"/>
                  </a:cubicBezTo>
                  <a:cubicBezTo>
                    <a:pt x="64" y="613"/>
                    <a:pt x="78" y="612"/>
                    <a:pt x="91" y="612"/>
                  </a:cubicBezTo>
                  <a:cubicBezTo>
                    <a:pt x="201" y="612"/>
                    <a:pt x="313" y="666"/>
                    <a:pt x="380" y="751"/>
                  </a:cubicBezTo>
                  <a:cubicBezTo>
                    <a:pt x="380" y="751"/>
                    <a:pt x="380" y="751"/>
                    <a:pt x="385" y="756"/>
                  </a:cubicBezTo>
                  <a:cubicBezTo>
                    <a:pt x="391" y="797"/>
                    <a:pt x="401" y="832"/>
                    <a:pt x="421" y="868"/>
                  </a:cubicBezTo>
                  <a:cubicBezTo>
                    <a:pt x="466" y="949"/>
                    <a:pt x="548" y="1010"/>
                    <a:pt x="644" y="1030"/>
                  </a:cubicBezTo>
                  <a:cubicBezTo>
                    <a:pt x="659" y="1030"/>
                    <a:pt x="669" y="1030"/>
                    <a:pt x="684" y="1035"/>
                  </a:cubicBezTo>
                  <a:cubicBezTo>
                    <a:pt x="598" y="1141"/>
                    <a:pt x="563" y="1283"/>
                    <a:pt x="588" y="1415"/>
                  </a:cubicBezTo>
                  <a:cubicBezTo>
                    <a:pt x="593" y="1435"/>
                    <a:pt x="613" y="1450"/>
                    <a:pt x="634" y="1450"/>
                  </a:cubicBezTo>
                  <a:lnTo>
                    <a:pt x="639" y="1450"/>
                  </a:lnTo>
                  <a:cubicBezTo>
                    <a:pt x="664" y="1445"/>
                    <a:pt x="679" y="1420"/>
                    <a:pt x="674" y="1400"/>
                  </a:cubicBezTo>
                  <a:cubicBezTo>
                    <a:pt x="644" y="1263"/>
                    <a:pt x="700" y="1111"/>
                    <a:pt x="811" y="1025"/>
                  </a:cubicBezTo>
                  <a:cubicBezTo>
                    <a:pt x="851" y="1015"/>
                    <a:pt x="892" y="999"/>
                    <a:pt x="933" y="974"/>
                  </a:cubicBezTo>
                  <a:cubicBezTo>
                    <a:pt x="973" y="949"/>
                    <a:pt x="1003" y="918"/>
                    <a:pt x="1029" y="883"/>
                  </a:cubicBezTo>
                  <a:cubicBezTo>
                    <a:pt x="1039" y="883"/>
                    <a:pt x="1049" y="878"/>
                    <a:pt x="1054" y="868"/>
                  </a:cubicBezTo>
                  <a:cubicBezTo>
                    <a:pt x="1145" y="726"/>
                    <a:pt x="1312" y="630"/>
                    <a:pt x="1485" y="630"/>
                  </a:cubicBezTo>
                  <a:lnTo>
                    <a:pt x="1490" y="630"/>
                  </a:lnTo>
                  <a:cubicBezTo>
                    <a:pt x="1510" y="630"/>
                    <a:pt x="1530" y="614"/>
                    <a:pt x="1530" y="589"/>
                  </a:cubicBezTo>
                  <a:cubicBezTo>
                    <a:pt x="1530" y="569"/>
                    <a:pt x="1515" y="549"/>
                    <a:pt x="1490" y="549"/>
                  </a:cubicBezTo>
                  <a:lnTo>
                    <a:pt x="1485" y="549"/>
                  </a:lnTo>
                  <a:cubicBezTo>
                    <a:pt x="1348" y="549"/>
                    <a:pt x="1216" y="599"/>
                    <a:pt x="1110" y="685"/>
                  </a:cubicBezTo>
                  <a:cubicBezTo>
                    <a:pt x="1115" y="579"/>
                    <a:pt x="1069" y="457"/>
                    <a:pt x="988" y="371"/>
                  </a:cubicBezTo>
                  <a:cubicBezTo>
                    <a:pt x="933" y="310"/>
                    <a:pt x="867" y="275"/>
                    <a:pt x="796" y="265"/>
                  </a:cubicBezTo>
                  <a:cubicBezTo>
                    <a:pt x="796" y="260"/>
                    <a:pt x="791" y="255"/>
                    <a:pt x="786" y="255"/>
                  </a:cubicBezTo>
                  <a:cubicBezTo>
                    <a:pt x="649" y="209"/>
                    <a:pt x="522" y="123"/>
                    <a:pt x="431" y="17"/>
                  </a:cubicBezTo>
                  <a:cubicBezTo>
                    <a:pt x="423" y="6"/>
                    <a:pt x="410" y="1"/>
                    <a:pt x="398" y="1"/>
                  </a:cubicBezTo>
                  <a:close/>
                </a:path>
              </a:pathLst>
            </a:custGeom>
            <a:solidFill>
              <a:srgbClr val="D76906"/>
            </a:solidFill>
            <a:ln w="9525" cap="flat" cmpd="sng">
              <a:solidFill>
                <a:srgbClr val="D7690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5"/>
            <p:cNvSpPr/>
            <p:nvPr/>
          </p:nvSpPr>
          <p:spPr>
            <a:xfrm>
              <a:off x="3005553" y="2827861"/>
              <a:ext cx="1007839" cy="959345"/>
            </a:xfrm>
            <a:custGeom>
              <a:avLst/>
              <a:gdLst/>
              <a:ahLst/>
              <a:cxnLst/>
              <a:rect l="l" t="t" r="r" b="b"/>
              <a:pathLst>
                <a:path w="9560" h="9100" extrusionOk="0">
                  <a:moveTo>
                    <a:pt x="8194" y="0"/>
                  </a:moveTo>
                  <a:cubicBezTo>
                    <a:pt x="7737" y="0"/>
                    <a:pt x="7418" y="271"/>
                    <a:pt x="7250" y="834"/>
                  </a:cubicBezTo>
                  <a:lnTo>
                    <a:pt x="6317" y="5823"/>
                  </a:lnTo>
                  <a:lnTo>
                    <a:pt x="3450" y="3123"/>
                  </a:lnTo>
                  <a:lnTo>
                    <a:pt x="1500" y="1290"/>
                  </a:lnTo>
                  <a:lnTo>
                    <a:pt x="1" y="2865"/>
                  </a:lnTo>
                  <a:cubicBezTo>
                    <a:pt x="1" y="2865"/>
                    <a:pt x="4371" y="9099"/>
                    <a:pt x="6902" y="9099"/>
                  </a:cubicBezTo>
                  <a:cubicBezTo>
                    <a:pt x="7029" y="9099"/>
                    <a:pt x="7152" y="9083"/>
                    <a:pt x="7270" y="9050"/>
                  </a:cubicBezTo>
                  <a:cubicBezTo>
                    <a:pt x="7346" y="9030"/>
                    <a:pt x="7422" y="8999"/>
                    <a:pt x="7498" y="8959"/>
                  </a:cubicBezTo>
                  <a:cubicBezTo>
                    <a:pt x="9559" y="7885"/>
                    <a:pt x="8678" y="84"/>
                    <a:pt x="8678" y="84"/>
                  </a:cubicBezTo>
                  <a:cubicBezTo>
                    <a:pt x="8503" y="28"/>
                    <a:pt x="8341" y="0"/>
                    <a:pt x="8194" y="0"/>
                  </a:cubicBezTo>
                  <a:close/>
                </a:path>
              </a:pathLst>
            </a:custGeom>
            <a:solidFill>
              <a:srgbClr val="FAC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767982" y="2827861"/>
              <a:ext cx="987598" cy="937417"/>
            </a:xfrm>
            <a:custGeom>
              <a:avLst/>
              <a:gdLst/>
              <a:ahLst/>
              <a:cxnLst/>
              <a:rect l="l" t="t" r="r" b="b"/>
              <a:pathLst>
                <a:path w="9368" h="8892" extrusionOk="0">
                  <a:moveTo>
                    <a:pt x="1172" y="0"/>
                  </a:moveTo>
                  <a:cubicBezTo>
                    <a:pt x="1024" y="0"/>
                    <a:pt x="861" y="28"/>
                    <a:pt x="685" y="84"/>
                  </a:cubicBezTo>
                  <a:cubicBezTo>
                    <a:pt x="685" y="84"/>
                    <a:pt x="1" y="7627"/>
                    <a:pt x="1916" y="8726"/>
                  </a:cubicBezTo>
                  <a:cubicBezTo>
                    <a:pt x="1926" y="8736"/>
                    <a:pt x="1941" y="8741"/>
                    <a:pt x="1951" y="8746"/>
                  </a:cubicBezTo>
                  <a:cubicBezTo>
                    <a:pt x="2140" y="8846"/>
                    <a:pt x="2346" y="8891"/>
                    <a:pt x="2566" y="8891"/>
                  </a:cubicBezTo>
                  <a:cubicBezTo>
                    <a:pt x="5085" y="8891"/>
                    <a:pt x="9367" y="2865"/>
                    <a:pt x="9367" y="2865"/>
                  </a:cubicBezTo>
                  <a:lnTo>
                    <a:pt x="7863" y="1290"/>
                  </a:lnTo>
                  <a:lnTo>
                    <a:pt x="6090" y="2961"/>
                  </a:lnTo>
                  <a:lnTo>
                    <a:pt x="3050" y="5823"/>
                  </a:lnTo>
                  <a:lnTo>
                    <a:pt x="2118" y="834"/>
                  </a:lnTo>
                  <a:cubicBezTo>
                    <a:pt x="1950" y="271"/>
                    <a:pt x="1631" y="0"/>
                    <a:pt x="1172" y="0"/>
                  </a:cubicBezTo>
                  <a:close/>
                </a:path>
              </a:pathLst>
            </a:custGeom>
            <a:solidFill>
              <a:srgbClr val="FAC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1584577" y="3226458"/>
              <a:ext cx="1562045" cy="999827"/>
            </a:xfrm>
            <a:custGeom>
              <a:avLst/>
              <a:gdLst/>
              <a:ahLst/>
              <a:cxnLst/>
              <a:rect l="l" t="t" r="r" b="b"/>
              <a:pathLst>
                <a:path w="14817" h="9484" extrusionOk="0">
                  <a:moveTo>
                    <a:pt x="547" y="1"/>
                  </a:moveTo>
                  <a:cubicBezTo>
                    <a:pt x="998" y="3496"/>
                    <a:pt x="567" y="6085"/>
                    <a:pt x="253" y="7356"/>
                  </a:cubicBezTo>
                  <a:cubicBezTo>
                    <a:pt x="117" y="7923"/>
                    <a:pt x="0" y="8227"/>
                    <a:pt x="0" y="8227"/>
                  </a:cubicBezTo>
                  <a:lnTo>
                    <a:pt x="13014" y="9332"/>
                  </a:lnTo>
                  <a:lnTo>
                    <a:pt x="14817" y="9484"/>
                  </a:lnTo>
                  <a:cubicBezTo>
                    <a:pt x="14569" y="8815"/>
                    <a:pt x="14391" y="8091"/>
                    <a:pt x="14275" y="7356"/>
                  </a:cubicBezTo>
                  <a:cubicBezTo>
                    <a:pt x="14088" y="6171"/>
                    <a:pt x="14042" y="4945"/>
                    <a:pt x="14067" y="3846"/>
                  </a:cubicBezTo>
                  <a:cubicBezTo>
                    <a:pt x="14118" y="1688"/>
                    <a:pt x="14432" y="1"/>
                    <a:pt x="1443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1477153" y="3539032"/>
              <a:ext cx="2071130" cy="1191380"/>
            </a:xfrm>
            <a:custGeom>
              <a:avLst/>
              <a:gdLst/>
              <a:ahLst/>
              <a:cxnLst/>
              <a:rect l="l" t="t" r="r" b="b"/>
              <a:pathLst>
                <a:path w="19646" h="11301" extrusionOk="0">
                  <a:moveTo>
                    <a:pt x="12722" y="1"/>
                  </a:moveTo>
                  <a:cubicBezTo>
                    <a:pt x="10445" y="1"/>
                    <a:pt x="1078" y="5064"/>
                    <a:pt x="1019" y="5262"/>
                  </a:cubicBezTo>
                  <a:cubicBezTo>
                    <a:pt x="1" y="8661"/>
                    <a:pt x="1014" y="10612"/>
                    <a:pt x="2833" y="11300"/>
                  </a:cubicBezTo>
                  <a:lnTo>
                    <a:pt x="5619" y="11300"/>
                  </a:lnTo>
                  <a:cubicBezTo>
                    <a:pt x="8157" y="10080"/>
                    <a:pt x="10897" y="5348"/>
                    <a:pt x="10897" y="5348"/>
                  </a:cubicBezTo>
                  <a:lnTo>
                    <a:pt x="11819" y="7101"/>
                  </a:lnTo>
                  <a:lnTo>
                    <a:pt x="14022" y="11300"/>
                  </a:lnTo>
                  <a:lnTo>
                    <a:pt x="19645" y="11300"/>
                  </a:lnTo>
                  <a:cubicBezTo>
                    <a:pt x="19645" y="11300"/>
                    <a:pt x="14848" y="258"/>
                    <a:pt x="12873" y="9"/>
                  </a:cubicBezTo>
                  <a:cubicBezTo>
                    <a:pt x="12827" y="3"/>
                    <a:pt x="12776" y="1"/>
                    <a:pt x="127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1642243" y="3774965"/>
              <a:ext cx="1563205" cy="944269"/>
            </a:xfrm>
            <a:custGeom>
              <a:avLst/>
              <a:gdLst/>
              <a:ahLst/>
              <a:cxnLst/>
              <a:rect l="l" t="t" r="r" b="b"/>
              <a:pathLst>
                <a:path w="14828" h="8957" fill="none" extrusionOk="0">
                  <a:moveTo>
                    <a:pt x="0" y="5755"/>
                  </a:moveTo>
                  <a:cubicBezTo>
                    <a:pt x="2801" y="3906"/>
                    <a:pt x="5653" y="2138"/>
                    <a:pt x="8556" y="456"/>
                  </a:cubicBezTo>
                  <a:cubicBezTo>
                    <a:pt x="8951" y="228"/>
                    <a:pt x="9377" y="0"/>
                    <a:pt x="9822" y="61"/>
                  </a:cubicBezTo>
                  <a:cubicBezTo>
                    <a:pt x="10375" y="142"/>
                    <a:pt x="10760" y="638"/>
                    <a:pt x="11058" y="1110"/>
                  </a:cubicBezTo>
                  <a:cubicBezTo>
                    <a:pt x="12791" y="3794"/>
                    <a:pt x="13657" y="5983"/>
                    <a:pt x="14827" y="8956"/>
                  </a:cubicBezTo>
                </a:path>
              </a:pathLst>
            </a:custGeom>
            <a:noFill/>
            <a:ln w="9525" cap="rnd" cmpd="sng">
              <a:solidFill>
                <a:srgbClr val="D91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1626746" y="4121484"/>
              <a:ext cx="135152" cy="137893"/>
            </a:xfrm>
            <a:custGeom>
              <a:avLst/>
              <a:gdLst/>
              <a:ahLst/>
              <a:cxnLst/>
              <a:rect l="l" t="t" r="r" b="b"/>
              <a:pathLst>
                <a:path w="1282" h="1308" fill="none" extrusionOk="0">
                  <a:moveTo>
                    <a:pt x="0" y="1"/>
                  </a:moveTo>
                  <a:cubicBezTo>
                    <a:pt x="542" y="295"/>
                    <a:pt x="998" y="756"/>
                    <a:pt x="1282" y="1308"/>
                  </a:cubicBezTo>
                </a:path>
              </a:pathLst>
            </a:custGeom>
            <a:noFill/>
            <a:ln w="9525" cap="rnd" cmpd="sng">
              <a:solidFill>
                <a:srgbClr val="D91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2166609" y="4073201"/>
              <a:ext cx="740066" cy="657204"/>
            </a:xfrm>
            <a:custGeom>
              <a:avLst/>
              <a:gdLst/>
              <a:ahLst/>
              <a:cxnLst/>
              <a:rect l="l" t="t" r="r" b="b"/>
              <a:pathLst>
                <a:path w="7020" h="6234" extrusionOk="0">
                  <a:moveTo>
                    <a:pt x="3811" y="1"/>
                  </a:moveTo>
                  <a:cubicBezTo>
                    <a:pt x="3779" y="1"/>
                    <a:pt x="3746" y="2"/>
                    <a:pt x="3714" y="3"/>
                  </a:cubicBezTo>
                  <a:cubicBezTo>
                    <a:pt x="391" y="129"/>
                    <a:pt x="31" y="6011"/>
                    <a:pt x="1" y="6233"/>
                  </a:cubicBezTo>
                  <a:lnTo>
                    <a:pt x="6150" y="6233"/>
                  </a:lnTo>
                  <a:cubicBezTo>
                    <a:pt x="6150" y="6233"/>
                    <a:pt x="7019" y="1"/>
                    <a:pt x="3811" y="1"/>
                  </a:cubicBezTo>
                  <a:close/>
                </a:path>
              </a:pathLst>
            </a:custGeom>
            <a:solidFill>
              <a:srgbClr val="D91D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2380720" y="1243171"/>
              <a:ext cx="1380086" cy="2295891"/>
            </a:xfrm>
            <a:custGeom>
              <a:avLst/>
              <a:gdLst/>
              <a:ahLst/>
              <a:cxnLst/>
              <a:rect l="l" t="t" r="r" b="b"/>
              <a:pathLst>
                <a:path w="13091" h="21778" extrusionOk="0">
                  <a:moveTo>
                    <a:pt x="13090" y="0"/>
                  </a:moveTo>
                  <a:lnTo>
                    <a:pt x="1" y="1839"/>
                  </a:lnTo>
                  <a:lnTo>
                    <a:pt x="1" y="21777"/>
                  </a:lnTo>
                  <a:lnTo>
                    <a:pt x="13090" y="19933"/>
                  </a:lnTo>
                  <a:lnTo>
                    <a:pt x="130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2444816" y="1536347"/>
              <a:ext cx="1251892" cy="184911"/>
            </a:xfrm>
            <a:custGeom>
              <a:avLst/>
              <a:gdLst/>
              <a:ahLst/>
              <a:cxnLst/>
              <a:rect l="l" t="t" r="r" b="b"/>
              <a:pathLst>
                <a:path w="11875" h="1754" extrusionOk="0">
                  <a:moveTo>
                    <a:pt x="11859" y="0"/>
                  </a:moveTo>
                  <a:lnTo>
                    <a:pt x="1" y="1667"/>
                  </a:lnTo>
                  <a:lnTo>
                    <a:pt x="11" y="1753"/>
                  </a:lnTo>
                  <a:lnTo>
                    <a:pt x="11875" y="81"/>
                  </a:lnTo>
                  <a:lnTo>
                    <a:pt x="11859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2444289" y="1549630"/>
              <a:ext cx="1252946" cy="193450"/>
            </a:xfrm>
            <a:custGeom>
              <a:avLst/>
              <a:gdLst/>
              <a:ahLst/>
              <a:cxnLst/>
              <a:rect l="l" t="t" r="r" b="b"/>
              <a:pathLst>
                <a:path w="11885" h="1835" extrusionOk="0">
                  <a:moveTo>
                    <a:pt x="11859" y="1"/>
                  </a:moveTo>
                  <a:lnTo>
                    <a:pt x="1" y="1668"/>
                  </a:lnTo>
                  <a:lnTo>
                    <a:pt x="21" y="1835"/>
                  </a:lnTo>
                  <a:lnTo>
                    <a:pt x="11885" y="168"/>
                  </a:lnTo>
                  <a:lnTo>
                    <a:pt x="11859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2445344" y="1709870"/>
              <a:ext cx="645291" cy="526691"/>
            </a:xfrm>
            <a:custGeom>
              <a:avLst/>
              <a:gdLst/>
              <a:ahLst/>
              <a:cxnLst/>
              <a:rect l="l" t="t" r="r" b="b"/>
              <a:pathLst>
                <a:path w="6121" h="4996" extrusionOk="0">
                  <a:moveTo>
                    <a:pt x="6120" y="1"/>
                  </a:moveTo>
                  <a:lnTo>
                    <a:pt x="1" y="862"/>
                  </a:lnTo>
                  <a:lnTo>
                    <a:pt x="1" y="4995"/>
                  </a:lnTo>
                  <a:lnTo>
                    <a:pt x="6120" y="4134"/>
                  </a:lnTo>
                  <a:lnTo>
                    <a:pt x="6120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3146502" y="2124808"/>
              <a:ext cx="549146" cy="513302"/>
            </a:xfrm>
            <a:custGeom>
              <a:avLst/>
              <a:gdLst/>
              <a:ahLst/>
              <a:cxnLst/>
              <a:rect l="l" t="t" r="r" b="b"/>
              <a:pathLst>
                <a:path w="5209" h="4869" extrusionOk="0">
                  <a:moveTo>
                    <a:pt x="5208" y="1"/>
                  </a:moveTo>
                  <a:lnTo>
                    <a:pt x="1" y="735"/>
                  </a:lnTo>
                  <a:lnTo>
                    <a:pt x="1" y="4869"/>
                  </a:lnTo>
                  <a:lnTo>
                    <a:pt x="5208" y="4134"/>
                  </a:lnTo>
                  <a:lnTo>
                    <a:pt x="5208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2445344" y="2609218"/>
              <a:ext cx="1250311" cy="274520"/>
            </a:xfrm>
            <a:custGeom>
              <a:avLst/>
              <a:gdLst/>
              <a:ahLst/>
              <a:cxnLst/>
              <a:rect l="l" t="t" r="r" b="b"/>
              <a:pathLst>
                <a:path w="11860" h="2604" extrusionOk="0">
                  <a:moveTo>
                    <a:pt x="11859" y="0"/>
                  </a:moveTo>
                  <a:lnTo>
                    <a:pt x="1" y="1672"/>
                  </a:lnTo>
                  <a:lnTo>
                    <a:pt x="1" y="2604"/>
                  </a:lnTo>
                  <a:lnTo>
                    <a:pt x="11859" y="937"/>
                  </a:lnTo>
                  <a:lnTo>
                    <a:pt x="11859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2445344" y="3008131"/>
              <a:ext cx="1250311" cy="200830"/>
            </a:xfrm>
            <a:custGeom>
              <a:avLst/>
              <a:gdLst/>
              <a:ahLst/>
              <a:cxnLst/>
              <a:rect l="l" t="t" r="r" b="b"/>
              <a:pathLst>
                <a:path w="11860" h="1905" extrusionOk="0">
                  <a:moveTo>
                    <a:pt x="11859" y="0"/>
                  </a:moveTo>
                  <a:lnTo>
                    <a:pt x="1" y="1672"/>
                  </a:lnTo>
                  <a:lnTo>
                    <a:pt x="1" y="1905"/>
                  </a:lnTo>
                  <a:lnTo>
                    <a:pt x="11859" y="238"/>
                  </a:lnTo>
                  <a:lnTo>
                    <a:pt x="11859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2445344" y="3056730"/>
              <a:ext cx="1250311" cy="262818"/>
            </a:xfrm>
            <a:custGeom>
              <a:avLst/>
              <a:gdLst/>
              <a:ahLst/>
              <a:cxnLst/>
              <a:rect l="l" t="t" r="r" b="b"/>
              <a:pathLst>
                <a:path w="11860" h="2493" extrusionOk="0">
                  <a:moveTo>
                    <a:pt x="11859" y="0"/>
                  </a:moveTo>
                  <a:lnTo>
                    <a:pt x="1" y="1667"/>
                  </a:lnTo>
                  <a:lnTo>
                    <a:pt x="1" y="2492"/>
                  </a:lnTo>
                  <a:lnTo>
                    <a:pt x="11859" y="826"/>
                  </a:lnTo>
                  <a:lnTo>
                    <a:pt x="11859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3145975" y="1628696"/>
              <a:ext cx="550727" cy="86130"/>
            </a:xfrm>
            <a:custGeom>
              <a:avLst/>
              <a:gdLst/>
              <a:ahLst/>
              <a:cxnLst/>
              <a:rect l="l" t="t" r="r" b="b"/>
              <a:pathLst>
                <a:path w="5224" h="817" extrusionOk="0">
                  <a:moveTo>
                    <a:pt x="5208" y="1"/>
                  </a:moveTo>
                  <a:lnTo>
                    <a:pt x="1" y="735"/>
                  </a:lnTo>
                  <a:lnTo>
                    <a:pt x="11" y="816"/>
                  </a:lnTo>
                  <a:lnTo>
                    <a:pt x="5224" y="87"/>
                  </a:lnTo>
                  <a:lnTo>
                    <a:pt x="5208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3145975" y="1671391"/>
              <a:ext cx="550727" cy="86130"/>
            </a:xfrm>
            <a:custGeom>
              <a:avLst/>
              <a:gdLst/>
              <a:ahLst/>
              <a:cxnLst/>
              <a:rect l="l" t="t" r="r" b="b"/>
              <a:pathLst>
                <a:path w="5224" h="817" extrusionOk="0">
                  <a:moveTo>
                    <a:pt x="5208" y="1"/>
                  </a:moveTo>
                  <a:lnTo>
                    <a:pt x="1" y="735"/>
                  </a:lnTo>
                  <a:lnTo>
                    <a:pt x="11" y="816"/>
                  </a:lnTo>
                  <a:lnTo>
                    <a:pt x="5224" y="87"/>
                  </a:lnTo>
                  <a:lnTo>
                    <a:pt x="5208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3145975" y="1714192"/>
              <a:ext cx="550727" cy="86025"/>
            </a:xfrm>
            <a:custGeom>
              <a:avLst/>
              <a:gdLst/>
              <a:ahLst/>
              <a:cxnLst/>
              <a:rect l="l" t="t" r="r" b="b"/>
              <a:pathLst>
                <a:path w="5224" h="816" extrusionOk="0">
                  <a:moveTo>
                    <a:pt x="5208" y="0"/>
                  </a:moveTo>
                  <a:lnTo>
                    <a:pt x="1" y="735"/>
                  </a:lnTo>
                  <a:lnTo>
                    <a:pt x="11" y="816"/>
                  </a:lnTo>
                  <a:lnTo>
                    <a:pt x="5224" y="86"/>
                  </a:lnTo>
                  <a:lnTo>
                    <a:pt x="5208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3145975" y="1756888"/>
              <a:ext cx="550727" cy="86025"/>
            </a:xfrm>
            <a:custGeom>
              <a:avLst/>
              <a:gdLst/>
              <a:ahLst/>
              <a:cxnLst/>
              <a:rect l="l" t="t" r="r" b="b"/>
              <a:pathLst>
                <a:path w="5224" h="816" extrusionOk="0">
                  <a:moveTo>
                    <a:pt x="5208" y="0"/>
                  </a:moveTo>
                  <a:lnTo>
                    <a:pt x="1" y="735"/>
                  </a:lnTo>
                  <a:lnTo>
                    <a:pt x="11" y="816"/>
                  </a:lnTo>
                  <a:lnTo>
                    <a:pt x="5224" y="87"/>
                  </a:lnTo>
                  <a:lnTo>
                    <a:pt x="5208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3145975" y="1799584"/>
              <a:ext cx="550727" cy="86657"/>
            </a:xfrm>
            <a:custGeom>
              <a:avLst/>
              <a:gdLst/>
              <a:ahLst/>
              <a:cxnLst/>
              <a:rect l="l" t="t" r="r" b="b"/>
              <a:pathLst>
                <a:path w="5224" h="822" extrusionOk="0">
                  <a:moveTo>
                    <a:pt x="5208" y="1"/>
                  </a:moveTo>
                  <a:lnTo>
                    <a:pt x="1" y="735"/>
                  </a:lnTo>
                  <a:lnTo>
                    <a:pt x="11" y="821"/>
                  </a:lnTo>
                  <a:lnTo>
                    <a:pt x="5224" y="87"/>
                  </a:lnTo>
                  <a:lnTo>
                    <a:pt x="5208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3145975" y="1842279"/>
              <a:ext cx="550727" cy="86657"/>
            </a:xfrm>
            <a:custGeom>
              <a:avLst/>
              <a:gdLst/>
              <a:ahLst/>
              <a:cxnLst/>
              <a:rect l="l" t="t" r="r" b="b"/>
              <a:pathLst>
                <a:path w="5224" h="822" extrusionOk="0">
                  <a:moveTo>
                    <a:pt x="5208" y="1"/>
                  </a:moveTo>
                  <a:lnTo>
                    <a:pt x="1" y="735"/>
                  </a:lnTo>
                  <a:lnTo>
                    <a:pt x="11" y="822"/>
                  </a:lnTo>
                  <a:lnTo>
                    <a:pt x="5224" y="87"/>
                  </a:lnTo>
                  <a:lnTo>
                    <a:pt x="5208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3145975" y="1885080"/>
              <a:ext cx="550727" cy="86552"/>
            </a:xfrm>
            <a:custGeom>
              <a:avLst/>
              <a:gdLst/>
              <a:ahLst/>
              <a:cxnLst/>
              <a:rect l="l" t="t" r="r" b="b"/>
              <a:pathLst>
                <a:path w="5224" h="821" extrusionOk="0">
                  <a:moveTo>
                    <a:pt x="5208" y="0"/>
                  </a:moveTo>
                  <a:lnTo>
                    <a:pt x="1" y="735"/>
                  </a:lnTo>
                  <a:lnTo>
                    <a:pt x="11" y="821"/>
                  </a:lnTo>
                  <a:lnTo>
                    <a:pt x="5224" y="86"/>
                  </a:lnTo>
                  <a:lnTo>
                    <a:pt x="5208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3145975" y="1928303"/>
              <a:ext cx="550727" cy="86130"/>
            </a:xfrm>
            <a:custGeom>
              <a:avLst/>
              <a:gdLst/>
              <a:ahLst/>
              <a:cxnLst/>
              <a:rect l="l" t="t" r="r" b="b"/>
              <a:pathLst>
                <a:path w="5224" h="817" extrusionOk="0">
                  <a:moveTo>
                    <a:pt x="5208" y="0"/>
                  </a:moveTo>
                  <a:lnTo>
                    <a:pt x="1" y="730"/>
                  </a:lnTo>
                  <a:lnTo>
                    <a:pt x="11" y="816"/>
                  </a:lnTo>
                  <a:lnTo>
                    <a:pt x="5224" y="82"/>
                  </a:lnTo>
                  <a:lnTo>
                    <a:pt x="5208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3145975" y="1970998"/>
              <a:ext cx="550727" cy="86130"/>
            </a:xfrm>
            <a:custGeom>
              <a:avLst/>
              <a:gdLst/>
              <a:ahLst/>
              <a:cxnLst/>
              <a:rect l="l" t="t" r="r" b="b"/>
              <a:pathLst>
                <a:path w="5224" h="817" extrusionOk="0">
                  <a:moveTo>
                    <a:pt x="5208" y="1"/>
                  </a:moveTo>
                  <a:lnTo>
                    <a:pt x="1" y="730"/>
                  </a:lnTo>
                  <a:lnTo>
                    <a:pt x="11" y="816"/>
                  </a:lnTo>
                  <a:lnTo>
                    <a:pt x="5224" y="82"/>
                  </a:lnTo>
                  <a:lnTo>
                    <a:pt x="5208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3145975" y="2013694"/>
              <a:ext cx="550727" cy="86130"/>
            </a:xfrm>
            <a:custGeom>
              <a:avLst/>
              <a:gdLst/>
              <a:ahLst/>
              <a:cxnLst/>
              <a:rect l="l" t="t" r="r" b="b"/>
              <a:pathLst>
                <a:path w="5224" h="817" extrusionOk="0">
                  <a:moveTo>
                    <a:pt x="5208" y="1"/>
                  </a:moveTo>
                  <a:lnTo>
                    <a:pt x="1" y="730"/>
                  </a:lnTo>
                  <a:lnTo>
                    <a:pt x="11" y="817"/>
                  </a:lnTo>
                  <a:lnTo>
                    <a:pt x="5224" y="82"/>
                  </a:lnTo>
                  <a:lnTo>
                    <a:pt x="5208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3145975" y="2056495"/>
              <a:ext cx="550727" cy="86025"/>
            </a:xfrm>
            <a:custGeom>
              <a:avLst/>
              <a:gdLst/>
              <a:ahLst/>
              <a:cxnLst/>
              <a:rect l="l" t="t" r="r" b="b"/>
              <a:pathLst>
                <a:path w="5224" h="816" extrusionOk="0">
                  <a:moveTo>
                    <a:pt x="5208" y="0"/>
                  </a:moveTo>
                  <a:lnTo>
                    <a:pt x="1" y="730"/>
                  </a:lnTo>
                  <a:lnTo>
                    <a:pt x="11" y="816"/>
                  </a:lnTo>
                  <a:lnTo>
                    <a:pt x="5224" y="81"/>
                  </a:lnTo>
                  <a:lnTo>
                    <a:pt x="5208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2444289" y="2828072"/>
              <a:ext cx="637174" cy="98465"/>
            </a:xfrm>
            <a:custGeom>
              <a:avLst/>
              <a:gdLst/>
              <a:ahLst/>
              <a:cxnLst/>
              <a:rect l="l" t="t" r="r" b="b"/>
              <a:pathLst>
                <a:path w="6044" h="934" extrusionOk="0">
                  <a:moveTo>
                    <a:pt x="6029" y="1"/>
                  </a:moveTo>
                  <a:lnTo>
                    <a:pt x="1" y="847"/>
                  </a:lnTo>
                  <a:lnTo>
                    <a:pt x="11" y="933"/>
                  </a:lnTo>
                  <a:lnTo>
                    <a:pt x="6044" y="82"/>
                  </a:lnTo>
                  <a:lnTo>
                    <a:pt x="6029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2444289" y="2870873"/>
              <a:ext cx="637174" cy="98359"/>
            </a:xfrm>
            <a:custGeom>
              <a:avLst/>
              <a:gdLst/>
              <a:ahLst/>
              <a:cxnLst/>
              <a:rect l="l" t="t" r="r" b="b"/>
              <a:pathLst>
                <a:path w="6044" h="933" extrusionOk="0">
                  <a:moveTo>
                    <a:pt x="6029" y="0"/>
                  </a:moveTo>
                  <a:lnTo>
                    <a:pt x="1" y="846"/>
                  </a:lnTo>
                  <a:lnTo>
                    <a:pt x="11" y="932"/>
                  </a:lnTo>
                  <a:lnTo>
                    <a:pt x="6044" y="81"/>
                  </a:lnTo>
                  <a:lnTo>
                    <a:pt x="6029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2444289" y="2913569"/>
              <a:ext cx="637174" cy="98359"/>
            </a:xfrm>
            <a:custGeom>
              <a:avLst/>
              <a:gdLst/>
              <a:ahLst/>
              <a:cxnLst/>
              <a:rect l="l" t="t" r="r" b="b"/>
              <a:pathLst>
                <a:path w="6044" h="933" extrusionOk="0">
                  <a:moveTo>
                    <a:pt x="6029" y="0"/>
                  </a:moveTo>
                  <a:lnTo>
                    <a:pt x="1" y="846"/>
                  </a:lnTo>
                  <a:lnTo>
                    <a:pt x="11" y="932"/>
                  </a:lnTo>
                  <a:lnTo>
                    <a:pt x="6044" y="81"/>
                  </a:lnTo>
                  <a:lnTo>
                    <a:pt x="6029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2444289" y="2956264"/>
              <a:ext cx="637174" cy="98359"/>
            </a:xfrm>
            <a:custGeom>
              <a:avLst/>
              <a:gdLst/>
              <a:ahLst/>
              <a:cxnLst/>
              <a:rect l="l" t="t" r="r" b="b"/>
              <a:pathLst>
                <a:path w="6044" h="933" extrusionOk="0">
                  <a:moveTo>
                    <a:pt x="6029" y="1"/>
                  </a:moveTo>
                  <a:lnTo>
                    <a:pt x="1" y="847"/>
                  </a:lnTo>
                  <a:lnTo>
                    <a:pt x="11" y="933"/>
                  </a:lnTo>
                  <a:lnTo>
                    <a:pt x="6044" y="82"/>
                  </a:lnTo>
                  <a:lnTo>
                    <a:pt x="6029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2444289" y="2998960"/>
              <a:ext cx="637174" cy="98359"/>
            </a:xfrm>
            <a:custGeom>
              <a:avLst/>
              <a:gdLst/>
              <a:ahLst/>
              <a:cxnLst/>
              <a:rect l="l" t="t" r="r" b="b"/>
              <a:pathLst>
                <a:path w="6044" h="933" extrusionOk="0">
                  <a:moveTo>
                    <a:pt x="6029" y="1"/>
                  </a:moveTo>
                  <a:lnTo>
                    <a:pt x="1" y="847"/>
                  </a:lnTo>
                  <a:lnTo>
                    <a:pt x="11" y="933"/>
                  </a:lnTo>
                  <a:lnTo>
                    <a:pt x="6044" y="87"/>
                  </a:lnTo>
                  <a:lnTo>
                    <a:pt x="6029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5"/>
            <p:cNvSpPr/>
            <p:nvPr/>
          </p:nvSpPr>
          <p:spPr>
            <a:xfrm>
              <a:off x="2444289" y="3041761"/>
              <a:ext cx="637174" cy="98359"/>
            </a:xfrm>
            <a:custGeom>
              <a:avLst/>
              <a:gdLst/>
              <a:ahLst/>
              <a:cxnLst/>
              <a:rect l="l" t="t" r="r" b="b"/>
              <a:pathLst>
                <a:path w="6044" h="933" extrusionOk="0">
                  <a:moveTo>
                    <a:pt x="6029" y="0"/>
                  </a:moveTo>
                  <a:lnTo>
                    <a:pt x="1" y="846"/>
                  </a:lnTo>
                  <a:lnTo>
                    <a:pt x="11" y="932"/>
                  </a:lnTo>
                  <a:lnTo>
                    <a:pt x="6044" y="86"/>
                  </a:lnTo>
                  <a:lnTo>
                    <a:pt x="6029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3145975" y="2741627"/>
              <a:ext cx="550727" cy="86025"/>
            </a:xfrm>
            <a:custGeom>
              <a:avLst/>
              <a:gdLst/>
              <a:ahLst/>
              <a:cxnLst/>
              <a:rect l="l" t="t" r="r" b="b"/>
              <a:pathLst>
                <a:path w="5224" h="816" extrusionOk="0">
                  <a:moveTo>
                    <a:pt x="5208" y="0"/>
                  </a:moveTo>
                  <a:lnTo>
                    <a:pt x="1" y="730"/>
                  </a:lnTo>
                  <a:lnTo>
                    <a:pt x="11" y="816"/>
                  </a:lnTo>
                  <a:lnTo>
                    <a:pt x="5224" y="81"/>
                  </a:lnTo>
                  <a:lnTo>
                    <a:pt x="5208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3145975" y="2784322"/>
              <a:ext cx="550727" cy="86130"/>
            </a:xfrm>
            <a:custGeom>
              <a:avLst/>
              <a:gdLst/>
              <a:ahLst/>
              <a:cxnLst/>
              <a:rect l="l" t="t" r="r" b="b"/>
              <a:pathLst>
                <a:path w="5224" h="817" extrusionOk="0">
                  <a:moveTo>
                    <a:pt x="5208" y="1"/>
                  </a:moveTo>
                  <a:lnTo>
                    <a:pt x="1" y="730"/>
                  </a:lnTo>
                  <a:lnTo>
                    <a:pt x="11" y="816"/>
                  </a:lnTo>
                  <a:lnTo>
                    <a:pt x="5224" y="82"/>
                  </a:lnTo>
                  <a:lnTo>
                    <a:pt x="5208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3145975" y="2827018"/>
              <a:ext cx="550727" cy="86130"/>
            </a:xfrm>
            <a:custGeom>
              <a:avLst/>
              <a:gdLst/>
              <a:ahLst/>
              <a:cxnLst/>
              <a:rect l="l" t="t" r="r" b="b"/>
              <a:pathLst>
                <a:path w="5224" h="817" extrusionOk="0">
                  <a:moveTo>
                    <a:pt x="5208" y="1"/>
                  </a:moveTo>
                  <a:lnTo>
                    <a:pt x="1" y="735"/>
                  </a:lnTo>
                  <a:lnTo>
                    <a:pt x="11" y="816"/>
                  </a:lnTo>
                  <a:lnTo>
                    <a:pt x="5224" y="82"/>
                  </a:lnTo>
                  <a:lnTo>
                    <a:pt x="5208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3145975" y="2869819"/>
              <a:ext cx="550727" cy="86025"/>
            </a:xfrm>
            <a:custGeom>
              <a:avLst/>
              <a:gdLst/>
              <a:ahLst/>
              <a:cxnLst/>
              <a:rect l="l" t="t" r="r" b="b"/>
              <a:pathLst>
                <a:path w="5224" h="816" extrusionOk="0">
                  <a:moveTo>
                    <a:pt x="5208" y="0"/>
                  </a:moveTo>
                  <a:lnTo>
                    <a:pt x="1" y="735"/>
                  </a:lnTo>
                  <a:lnTo>
                    <a:pt x="11" y="816"/>
                  </a:lnTo>
                  <a:lnTo>
                    <a:pt x="5224" y="81"/>
                  </a:lnTo>
                  <a:lnTo>
                    <a:pt x="5208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3145975" y="2912514"/>
              <a:ext cx="550727" cy="86025"/>
            </a:xfrm>
            <a:custGeom>
              <a:avLst/>
              <a:gdLst/>
              <a:ahLst/>
              <a:cxnLst/>
              <a:rect l="l" t="t" r="r" b="b"/>
              <a:pathLst>
                <a:path w="5224" h="816" extrusionOk="0">
                  <a:moveTo>
                    <a:pt x="5208" y="0"/>
                  </a:moveTo>
                  <a:lnTo>
                    <a:pt x="1" y="735"/>
                  </a:lnTo>
                  <a:lnTo>
                    <a:pt x="11" y="816"/>
                  </a:lnTo>
                  <a:lnTo>
                    <a:pt x="5224" y="81"/>
                  </a:lnTo>
                  <a:lnTo>
                    <a:pt x="5208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3145975" y="2955210"/>
              <a:ext cx="550727" cy="86130"/>
            </a:xfrm>
            <a:custGeom>
              <a:avLst/>
              <a:gdLst/>
              <a:ahLst/>
              <a:cxnLst/>
              <a:rect l="l" t="t" r="r" b="b"/>
              <a:pathLst>
                <a:path w="5224" h="817" extrusionOk="0">
                  <a:moveTo>
                    <a:pt x="5208" y="1"/>
                  </a:moveTo>
                  <a:lnTo>
                    <a:pt x="1" y="735"/>
                  </a:lnTo>
                  <a:lnTo>
                    <a:pt x="11" y="816"/>
                  </a:lnTo>
                  <a:lnTo>
                    <a:pt x="5224" y="87"/>
                  </a:lnTo>
                  <a:lnTo>
                    <a:pt x="5208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2789861" y="2209777"/>
              <a:ext cx="301298" cy="51341"/>
            </a:xfrm>
            <a:custGeom>
              <a:avLst/>
              <a:gdLst/>
              <a:ahLst/>
              <a:cxnLst/>
              <a:rect l="l" t="t" r="r" b="b"/>
              <a:pathLst>
                <a:path w="2858" h="487" extrusionOk="0">
                  <a:moveTo>
                    <a:pt x="2847" y="0"/>
                  </a:moveTo>
                  <a:lnTo>
                    <a:pt x="0" y="400"/>
                  </a:lnTo>
                  <a:lnTo>
                    <a:pt x="10" y="486"/>
                  </a:lnTo>
                  <a:lnTo>
                    <a:pt x="2857" y="81"/>
                  </a:lnTo>
                  <a:lnTo>
                    <a:pt x="2847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2789861" y="2252473"/>
              <a:ext cx="301298" cy="51341"/>
            </a:xfrm>
            <a:custGeom>
              <a:avLst/>
              <a:gdLst/>
              <a:ahLst/>
              <a:cxnLst/>
              <a:rect l="l" t="t" r="r" b="b"/>
              <a:pathLst>
                <a:path w="2858" h="487" extrusionOk="0">
                  <a:moveTo>
                    <a:pt x="2847" y="0"/>
                  </a:moveTo>
                  <a:lnTo>
                    <a:pt x="0" y="400"/>
                  </a:lnTo>
                  <a:lnTo>
                    <a:pt x="10" y="487"/>
                  </a:lnTo>
                  <a:lnTo>
                    <a:pt x="2857" y="81"/>
                  </a:lnTo>
                  <a:lnTo>
                    <a:pt x="2847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2789861" y="2295168"/>
              <a:ext cx="301298" cy="51341"/>
            </a:xfrm>
            <a:custGeom>
              <a:avLst/>
              <a:gdLst/>
              <a:ahLst/>
              <a:cxnLst/>
              <a:rect l="l" t="t" r="r" b="b"/>
              <a:pathLst>
                <a:path w="2858" h="487" extrusionOk="0">
                  <a:moveTo>
                    <a:pt x="2847" y="1"/>
                  </a:moveTo>
                  <a:lnTo>
                    <a:pt x="0" y="401"/>
                  </a:lnTo>
                  <a:lnTo>
                    <a:pt x="10" y="487"/>
                  </a:lnTo>
                  <a:lnTo>
                    <a:pt x="2857" y="87"/>
                  </a:lnTo>
                  <a:lnTo>
                    <a:pt x="2847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2789861" y="2337864"/>
              <a:ext cx="301298" cy="51446"/>
            </a:xfrm>
            <a:custGeom>
              <a:avLst/>
              <a:gdLst/>
              <a:ahLst/>
              <a:cxnLst/>
              <a:rect l="l" t="t" r="r" b="b"/>
              <a:pathLst>
                <a:path w="2858" h="488" extrusionOk="0">
                  <a:moveTo>
                    <a:pt x="2847" y="1"/>
                  </a:moveTo>
                  <a:lnTo>
                    <a:pt x="0" y="401"/>
                  </a:lnTo>
                  <a:lnTo>
                    <a:pt x="10" y="487"/>
                  </a:lnTo>
                  <a:lnTo>
                    <a:pt x="2857" y="87"/>
                  </a:lnTo>
                  <a:lnTo>
                    <a:pt x="2847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2789861" y="2380665"/>
              <a:ext cx="301298" cy="51341"/>
            </a:xfrm>
            <a:custGeom>
              <a:avLst/>
              <a:gdLst/>
              <a:ahLst/>
              <a:cxnLst/>
              <a:rect l="l" t="t" r="r" b="b"/>
              <a:pathLst>
                <a:path w="2858" h="487" extrusionOk="0">
                  <a:moveTo>
                    <a:pt x="2847" y="0"/>
                  </a:moveTo>
                  <a:lnTo>
                    <a:pt x="0" y="400"/>
                  </a:lnTo>
                  <a:lnTo>
                    <a:pt x="10" y="486"/>
                  </a:lnTo>
                  <a:lnTo>
                    <a:pt x="2857" y="86"/>
                  </a:lnTo>
                  <a:lnTo>
                    <a:pt x="2847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5"/>
            <p:cNvSpPr/>
            <p:nvPr/>
          </p:nvSpPr>
          <p:spPr>
            <a:xfrm>
              <a:off x="2789861" y="2423360"/>
              <a:ext cx="301298" cy="51341"/>
            </a:xfrm>
            <a:custGeom>
              <a:avLst/>
              <a:gdLst/>
              <a:ahLst/>
              <a:cxnLst/>
              <a:rect l="l" t="t" r="r" b="b"/>
              <a:pathLst>
                <a:path w="2858" h="487" extrusionOk="0">
                  <a:moveTo>
                    <a:pt x="2847" y="0"/>
                  </a:moveTo>
                  <a:lnTo>
                    <a:pt x="0" y="400"/>
                  </a:lnTo>
                  <a:lnTo>
                    <a:pt x="10" y="487"/>
                  </a:lnTo>
                  <a:lnTo>
                    <a:pt x="2857" y="86"/>
                  </a:lnTo>
                  <a:lnTo>
                    <a:pt x="2847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2789861" y="2466056"/>
              <a:ext cx="301298" cy="51341"/>
            </a:xfrm>
            <a:custGeom>
              <a:avLst/>
              <a:gdLst/>
              <a:ahLst/>
              <a:cxnLst/>
              <a:rect l="l" t="t" r="r" b="b"/>
              <a:pathLst>
                <a:path w="2858" h="487" extrusionOk="0">
                  <a:moveTo>
                    <a:pt x="2847" y="0"/>
                  </a:moveTo>
                  <a:lnTo>
                    <a:pt x="0" y="401"/>
                  </a:lnTo>
                  <a:lnTo>
                    <a:pt x="10" y="487"/>
                  </a:lnTo>
                  <a:lnTo>
                    <a:pt x="2857" y="87"/>
                  </a:lnTo>
                  <a:lnTo>
                    <a:pt x="2847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2789861" y="2508751"/>
              <a:ext cx="301298" cy="51446"/>
            </a:xfrm>
            <a:custGeom>
              <a:avLst/>
              <a:gdLst/>
              <a:ahLst/>
              <a:cxnLst/>
              <a:rect l="l" t="t" r="r" b="b"/>
              <a:pathLst>
                <a:path w="2858" h="488" extrusionOk="0">
                  <a:moveTo>
                    <a:pt x="2847" y="1"/>
                  </a:moveTo>
                  <a:lnTo>
                    <a:pt x="0" y="401"/>
                  </a:lnTo>
                  <a:lnTo>
                    <a:pt x="10" y="487"/>
                  </a:lnTo>
                  <a:lnTo>
                    <a:pt x="2857" y="87"/>
                  </a:lnTo>
                  <a:lnTo>
                    <a:pt x="2847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2789861" y="2551447"/>
              <a:ext cx="301298" cy="51446"/>
            </a:xfrm>
            <a:custGeom>
              <a:avLst/>
              <a:gdLst/>
              <a:ahLst/>
              <a:cxnLst/>
              <a:rect l="l" t="t" r="r" b="b"/>
              <a:pathLst>
                <a:path w="2858" h="488" extrusionOk="0">
                  <a:moveTo>
                    <a:pt x="2847" y="1"/>
                  </a:moveTo>
                  <a:lnTo>
                    <a:pt x="0" y="401"/>
                  </a:lnTo>
                  <a:lnTo>
                    <a:pt x="10" y="487"/>
                  </a:lnTo>
                  <a:lnTo>
                    <a:pt x="2857" y="87"/>
                  </a:lnTo>
                  <a:lnTo>
                    <a:pt x="2847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2789861" y="2594248"/>
              <a:ext cx="301298" cy="51341"/>
            </a:xfrm>
            <a:custGeom>
              <a:avLst/>
              <a:gdLst/>
              <a:ahLst/>
              <a:cxnLst/>
              <a:rect l="l" t="t" r="r" b="b"/>
              <a:pathLst>
                <a:path w="2858" h="487" extrusionOk="0">
                  <a:moveTo>
                    <a:pt x="2847" y="0"/>
                  </a:moveTo>
                  <a:lnTo>
                    <a:pt x="0" y="405"/>
                  </a:lnTo>
                  <a:lnTo>
                    <a:pt x="10" y="487"/>
                  </a:lnTo>
                  <a:lnTo>
                    <a:pt x="2857" y="86"/>
                  </a:lnTo>
                  <a:lnTo>
                    <a:pt x="2847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5"/>
            <p:cNvSpPr/>
            <p:nvPr/>
          </p:nvSpPr>
          <p:spPr>
            <a:xfrm>
              <a:off x="2789861" y="2636944"/>
              <a:ext cx="301298" cy="51341"/>
            </a:xfrm>
            <a:custGeom>
              <a:avLst/>
              <a:gdLst/>
              <a:ahLst/>
              <a:cxnLst/>
              <a:rect l="l" t="t" r="r" b="b"/>
              <a:pathLst>
                <a:path w="2858" h="487" extrusionOk="0">
                  <a:moveTo>
                    <a:pt x="2847" y="0"/>
                  </a:moveTo>
                  <a:lnTo>
                    <a:pt x="0" y="406"/>
                  </a:lnTo>
                  <a:lnTo>
                    <a:pt x="10" y="487"/>
                  </a:lnTo>
                  <a:lnTo>
                    <a:pt x="2857" y="87"/>
                  </a:lnTo>
                  <a:lnTo>
                    <a:pt x="2847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2444816" y="2258271"/>
              <a:ext cx="300770" cy="50919"/>
            </a:xfrm>
            <a:custGeom>
              <a:avLst/>
              <a:gdLst/>
              <a:ahLst/>
              <a:cxnLst/>
              <a:rect l="l" t="t" r="r" b="b"/>
              <a:pathLst>
                <a:path w="2853" h="483" extrusionOk="0">
                  <a:moveTo>
                    <a:pt x="2843" y="1"/>
                  </a:moveTo>
                  <a:lnTo>
                    <a:pt x="1" y="401"/>
                  </a:lnTo>
                  <a:lnTo>
                    <a:pt x="11" y="482"/>
                  </a:lnTo>
                  <a:lnTo>
                    <a:pt x="2853" y="82"/>
                  </a:lnTo>
                  <a:lnTo>
                    <a:pt x="2843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2444816" y="2301072"/>
              <a:ext cx="300770" cy="50814"/>
            </a:xfrm>
            <a:custGeom>
              <a:avLst/>
              <a:gdLst/>
              <a:ahLst/>
              <a:cxnLst/>
              <a:rect l="l" t="t" r="r" b="b"/>
              <a:pathLst>
                <a:path w="2853" h="482" extrusionOk="0">
                  <a:moveTo>
                    <a:pt x="2843" y="0"/>
                  </a:moveTo>
                  <a:lnTo>
                    <a:pt x="1" y="400"/>
                  </a:lnTo>
                  <a:lnTo>
                    <a:pt x="11" y="481"/>
                  </a:lnTo>
                  <a:lnTo>
                    <a:pt x="2853" y="81"/>
                  </a:lnTo>
                  <a:lnTo>
                    <a:pt x="2843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5"/>
            <p:cNvSpPr/>
            <p:nvPr/>
          </p:nvSpPr>
          <p:spPr>
            <a:xfrm>
              <a:off x="2444816" y="2343767"/>
              <a:ext cx="300770" cy="50814"/>
            </a:xfrm>
            <a:custGeom>
              <a:avLst/>
              <a:gdLst/>
              <a:ahLst/>
              <a:cxnLst/>
              <a:rect l="l" t="t" r="r" b="b"/>
              <a:pathLst>
                <a:path w="2853" h="482" extrusionOk="0">
                  <a:moveTo>
                    <a:pt x="2843" y="0"/>
                  </a:moveTo>
                  <a:lnTo>
                    <a:pt x="1" y="401"/>
                  </a:lnTo>
                  <a:lnTo>
                    <a:pt x="11" y="482"/>
                  </a:lnTo>
                  <a:lnTo>
                    <a:pt x="2853" y="87"/>
                  </a:lnTo>
                  <a:lnTo>
                    <a:pt x="2843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2444816" y="2386463"/>
              <a:ext cx="300770" cy="51446"/>
            </a:xfrm>
            <a:custGeom>
              <a:avLst/>
              <a:gdLst/>
              <a:ahLst/>
              <a:cxnLst/>
              <a:rect l="l" t="t" r="r" b="b"/>
              <a:pathLst>
                <a:path w="2853" h="488" extrusionOk="0">
                  <a:moveTo>
                    <a:pt x="2843" y="1"/>
                  </a:moveTo>
                  <a:lnTo>
                    <a:pt x="1" y="401"/>
                  </a:lnTo>
                  <a:lnTo>
                    <a:pt x="11" y="487"/>
                  </a:lnTo>
                  <a:lnTo>
                    <a:pt x="2853" y="87"/>
                  </a:lnTo>
                  <a:lnTo>
                    <a:pt x="2843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5"/>
            <p:cNvSpPr/>
            <p:nvPr/>
          </p:nvSpPr>
          <p:spPr>
            <a:xfrm>
              <a:off x="2444816" y="2429158"/>
              <a:ext cx="300770" cy="51446"/>
            </a:xfrm>
            <a:custGeom>
              <a:avLst/>
              <a:gdLst/>
              <a:ahLst/>
              <a:cxnLst/>
              <a:rect l="l" t="t" r="r" b="b"/>
              <a:pathLst>
                <a:path w="2853" h="488" extrusionOk="0">
                  <a:moveTo>
                    <a:pt x="2843" y="1"/>
                  </a:moveTo>
                  <a:lnTo>
                    <a:pt x="1" y="401"/>
                  </a:lnTo>
                  <a:lnTo>
                    <a:pt x="11" y="487"/>
                  </a:lnTo>
                  <a:lnTo>
                    <a:pt x="2853" y="87"/>
                  </a:lnTo>
                  <a:lnTo>
                    <a:pt x="2843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5"/>
            <p:cNvSpPr/>
            <p:nvPr/>
          </p:nvSpPr>
          <p:spPr>
            <a:xfrm>
              <a:off x="2444816" y="2471959"/>
              <a:ext cx="300770" cy="51341"/>
            </a:xfrm>
            <a:custGeom>
              <a:avLst/>
              <a:gdLst/>
              <a:ahLst/>
              <a:cxnLst/>
              <a:rect l="l" t="t" r="r" b="b"/>
              <a:pathLst>
                <a:path w="2853" h="487" extrusionOk="0">
                  <a:moveTo>
                    <a:pt x="2843" y="0"/>
                  </a:moveTo>
                  <a:lnTo>
                    <a:pt x="1" y="400"/>
                  </a:lnTo>
                  <a:lnTo>
                    <a:pt x="11" y="487"/>
                  </a:lnTo>
                  <a:lnTo>
                    <a:pt x="2853" y="86"/>
                  </a:lnTo>
                  <a:lnTo>
                    <a:pt x="2843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2444816" y="2514655"/>
              <a:ext cx="300770" cy="51341"/>
            </a:xfrm>
            <a:custGeom>
              <a:avLst/>
              <a:gdLst/>
              <a:ahLst/>
              <a:cxnLst/>
              <a:rect l="l" t="t" r="r" b="b"/>
              <a:pathLst>
                <a:path w="2853" h="487" extrusionOk="0">
                  <a:moveTo>
                    <a:pt x="2843" y="0"/>
                  </a:moveTo>
                  <a:lnTo>
                    <a:pt x="1" y="401"/>
                  </a:lnTo>
                  <a:lnTo>
                    <a:pt x="11" y="487"/>
                  </a:lnTo>
                  <a:lnTo>
                    <a:pt x="2853" y="87"/>
                  </a:lnTo>
                  <a:lnTo>
                    <a:pt x="2843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5"/>
            <p:cNvSpPr/>
            <p:nvPr/>
          </p:nvSpPr>
          <p:spPr>
            <a:xfrm>
              <a:off x="2444816" y="2557351"/>
              <a:ext cx="300770" cy="51341"/>
            </a:xfrm>
            <a:custGeom>
              <a:avLst/>
              <a:gdLst/>
              <a:ahLst/>
              <a:cxnLst/>
              <a:rect l="l" t="t" r="r" b="b"/>
              <a:pathLst>
                <a:path w="2853" h="487" extrusionOk="0">
                  <a:moveTo>
                    <a:pt x="2843" y="1"/>
                  </a:moveTo>
                  <a:lnTo>
                    <a:pt x="1" y="401"/>
                  </a:lnTo>
                  <a:lnTo>
                    <a:pt x="11" y="487"/>
                  </a:lnTo>
                  <a:lnTo>
                    <a:pt x="2853" y="87"/>
                  </a:lnTo>
                  <a:lnTo>
                    <a:pt x="2843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2444816" y="2600046"/>
              <a:ext cx="300770" cy="51446"/>
            </a:xfrm>
            <a:custGeom>
              <a:avLst/>
              <a:gdLst/>
              <a:ahLst/>
              <a:cxnLst/>
              <a:rect l="l" t="t" r="r" b="b"/>
              <a:pathLst>
                <a:path w="2853" h="488" extrusionOk="0">
                  <a:moveTo>
                    <a:pt x="2843" y="1"/>
                  </a:moveTo>
                  <a:lnTo>
                    <a:pt x="1" y="401"/>
                  </a:lnTo>
                  <a:lnTo>
                    <a:pt x="11" y="487"/>
                  </a:lnTo>
                  <a:lnTo>
                    <a:pt x="2853" y="87"/>
                  </a:lnTo>
                  <a:lnTo>
                    <a:pt x="2843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2444816" y="2642847"/>
              <a:ext cx="300770" cy="51341"/>
            </a:xfrm>
            <a:custGeom>
              <a:avLst/>
              <a:gdLst/>
              <a:ahLst/>
              <a:cxnLst/>
              <a:rect l="l" t="t" r="r" b="b"/>
              <a:pathLst>
                <a:path w="2853" h="487" extrusionOk="0">
                  <a:moveTo>
                    <a:pt x="2843" y="0"/>
                  </a:moveTo>
                  <a:lnTo>
                    <a:pt x="1" y="400"/>
                  </a:lnTo>
                  <a:lnTo>
                    <a:pt x="11" y="486"/>
                  </a:lnTo>
                  <a:lnTo>
                    <a:pt x="2853" y="86"/>
                  </a:lnTo>
                  <a:lnTo>
                    <a:pt x="2843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5"/>
            <p:cNvSpPr/>
            <p:nvPr/>
          </p:nvSpPr>
          <p:spPr>
            <a:xfrm>
              <a:off x="2444816" y="2685543"/>
              <a:ext cx="300770" cy="51341"/>
            </a:xfrm>
            <a:custGeom>
              <a:avLst/>
              <a:gdLst/>
              <a:ahLst/>
              <a:cxnLst/>
              <a:rect l="l" t="t" r="r" b="b"/>
              <a:pathLst>
                <a:path w="2853" h="487" extrusionOk="0">
                  <a:moveTo>
                    <a:pt x="2843" y="0"/>
                  </a:moveTo>
                  <a:lnTo>
                    <a:pt x="1" y="401"/>
                  </a:lnTo>
                  <a:lnTo>
                    <a:pt x="11" y="487"/>
                  </a:lnTo>
                  <a:lnTo>
                    <a:pt x="2853" y="87"/>
                  </a:lnTo>
                  <a:lnTo>
                    <a:pt x="2843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5"/>
            <p:cNvSpPr/>
            <p:nvPr/>
          </p:nvSpPr>
          <p:spPr>
            <a:xfrm>
              <a:off x="2731036" y="1458335"/>
              <a:ext cx="140634" cy="164565"/>
            </a:xfrm>
            <a:custGeom>
              <a:avLst/>
              <a:gdLst/>
              <a:ahLst/>
              <a:cxnLst/>
              <a:rect l="l" t="t" r="r" b="b"/>
              <a:pathLst>
                <a:path w="1334" h="1561" extrusionOk="0">
                  <a:moveTo>
                    <a:pt x="1333" y="1"/>
                  </a:moveTo>
                  <a:lnTo>
                    <a:pt x="923" y="62"/>
                  </a:lnTo>
                  <a:lnTo>
                    <a:pt x="923" y="766"/>
                  </a:lnTo>
                  <a:lnTo>
                    <a:pt x="381" y="138"/>
                  </a:lnTo>
                  <a:lnTo>
                    <a:pt x="1" y="188"/>
                  </a:lnTo>
                  <a:lnTo>
                    <a:pt x="1" y="1561"/>
                  </a:lnTo>
                  <a:lnTo>
                    <a:pt x="411" y="1505"/>
                  </a:lnTo>
                  <a:lnTo>
                    <a:pt x="411" y="801"/>
                  </a:lnTo>
                  <a:lnTo>
                    <a:pt x="953" y="1429"/>
                  </a:lnTo>
                  <a:lnTo>
                    <a:pt x="1333" y="1374"/>
                  </a:lnTo>
                  <a:lnTo>
                    <a:pt x="133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5"/>
            <p:cNvSpPr/>
            <p:nvPr/>
          </p:nvSpPr>
          <p:spPr>
            <a:xfrm>
              <a:off x="2900870" y="1437040"/>
              <a:ext cx="124609" cy="161929"/>
            </a:xfrm>
            <a:custGeom>
              <a:avLst/>
              <a:gdLst/>
              <a:ahLst/>
              <a:cxnLst/>
              <a:rect l="l" t="t" r="r" b="b"/>
              <a:pathLst>
                <a:path w="1182" h="1536" extrusionOk="0">
                  <a:moveTo>
                    <a:pt x="1166" y="0"/>
                  </a:moveTo>
                  <a:lnTo>
                    <a:pt x="1" y="162"/>
                  </a:lnTo>
                  <a:lnTo>
                    <a:pt x="1" y="1535"/>
                  </a:lnTo>
                  <a:lnTo>
                    <a:pt x="1181" y="1373"/>
                  </a:lnTo>
                  <a:lnTo>
                    <a:pt x="1181" y="1028"/>
                  </a:lnTo>
                  <a:lnTo>
                    <a:pt x="457" y="1130"/>
                  </a:lnTo>
                  <a:lnTo>
                    <a:pt x="457" y="958"/>
                  </a:lnTo>
                  <a:lnTo>
                    <a:pt x="1100" y="866"/>
                  </a:lnTo>
                  <a:lnTo>
                    <a:pt x="1100" y="522"/>
                  </a:lnTo>
                  <a:lnTo>
                    <a:pt x="457" y="613"/>
                  </a:lnTo>
                  <a:lnTo>
                    <a:pt x="457" y="446"/>
                  </a:lnTo>
                  <a:lnTo>
                    <a:pt x="1166" y="345"/>
                  </a:lnTo>
                  <a:lnTo>
                    <a:pt x="116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5"/>
            <p:cNvSpPr/>
            <p:nvPr/>
          </p:nvSpPr>
          <p:spPr>
            <a:xfrm>
              <a:off x="3030644" y="1402251"/>
              <a:ext cx="239942" cy="172050"/>
            </a:xfrm>
            <a:custGeom>
              <a:avLst/>
              <a:gdLst/>
              <a:ahLst/>
              <a:cxnLst/>
              <a:rect l="l" t="t" r="r" b="b"/>
              <a:pathLst>
                <a:path w="2276" h="1632" extrusionOk="0">
                  <a:moveTo>
                    <a:pt x="2275" y="1"/>
                  </a:moveTo>
                  <a:lnTo>
                    <a:pt x="1814" y="67"/>
                  </a:lnTo>
                  <a:lnTo>
                    <a:pt x="1596" y="999"/>
                  </a:lnTo>
                  <a:lnTo>
                    <a:pt x="1374" y="128"/>
                  </a:lnTo>
                  <a:lnTo>
                    <a:pt x="928" y="188"/>
                  </a:lnTo>
                  <a:lnTo>
                    <a:pt x="710" y="1120"/>
                  </a:lnTo>
                  <a:lnTo>
                    <a:pt x="487" y="254"/>
                  </a:lnTo>
                  <a:lnTo>
                    <a:pt x="1" y="320"/>
                  </a:lnTo>
                  <a:lnTo>
                    <a:pt x="462" y="1632"/>
                  </a:lnTo>
                  <a:lnTo>
                    <a:pt x="928" y="1566"/>
                  </a:lnTo>
                  <a:lnTo>
                    <a:pt x="1140" y="715"/>
                  </a:lnTo>
                  <a:lnTo>
                    <a:pt x="1343" y="1505"/>
                  </a:lnTo>
                  <a:lnTo>
                    <a:pt x="1814" y="1440"/>
                  </a:lnTo>
                  <a:lnTo>
                    <a:pt x="227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5"/>
            <p:cNvSpPr/>
            <p:nvPr/>
          </p:nvSpPr>
          <p:spPr>
            <a:xfrm>
              <a:off x="3283761" y="1385595"/>
              <a:ext cx="134203" cy="153495"/>
            </a:xfrm>
            <a:custGeom>
              <a:avLst/>
              <a:gdLst/>
              <a:ahLst/>
              <a:cxnLst/>
              <a:rect l="l" t="t" r="r" b="b"/>
              <a:pathLst>
                <a:path w="1273" h="1456" extrusionOk="0">
                  <a:moveTo>
                    <a:pt x="836" y="1"/>
                  </a:moveTo>
                  <a:cubicBezTo>
                    <a:pt x="782" y="1"/>
                    <a:pt x="728" y="4"/>
                    <a:pt x="675" y="12"/>
                  </a:cubicBezTo>
                  <a:cubicBezTo>
                    <a:pt x="558" y="27"/>
                    <a:pt x="457" y="63"/>
                    <a:pt x="366" y="108"/>
                  </a:cubicBezTo>
                  <a:cubicBezTo>
                    <a:pt x="279" y="159"/>
                    <a:pt x="209" y="220"/>
                    <a:pt x="163" y="296"/>
                  </a:cubicBezTo>
                  <a:cubicBezTo>
                    <a:pt x="112" y="372"/>
                    <a:pt x="87" y="453"/>
                    <a:pt x="87" y="544"/>
                  </a:cubicBezTo>
                  <a:cubicBezTo>
                    <a:pt x="87" y="640"/>
                    <a:pt x="112" y="711"/>
                    <a:pt x="158" y="762"/>
                  </a:cubicBezTo>
                  <a:cubicBezTo>
                    <a:pt x="209" y="812"/>
                    <a:pt x="259" y="843"/>
                    <a:pt x="325" y="863"/>
                  </a:cubicBezTo>
                  <a:cubicBezTo>
                    <a:pt x="391" y="878"/>
                    <a:pt x="472" y="893"/>
                    <a:pt x="568" y="904"/>
                  </a:cubicBezTo>
                  <a:cubicBezTo>
                    <a:pt x="649" y="914"/>
                    <a:pt x="705" y="924"/>
                    <a:pt x="740" y="939"/>
                  </a:cubicBezTo>
                  <a:cubicBezTo>
                    <a:pt x="781" y="949"/>
                    <a:pt x="801" y="969"/>
                    <a:pt x="801" y="1005"/>
                  </a:cubicBezTo>
                  <a:cubicBezTo>
                    <a:pt x="801" y="1030"/>
                    <a:pt x="791" y="1050"/>
                    <a:pt x="771" y="1066"/>
                  </a:cubicBezTo>
                  <a:cubicBezTo>
                    <a:pt x="751" y="1081"/>
                    <a:pt x="725" y="1091"/>
                    <a:pt x="690" y="1096"/>
                  </a:cubicBezTo>
                  <a:cubicBezTo>
                    <a:pt x="671" y="1099"/>
                    <a:pt x="652" y="1100"/>
                    <a:pt x="632" y="1100"/>
                  </a:cubicBezTo>
                  <a:cubicBezTo>
                    <a:pt x="573" y="1100"/>
                    <a:pt x="505" y="1089"/>
                    <a:pt x="426" y="1071"/>
                  </a:cubicBezTo>
                  <a:cubicBezTo>
                    <a:pt x="325" y="1040"/>
                    <a:pt x="234" y="1000"/>
                    <a:pt x="168" y="949"/>
                  </a:cubicBezTo>
                  <a:lnTo>
                    <a:pt x="1" y="1319"/>
                  </a:lnTo>
                  <a:cubicBezTo>
                    <a:pt x="87" y="1375"/>
                    <a:pt x="193" y="1415"/>
                    <a:pt x="320" y="1435"/>
                  </a:cubicBezTo>
                  <a:cubicBezTo>
                    <a:pt x="388" y="1450"/>
                    <a:pt x="457" y="1456"/>
                    <a:pt x="525" y="1456"/>
                  </a:cubicBezTo>
                  <a:cubicBezTo>
                    <a:pt x="579" y="1456"/>
                    <a:pt x="632" y="1452"/>
                    <a:pt x="685" y="1446"/>
                  </a:cubicBezTo>
                  <a:cubicBezTo>
                    <a:pt x="791" y="1430"/>
                    <a:pt x="892" y="1400"/>
                    <a:pt x="978" y="1354"/>
                  </a:cubicBezTo>
                  <a:cubicBezTo>
                    <a:pt x="1065" y="1309"/>
                    <a:pt x="1136" y="1248"/>
                    <a:pt x="1186" y="1177"/>
                  </a:cubicBezTo>
                  <a:cubicBezTo>
                    <a:pt x="1237" y="1101"/>
                    <a:pt x="1262" y="1015"/>
                    <a:pt x="1262" y="914"/>
                  </a:cubicBezTo>
                  <a:cubicBezTo>
                    <a:pt x="1262" y="817"/>
                    <a:pt x="1242" y="741"/>
                    <a:pt x="1191" y="691"/>
                  </a:cubicBezTo>
                  <a:cubicBezTo>
                    <a:pt x="1146" y="640"/>
                    <a:pt x="1085" y="600"/>
                    <a:pt x="1019" y="584"/>
                  </a:cubicBezTo>
                  <a:cubicBezTo>
                    <a:pt x="958" y="564"/>
                    <a:pt x="877" y="549"/>
                    <a:pt x="776" y="534"/>
                  </a:cubicBezTo>
                  <a:cubicBezTo>
                    <a:pt x="700" y="524"/>
                    <a:pt x="644" y="513"/>
                    <a:pt x="604" y="503"/>
                  </a:cubicBezTo>
                  <a:cubicBezTo>
                    <a:pt x="568" y="493"/>
                    <a:pt x="553" y="468"/>
                    <a:pt x="553" y="437"/>
                  </a:cubicBezTo>
                  <a:cubicBezTo>
                    <a:pt x="553" y="397"/>
                    <a:pt x="583" y="372"/>
                    <a:pt x="639" y="367"/>
                  </a:cubicBezTo>
                  <a:cubicBezTo>
                    <a:pt x="658" y="363"/>
                    <a:pt x="678" y="362"/>
                    <a:pt x="701" y="362"/>
                  </a:cubicBezTo>
                  <a:cubicBezTo>
                    <a:pt x="747" y="362"/>
                    <a:pt x="801" y="368"/>
                    <a:pt x="862" y="382"/>
                  </a:cubicBezTo>
                  <a:cubicBezTo>
                    <a:pt x="953" y="402"/>
                    <a:pt x="1034" y="427"/>
                    <a:pt x="1110" y="463"/>
                  </a:cubicBezTo>
                  <a:lnTo>
                    <a:pt x="1272" y="93"/>
                  </a:lnTo>
                  <a:cubicBezTo>
                    <a:pt x="1196" y="53"/>
                    <a:pt x="1105" y="27"/>
                    <a:pt x="994" y="12"/>
                  </a:cubicBezTo>
                  <a:cubicBezTo>
                    <a:pt x="943" y="4"/>
                    <a:pt x="890" y="1"/>
                    <a:pt x="83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5"/>
            <p:cNvSpPr/>
            <p:nvPr/>
          </p:nvSpPr>
          <p:spPr>
            <a:xfrm>
              <a:off x="2444816" y="1625533"/>
              <a:ext cx="235619" cy="41747"/>
            </a:xfrm>
            <a:custGeom>
              <a:avLst/>
              <a:gdLst/>
              <a:ahLst/>
              <a:cxnLst/>
              <a:rect l="l" t="t" r="r" b="b"/>
              <a:pathLst>
                <a:path w="2235" h="396" extrusionOk="0">
                  <a:moveTo>
                    <a:pt x="2220" y="0"/>
                  </a:moveTo>
                  <a:lnTo>
                    <a:pt x="1" y="314"/>
                  </a:lnTo>
                  <a:lnTo>
                    <a:pt x="11" y="395"/>
                  </a:lnTo>
                  <a:lnTo>
                    <a:pt x="2235" y="86"/>
                  </a:lnTo>
                  <a:lnTo>
                    <a:pt x="2220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3451486" y="1482898"/>
              <a:ext cx="245213" cy="42907"/>
            </a:xfrm>
            <a:custGeom>
              <a:avLst/>
              <a:gdLst/>
              <a:ahLst/>
              <a:cxnLst/>
              <a:rect l="l" t="t" r="r" b="b"/>
              <a:pathLst>
                <a:path w="2326" h="407" extrusionOk="0">
                  <a:moveTo>
                    <a:pt x="2310" y="1"/>
                  </a:moveTo>
                  <a:lnTo>
                    <a:pt x="0" y="325"/>
                  </a:lnTo>
                  <a:lnTo>
                    <a:pt x="11" y="406"/>
                  </a:lnTo>
                  <a:lnTo>
                    <a:pt x="2326" y="82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2444816" y="1287975"/>
              <a:ext cx="1251892" cy="184911"/>
            </a:xfrm>
            <a:custGeom>
              <a:avLst/>
              <a:gdLst/>
              <a:ahLst/>
              <a:cxnLst/>
              <a:rect l="l" t="t" r="r" b="b"/>
              <a:pathLst>
                <a:path w="11875" h="1754" extrusionOk="0">
                  <a:moveTo>
                    <a:pt x="11859" y="1"/>
                  </a:moveTo>
                  <a:lnTo>
                    <a:pt x="1" y="1667"/>
                  </a:lnTo>
                  <a:lnTo>
                    <a:pt x="11" y="1754"/>
                  </a:lnTo>
                  <a:lnTo>
                    <a:pt x="11875" y="82"/>
                  </a:lnTo>
                  <a:lnTo>
                    <a:pt x="11859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2445344" y="3400087"/>
              <a:ext cx="364340" cy="83389"/>
            </a:xfrm>
            <a:custGeom>
              <a:avLst/>
              <a:gdLst/>
              <a:ahLst/>
              <a:cxnLst/>
              <a:rect l="l" t="t" r="r" b="b"/>
              <a:pathLst>
                <a:path w="3456" h="791" extrusionOk="0">
                  <a:moveTo>
                    <a:pt x="3456" y="0"/>
                  </a:moveTo>
                  <a:lnTo>
                    <a:pt x="1" y="486"/>
                  </a:lnTo>
                  <a:lnTo>
                    <a:pt x="1" y="790"/>
                  </a:lnTo>
                  <a:lnTo>
                    <a:pt x="3456" y="304"/>
                  </a:lnTo>
                  <a:lnTo>
                    <a:pt x="3456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3331306" y="3275585"/>
              <a:ext cx="364340" cy="83495"/>
            </a:xfrm>
            <a:custGeom>
              <a:avLst/>
              <a:gdLst/>
              <a:ahLst/>
              <a:cxnLst/>
              <a:rect l="l" t="t" r="r" b="b"/>
              <a:pathLst>
                <a:path w="3456" h="792" extrusionOk="0">
                  <a:moveTo>
                    <a:pt x="3455" y="1"/>
                  </a:moveTo>
                  <a:lnTo>
                    <a:pt x="1" y="487"/>
                  </a:lnTo>
                  <a:lnTo>
                    <a:pt x="1" y="791"/>
                  </a:lnTo>
                  <a:lnTo>
                    <a:pt x="3455" y="305"/>
                  </a:lnTo>
                  <a:lnTo>
                    <a:pt x="3455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5"/>
            <p:cNvSpPr/>
            <p:nvPr/>
          </p:nvSpPr>
          <p:spPr>
            <a:xfrm>
              <a:off x="2599154" y="2244988"/>
              <a:ext cx="240996" cy="327442"/>
            </a:xfrm>
            <a:custGeom>
              <a:avLst/>
              <a:gdLst/>
              <a:ahLst/>
              <a:cxnLst/>
              <a:rect l="l" t="t" r="r" b="b"/>
              <a:pathLst>
                <a:path w="2286" h="3106" extrusionOk="0">
                  <a:moveTo>
                    <a:pt x="1591" y="0"/>
                  </a:moveTo>
                  <a:lnTo>
                    <a:pt x="1" y="1150"/>
                  </a:lnTo>
                  <a:lnTo>
                    <a:pt x="1166" y="3106"/>
                  </a:lnTo>
                  <a:lnTo>
                    <a:pt x="1774" y="2665"/>
                  </a:lnTo>
                  <a:lnTo>
                    <a:pt x="1374" y="1991"/>
                  </a:lnTo>
                  <a:lnTo>
                    <a:pt x="2285" y="1333"/>
                  </a:lnTo>
                  <a:lnTo>
                    <a:pt x="2017" y="887"/>
                  </a:lnTo>
                  <a:lnTo>
                    <a:pt x="1105" y="1545"/>
                  </a:lnTo>
                  <a:lnTo>
                    <a:pt x="872" y="1155"/>
                  </a:lnTo>
                  <a:lnTo>
                    <a:pt x="1855" y="446"/>
                  </a:lnTo>
                  <a:lnTo>
                    <a:pt x="15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5"/>
            <p:cNvSpPr/>
            <p:nvPr/>
          </p:nvSpPr>
          <p:spPr>
            <a:xfrm>
              <a:off x="2866186" y="2124808"/>
              <a:ext cx="278315" cy="320484"/>
            </a:xfrm>
            <a:custGeom>
              <a:avLst/>
              <a:gdLst/>
              <a:ahLst/>
              <a:cxnLst/>
              <a:rect l="l" t="t" r="r" b="b"/>
              <a:pathLst>
                <a:path w="2640" h="3040" extrusionOk="0">
                  <a:moveTo>
                    <a:pt x="644" y="816"/>
                  </a:moveTo>
                  <a:lnTo>
                    <a:pt x="1267" y="1277"/>
                  </a:lnTo>
                  <a:lnTo>
                    <a:pt x="770" y="1637"/>
                  </a:lnTo>
                  <a:lnTo>
                    <a:pt x="644" y="816"/>
                  </a:lnTo>
                  <a:close/>
                  <a:moveTo>
                    <a:pt x="629" y="1"/>
                  </a:moveTo>
                  <a:lnTo>
                    <a:pt x="1" y="451"/>
                  </a:lnTo>
                  <a:lnTo>
                    <a:pt x="294" y="3040"/>
                  </a:lnTo>
                  <a:lnTo>
                    <a:pt x="917" y="2584"/>
                  </a:lnTo>
                  <a:lnTo>
                    <a:pt x="857" y="2184"/>
                  </a:lnTo>
                  <a:lnTo>
                    <a:pt x="1682" y="1586"/>
                  </a:lnTo>
                  <a:lnTo>
                    <a:pt x="1986" y="1809"/>
                  </a:lnTo>
                  <a:lnTo>
                    <a:pt x="2640" y="1338"/>
                  </a:lnTo>
                  <a:lnTo>
                    <a:pt x="6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5"/>
            <p:cNvSpPr/>
            <p:nvPr/>
          </p:nvSpPr>
          <p:spPr>
            <a:xfrm>
              <a:off x="3043505" y="1891405"/>
              <a:ext cx="338090" cy="358436"/>
            </a:xfrm>
            <a:custGeom>
              <a:avLst/>
              <a:gdLst/>
              <a:ahLst/>
              <a:cxnLst/>
              <a:rect l="l" t="t" r="r" b="b"/>
              <a:pathLst>
                <a:path w="3207" h="3400" extrusionOk="0">
                  <a:moveTo>
                    <a:pt x="1996" y="1"/>
                  </a:moveTo>
                  <a:lnTo>
                    <a:pt x="1292" y="508"/>
                  </a:lnTo>
                  <a:lnTo>
                    <a:pt x="1074" y="1789"/>
                  </a:lnTo>
                  <a:lnTo>
                    <a:pt x="608" y="1009"/>
                  </a:lnTo>
                  <a:lnTo>
                    <a:pt x="0" y="1450"/>
                  </a:lnTo>
                  <a:lnTo>
                    <a:pt x="1165" y="3400"/>
                  </a:lnTo>
                  <a:lnTo>
                    <a:pt x="1773" y="2959"/>
                  </a:lnTo>
                  <a:lnTo>
                    <a:pt x="1485" y="2483"/>
                  </a:lnTo>
                  <a:lnTo>
                    <a:pt x="1571" y="2078"/>
                  </a:lnTo>
                  <a:lnTo>
                    <a:pt x="2477" y="2448"/>
                  </a:lnTo>
                  <a:lnTo>
                    <a:pt x="3207" y="1916"/>
                  </a:lnTo>
                  <a:lnTo>
                    <a:pt x="1723" y="1333"/>
                  </a:lnTo>
                  <a:lnTo>
                    <a:pt x="199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5"/>
            <p:cNvSpPr/>
            <p:nvPr/>
          </p:nvSpPr>
          <p:spPr>
            <a:xfrm>
              <a:off x="3281125" y="1742972"/>
              <a:ext cx="302879" cy="334400"/>
            </a:xfrm>
            <a:custGeom>
              <a:avLst/>
              <a:gdLst/>
              <a:ahLst/>
              <a:cxnLst/>
              <a:rect l="l" t="t" r="r" b="b"/>
              <a:pathLst>
                <a:path w="2873" h="3172" extrusionOk="0">
                  <a:moveTo>
                    <a:pt x="1677" y="1"/>
                  </a:moveTo>
                  <a:lnTo>
                    <a:pt x="0" y="1216"/>
                  </a:lnTo>
                  <a:lnTo>
                    <a:pt x="1166" y="3172"/>
                  </a:lnTo>
                  <a:lnTo>
                    <a:pt x="2873" y="1936"/>
                  </a:lnTo>
                  <a:lnTo>
                    <a:pt x="2604" y="1490"/>
                  </a:lnTo>
                  <a:lnTo>
                    <a:pt x="1510" y="2285"/>
                  </a:lnTo>
                  <a:lnTo>
                    <a:pt x="1323" y="1976"/>
                  </a:lnTo>
                  <a:lnTo>
                    <a:pt x="2295" y="1272"/>
                  </a:lnTo>
                  <a:lnTo>
                    <a:pt x="2027" y="826"/>
                  </a:lnTo>
                  <a:lnTo>
                    <a:pt x="1059" y="1531"/>
                  </a:lnTo>
                  <a:lnTo>
                    <a:pt x="877" y="1222"/>
                  </a:lnTo>
                  <a:lnTo>
                    <a:pt x="1946" y="446"/>
                  </a:lnTo>
                  <a:lnTo>
                    <a:pt x="16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5"/>
            <p:cNvSpPr/>
            <p:nvPr/>
          </p:nvSpPr>
          <p:spPr>
            <a:xfrm>
              <a:off x="2528205" y="1677506"/>
              <a:ext cx="1124753" cy="964194"/>
            </a:xfrm>
            <a:custGeom>
              <a:avLst/>
              <a:gdLst/>
              <a:ahLst/>
              <a:cxnLst/>
              <a:rect l="l" t="t" r="r" b="b"/>
              <a:pathLst>
                <a:path w="10669" h="9146" extrusionOk="0">
                  <a:moveTo>
                    <a:pt x="8919" y="92"/>
                  </a:moveTo>
                  <a:cubicBezTo>
                    <a:pt x="8940" y="92"/>
                    <a:pt x="8961" y="94"/>
                    <a:pt x="8981" y="100"/>
                  </a:cubicBezTo>
                  <a:cubicBezTo>
                    <a:pt x="9072" y="115"/>
                    <a:pt x="9143" y="166"/>
                    <a:pt x="9189" y="247"/>
                  </a:cubicBezTo>
                  <a:lnTo>
                    <a:pt x="10460" y="2374"/>
                  </a:lnTo>
                  <a:cubicBezTo>
                    <a:pt x="10567" y="2552"/>
                    <a:pt x="10501" y="2805"/>
                    <a:pt x="10314" y="2942"/>
                  </a:cubicBezTo>
                  <a:lnTo>
                    <a:pt x="2001" y="8970"/>
                  </a:lnTo>
                  <a:cubicBezTo>
                    <a:pt x="1926" y="9025"/>
                    <a:pt x="1839" y="9053"/>
                    <a:pt x="1756" y="9053"/>
                  </a:cubicBezTo>
                  <a:cubicBezTo>
                    <a:pt x="1733" y="9053"/>
                    <a:pt x="1709" y="9050"/>
                    <a:pt x="1687" y="9046"/>
                  </a:cubicBezTo>
                  <a:cubicBezTo>
                    <a:pt x="1601" y="9031"/>
                    <a:pt x="1525" y="8975"/>
                    <a:pt x="1479" y="8899"/>
                  </a:cubicBezTo>
                  <a:lnTo>
                    <a:pt x="213" y="6771"/>
                  </a:lnTo>
                  <a:cubicBezTo>
                    <a:pt x="106" y="6594"/>
                    <a:pt x="172" y="6341"/>
                    <a:pt x="360" y="6204"/>
                  </a:cubicBezTo>
                  <a:lnTo>
                    <a:pt x="8672" y="176"/>
                  </a:lnTo>
                  <a:cubicBezTo>
                    <a:pt x="8733" y="130"/>
                    <a:pt x="8804" y="100"/>
                    <a:pt x="8875" y="95"/>
                  </a:cubicBezTo>
                  <a:cubicBezTo>
                    <a:pt x="8890" y="93"/>
                    <a:pt x="8904" y="92"/>
                    <a:pt x="8919" y="92"/>
                  </a:cubicBezTo>
                  <a:close/>
                  <a:moveTo>
                    <a:pt x="8913" y="0"/>
                  </a:moveTo>
                  <a:cubicBezTo>
                    <a:pt x="8812" y="0"/>
                    <a:pt x="8707" y="33"/>
                    <a:pt x="8617" y="100"/>
                  </a:cubicBezTo>
                  <a:lnTo>
                    <a:pt x="304" y="6128"/>
                  </a:lnTo>
                  <a:cubicBezTo>
                    <a:pt x="81" y="6295"/>
                    <a:pt x="0" y="6604"/>
                    <a:pt x="132" y="6817"/>
                  </a:cubicBezTo>
                  <a:lnTo>
                    <a:pt x="1403" y="8944"/>
                  </a:lnTo>
                  <a:cubicBezTo>
                    <a:pt x="1459" y="9046"/>
                    <a:pt x="1555" y="9112"/>
                    <a:pt x="1667" y="9137"/>
                  </a:cubicBezTo>
                  <a:cubicBezTo>
                    <a:pt x="1693" y="9143"/>
                    <a:pt x="1722" y="9145"/>
                    <a:pt x="1750" y="9145"/>
                  </a:cubicBezTo>
                  <a:cubicBezTo>
                    <a:pt x="1770" y="9145"/>
                    <a:pt x="1790" y="9144"/>
                    <a:pt x="1808" y="9142"/>
                  </a:cubicBezTo>
                  <a:cubicBezTo>
                    <a:pt x="1895" y="9132"/>
                    <a:pt x="1981" y="9101"/>
                    <a:pt x="2052" y="9046"/>
                  </a:cubicBezTo>
                  <a:lnTo>
                    <a:pt x="10364" y="3013"/>
                  </a:lnTo>
                  <a:cubicBezTo>
                    <a:pt x="10592" y="2851"/>
                    <a:pt x="10668" y="2542"/>
                    <a:pt x="10542" y="2324"/>
                  </a:cubicBezTo>
                  <a:lnTo>
                    <a:pt x="9270" y="196"/>
                  </a:lnTo>
                  <a:cubicBezTo>
                    <a:pt x="9209" y="100"/>
                    <a:pt x="9113" y="29"/>
                    <a:pt x="9002" y="9"/>
                  </a:cubicBezTo>
                  <a:cubicBezTo>
                    <a:pt x="8973" y="3"/>
                    <a:pt x="8943" y="0"/>
                    <a:pt x="89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5"/>
            <p:cNvSpPr/>
            <p:nvPr/>
          </p:nvSpPr>
          <p:spPr>
            <a:xfrm>
              <a:off x="2493416" y="1644931"/>
              <a:ext cx="1194753" cy="1029134"/>
            </a:xfrm>
            <a:custGeom>
              <a:avLst/>
              <a:gdLst/>
              <a:ahLst/>
              <a:cxnLst/>
              <a:rect l="l" t="t" r="r" b="b"/>
              <a:pathLst>
                <a:path w="11333" h="9762" extrusionOk="0">
                  <a:moveTo>
                    <a:pt x="9251" y="184"/>
                  </a:moveTo>
                  <a:cubicBezTo>
                    <a:pt x="9292" y="184"/>
                    <a:pt x="9335" y="189"/>
                    <a:pt x="9372" y="196"/>
                  </a:cubicBezTo>
                  <a:cubicBezTo>
                    <a:pt x="9504" y="222"/>
                    <a:pt x="9615" y="303"/>
                    <a:pt x="9686" y="414"/>
                  </a:cubicBezTo>
                  <a:lnTo>
                    <a:pt x="10968" y="2562"/>
                  </a:lnTo>
                  <a:cubicBezTo>
                    <a:pt x="11125" y="2830"/>
                    <a:pt x="11023" y="3220"/>
                    <a:pt x="10740" y="3428"/>
                  </a:cubicBezTo>
                  <a:lnTo>
                    <a:pt x="2432" y="9451"/>
                  </a:lnTo>
                  <a:cubicBezTo>
                    <a:pt x="2317" y="9534"/>
                    <a:pt x="2186" y="9577"/>
                    <a:pt x="2060" y="9577"/>
                  </a:cubicBezTo>
                  <a:cubicBezTo>
                    <a:pt x="2025" y="9577"/>
                    <a:pt x="1990" y="9574"/>
                    <a:pt x="1956" y="9568"/>
                  </a:cubicBezTo>
                  <a:cubicBezTo>
                    <a:pt x="1824" y="9542"/>
                    <a:pt x="1713" y="9461"/>
                    <a:pt x="1647" y="9345"/>
                  </a:cubicBezTo>
                  <a:lnTo>
                    <a:pt x="365" y="7202"/>
                  </a:lnTo>
                  <a:cubicBezTo>
                    <a:pt x="203" y="6933"/>
                    <a:pt x="305" y="6543"/>
                    <a:pt x="593" y="6336"/>
                  </a:cubicBezTo>
                  <a:lnTo>
                    <a:pt x="8896" y="313"/>
                  </a:lnTo>
                  <a:cubicBezTo>
                    <a:pt x="8992" y="242"/>
                    <a:pt x="9099" y="201"/>
                    <a:pt x="9205" y="186"/>
                  </a:cubicBezTo>
                  <a:cubicBezTo>
                    <a:pt x="9220" y="185"/>
                    <a:pt x="9235" y="184"/>
                    <a:pt x="9251" y="184"/>
                  </a:cubicBezTo>
                  <a:close/>
                  <a:moveTo>
                    <a:pt x="9271" y="0"/>
                  </a:moveTo>
                  <a:cubicBezTo>
                    <a:pt x="9105" y="0"/>
                    <a:pt x="8935" y="55"/>
                    <a:pt x="8790" y="161"/>
                  </a:cubicBezTo>
                  <a:lnTo>
                    <a:pt x="487" y="6189"/>
                  </a:lnTo>
                  <a:cubicBezTo>
                    <a:pt x="122" y="6447"/>
                    <a:pt x="1" y="6949"/>
                    <a:pt x="208" y="7293"/>
                  </a:cubicBezTo>
                  <a:lnTo>
                    <a:pt x="1485" y="9441"/>
                  </a:lnTo>
                  <a:cubicBezTo>
                    <a:pt x="1581" y="9603"/>
                    <a:pt x="1738" y="9709"/>
                    <a:pt x="1921" y="9750"/>
                  </a:cubicBezTo>
                  <a:cubicBezTo>
                    <a:pt x="1960" y="9758"/>
                    <a:pt x="2000" y="9762"/>
                    <a:pt x="2041" y="9762"/>
                  </a:cubicBezTo>
                  <a:cubicBezTo>
                    <a:pt x="2075" y="9762"/>
                    <a:pt x="2109" y="9759"/>
                    <a:pt x="2143" y="9755"/>
                  </a:cubicBezTo>
                  <a:cubicBezTo>
                    <a:pt x="2285" y="9740"/>
                    <a:pt x="2422" y="9689"/>
                    <a:pt x="2544" y="9603"/>
                  </a:cubicBezTo>
                  <a:lnTo>
                    <a:pt x="10846" y="3575"/>
                  </a:lnTo>
                  <a:cubicBezTo>
                    <a:pt x="11206" y="3312"/>
                    <a:pt x="11332" y="2815"/>
                    <a:pt x="11125" y="2466"/>
                  </a:cubicBezTo>
                  <a:lnTo>
                    <a:pt x="9843" y="323"/>
                  </a:lnTo>
                  <a:cubicBezTo>
                    <a:pt x="9747" y="161"/>
                    <a:pt x="9595" y="54"/>
                    <a:pt x="9413" y="14"/>
                  </a:cubicBezTo>
                  <a:cubicBezTo>
                    <a:pt x="9366" y="5"/>
                    <a:pt x="9319" y="0"/>
                    <a:pt x="92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5"/>
            <p:cNvSpPr/>
            <p:nvPr/>
          </p:nvSpPr>
          <p:spPr>
            <a:xfrm>
              <a:off x="1000331" y="1243171"/>
              <a:ext cx="1380508" cy="2293150"/>
            </a:xfrm>
            <a:custGeom>
              <a:avLst/>
              <a:gdLst/>
              <a:ahLst/>
              <a:cxnLst/>
              <a:rect l="l" t="t" r="r" b="b"/>
              <a:pathLst>
                <a:path w="13095" h="21752" extrusionOk="0">
                  <a:moveTo>
                    <a:pt x="0" y="0"/>
                  </a:moveTo>
                  <a:lnTo>
                    <a:pt x="0" y="19933"/>
                  </a:lnTo>
                  <a:lnTo>
                    <a:pt x="13095" y="21752"/>
                  </a:lnTo>
                  <a:lnTo>
                    <a:pt x="13095" y="18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5"/>
            <p:cNvSpPr/>
            <p:nvPr/>
          </p:nvSpPr>
          <p:spPr>
            <a:xfrm>
              <a:off x="1065482" y="1330249"/>
              <a:ext cx="645186" cy="525531"/>
            </a:xfrm>
            <a:custGeom>
              <a:avLst/>
              <a:gdLst/>
              <a:ahLst/>
              <a:cxnLst/>
              <a:rect l="l" t="t" r="r" b="b"/>
              <a:pathLst>
                <a:path w="6120" h="4985" extrusionOk="0">
                  <a:moveTo>
                    <a:pt x="0" y="0"/>
                  </a:moveTo>
                  <a:lnTo>
                    <a:pt x="0" y="4134"/>
                  </a:lnTo>
                  <a:lnTo>
                    <a:pt x="6120" y="4985"/>
                  </a:lnTo>
                  <a:lnTo>
                    <a:pt x="6120" y="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5"/>
            <p:cNvSpPr/>
            <p:nvPr/>
          </p:nvSpPr>
          <p:spPr>
            <a:xfrm>
              <a:off x="1065482" y="2729292"/>
              <a:ext cx="645186" cy="635592"/>
            </a:xfrm>
            <a:custGeom>
              <a:avLst/>
              <a:gdLst/>
              <a:ahLst/>
              <a:cxnLst/>
              <a:rect l="l" t="t" r="r" b="b"/>
              <a:pathLst>
                <a:path w="6120" h="6029" extrusionOk="0">
                  <a:moveTo>
                    <a:pt x="0" y="1"/>
                  </a:moveTo>
                  <a:lnTo>
                    <a:pt x="0" y="5183"/>
                  </a:lnTo>
                  <a:lnTo>
                    <a:pt x="6120" y="6029"/>
                  </a:lnTo>
                  <a:lnTo>
                    <a:pt x="6120" y="8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5"/>
            <p:cNvSpPr/>
            <p:nvPr/>
          </p:nvSpPr>
          <p:spPr>
            <a:xfrm>
              <a:off x="1766113" y="1927249"/>
              <a:ext cx="549567" cy="512248"/>
            </a:xfrm>
            <a:custGeom>
              <a:avLst/>
              <a:gdLst/>
              <a:ahLst/>
              <a:cxnLst/>
              <a:rect l="l" t="t" r="r" b="b"/>
              <a:pathLst>
                <a:path w="5213" h="4859" extrusionOk="0">
                  <a:moveTo>
                    <a:pt x="0" y="0"/>
                  </a:moveTo>
                  <a:lnTo>
                    <a:pt x="0" y="4134"/>
                  </a:lnTo>
                  <a:lnTo>
                    <a:pt x="5213" y="4858"/>
                  </a:lnTo>
                  <a:lnTo>
                    <a:pt x="5213" y="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5"/>
            <p:cNvSpPr/>
            <p:nvPr/>
          </p:nvSpPr>
          <p:spPr>
            <a:xfrm>
              <a:off x="1065482" y="2314882"/>
              <a:ext cx="1250205" cy="271990"/>
            </a:xfrm>
            <a:custGeom>
              <a:avLst/>
              <a:gdLst/>
              <a:ahLst/>
              <a:cxnLst/>
              <a:rect l="l" t="t" r="r" b="b"/>
              <a:pathLst>
                <a:path w="11859" h="2580" extrusionOk="0">
                  <a:moveTo>
                    <a:pt x="0" y="1"/>
                  </a:moveTo>
                  <a:lnTo>
                    <a:pt x="0" y="933"/>
                  </a:lnTo>
                  <a:lnTo>
                    <a:pt x="11859" y="2579"/>
                  </a:lnTo>
                  <a:lnTo>
                    <a:pt x="11859" y="164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5"/>
            <p:cNvSpPr/>
            <p:nvPr/>
          </p:nvSpPr>
          <p:spPr>
            <a:xfrm>
              <a:off x="1765586" y="1431137"/>
              <a:ext cx="550622" cy="84971"/>
            </a:xfrm>
            <a:custGeom>
              <a:avLst/>
              <a:gdLst/>
              <a:ahLst/>
              <a:cxnLst/>
              <a:rect l="l" t="t" r="r" b="b"/>
              <a:pathLst>
                <a:path w="5223" h="806" extrusionOk="0">
                  <a:moveTo>
                    <a:pt x="16" y="0"/>
                  </a:moveTo>
                  <a:lnTo>
                    <a:pt x="0" y="87"/>
                  </a:lnTo>
                  <a:lnTo>
                    <a:pt x="5213" y="806"/>
                  </a:lnTo>
                  <a:lnTo>
                    <a:pt x="5223" y="725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5"/>
            <p:cNvSpPr/>
            <p:nvPr/>
          </p:nvSpPr>
          <p:spPr>
            <a:xfrm>
              <a:off x="1765586" y="1473832"/>
              <a:ext cx="550622" cy="85076"/>
            </a:xfrm>
            <a:custGeom>
              <a:avLst/>
              <a:gdLst/>
              <a:ahLst/>
              <a:cxnLst/>
              <a:rect l="l" t="t" r="r" b="b"/>
              <a:pathLst>
                <a:path w="5223" h="807" extrusionOk="0">
                  <a:moveTo>
                    <a:pt x="16" y="1"/>
                  </a:moveTo>
                  <a:lnTo>
                    <a:pt x="0" y="87"/>
                  </a:lnTo>
                  <a:lnTo>
                    <a:pt x="5213" y="806"/>
                  </a:lnTo>
                  <a:lnTo>
                    <a:pt x="5223" y="725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5"/>
            <p:cNvSpPr/>
            <p:nvPr/>
          </p:nvSpPr>
          <p:spPr>
            <a:xfrm>
              <a:off x="1765586" y="1516528"/>
              <a:ext cx="550622" cy="85076"/>
            </a:xfrm>
            <a:custGeom>
              <a:avLst/>
              <a:gdLst/>
              <a:ahLst/>
              <a:cxnLst/>
              <a:rect l="l" t="t" r="r" b="b"/>
              <a:pathLst>
                <a:path w="5223" h="807" extrusionOk="0">
                  <a:moveTo>
                    <a:pt x="16" y="1"/>
                  </a:moveTo>
                  <a:lnTo>
                    <a:pt x="0" y="87"/>
                  </a:lnTo>
                  <a:lnTo>
                    <a:pt x="5213" y="806"/>
                  </a:lnTo>
                  <a:lnTo>
                    <a:pt x="5223" y="725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5"/>
            <p:cNvSpPr/>
            <p:nvPr/>
          </p:nvSpPr>
          <p:spPr>
            <a:xfrm>
              <a:off x="1765586" y="1559329"/>
              <a:ext cx="550622" cy="84971"/>
            </a:xfrm>
            <a:custGeom>
              <a:avLst/>
              <a:gdLst/>
              <a:ahLst/>
              <a:cxnLst/>
              <a:rect l="l" t="t" r="r" b="b"/>
              <a:pathLst>
                <a:path w="5223" h="806" extrusionOk="0">
                  <a:moveTo>
                    <a:pt x="16" y="0"/>
                  </a:moveTo>
                  <a:lnTo>
                    <a:pt x="0" y="86"/>
                  </a:lnTo>
                  <a:lnTo>
                    <a:pt x="5213" y="806"/>
                  </a:lnTo>
                  <a:lnTo>
                    <a:pt x="5223" y="725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5"/>
            <p:cNvSpPr/>
            <p:nvPr/>
          </p:nvSpPr>
          <p:spPr>
            <a:xfrm>
              <a:off x="1765586" y="1602551"/>
              <a:ext cx="550622" cy="84971"/>
            </a:xfrm>
            <a:custGeom>
              <a:avLst/>
              <a:gdLst/>
              <a:ahLst/>
              <a:cxnLst/>
              <a:rect l="l" t="t" r="r" b="b"/>
              <a:pathLst>
                <a:path w="5223" h="806" extrusionOk="0">
                  <a:moveTo>
                    <a:pt x="16" y="0"/>
                  </a:moveTo>
                  <a:lnTo>
                    <a:pt x="0" y="82"/>
                  </a:lnTo>
                  <a:lnTo>
                    <a:pt x="5213" y="806"/>
                  </a:lnTo>
                  <a:lnTo>
                    <a:pt x="5223" y="72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5"/>
            <p:cNvSpPr/>
            <p:nvPr/>
          </p:nvSpPr>
          <p:spPr>
            <a:xfrm>
              <a:off x="1765586" y="1645247"/>
              <a:ext cx="550622" cy="85076"/>
            </a:xfrm>
            <a:custGeom>
              <a:avLst/>
              <a:gdLst/>
              <a:ahLst/>
              <a:cxnLst/>
              <a:rect l="l" t="t" r="r" b="b"/>
              <a:pathLst>
                <a:path w="5223" h="807" extrusionOk="0">
                  <a:moveTo>
                    <a:pt x="16" y="1"/>
                  </a:moveTo>
                  <a:lnTo>
                    <a:pt x="0" y="82"/>
                  </a:lnTo>
                  <a:lnTo>
                    <a:pt x="5213" y="806"/>
                  </a:lnTo>
                  <a:lnTo>
                    <a:pt x="5223" y="720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5"/>
            <p:cNvSpPr/>
            <p:nvPr/>
          </p:nvSpPr>
          <p:spPr>
            <a:xfrm>
              <a:off x="1765586" y="1687943"/>
              <a:ext cx="550622" cy="85076"/>
            </a:xfrm>
            <a:custGeom>
              <a:avLst/>
              <a:gdLst/>
              <a:ahLst/>
              <a:cxnLst/>
              <a:rect l="l" t="t" r="r" b="b"/>
              <a:pathLst>
                <a:path w="5223" h="807" extrusionOk="0">
                  <a:moveTo>
                    <a:pt x="16" y="1"/>
                  </a:moveTo>
                  <a:lnTo>
                    <a:pt x="0" y="82"/>
                  </a:lnTo>
                  <a:lnTo>
                    <a:pt x="5213" y="806"/>
                  </a:lnTo>
                  <a:lnTo>
                    <a:pt x="5223" y="720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5"/>
            <p:cNvSpPr/>
            <p:nvPr/>
          </p:nvSpPr>
          <p:spPr>
            <a:xfrm>
              <a:off x="1765586" y="1730744"/>
              <a:ext cx="550622" cy="84971"/>
            </a:xfrm>
            <a:custGeom>
              <a:avLst/>
              <a:gdLst/>
              <a:ahLst/>
              <a:cxnLst/>
              <a:rect l="l" t="t" r="r" b="b"/>
              <a:pathLst>
                <a:path w="5223" h="806" extrusionOk="0">
                  <a:moveTo>
                    <a:pt x="16" y="0"/>
                  </a:moveTo>
                  <a:lnTo>
                    <a:pt x="0" y="81"/>
                  </a:lnTo>
                  <a:lnTo>
                    <a:pt x="5213" y="806"/>
                  </a:lnTo>
                  <a:lnTo>
                    <a:pt x="5223" y="72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5"/>
            <p:cNvSpPr/>
            <p:nvPr/>
          </p:nvSpPr>
          <p:spPr>
            <a:xfrm>
              <a:off x="1765586" y="1773439"/>
              <a:ext cx="550622" cy="84971"/>
            </a:xfrm>
            <a:custGeom>
              <a:avLst/>
              <a:gdLst/>
              <a:ahLst/>
              <a:cxnLst/>
              <a:rect l="l" t="t" r="r" b="b"/>
              <a:pathLst>
                <a:path w="5223" h="806" extrusionOk="0">
                  <a:moveTo>
                    <a:pt x="16" y="0"/>
                  </a:moveTo>
                  <a:lnTo>
                    <a:pt x="0" y="82"/>
                  </a:lnTo>
                  <a:lnTo>
                    <a:pt x="5213" y="806"/>
                  </a:lnTo>
                  <a:lnTo>
                    <a:pt x="5223" y="72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5"/>
            <p:cNvSpPr/>
            <p:nvPr/>
          </p:nvSpPr>
          <p:spPr>
            <a:xfrm>
              <a:off x="1765586" y="1816135"/>
              <a:ext cx="550622" cy="85076"/>
            </a:xfrm>
            <a:custGeom>
              <a:avLst/>
              <a:gdLst/>
              <a:ahLst/>
              <a:cxnLst/>
              <a:rect l="l" t="t" r="r" b="b"/>
              <a:pathLst>
                <a:path w="5223" h="807" extrusionOk="0">
                  <a:moveTo>
                    <a:pt x="16" y="1"/>
                  </a:moveTo>
                  <a:lnTo>
                    <a:pt x="0" y="82"/>
                  </a:lnTo>
                  <a:lnTo>
                    <a:pt x="5213" y="806"/>
                  </a:lnTo>
                  <a:lnTo>
                    <a:pt x="5223" y="720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5"/>
            <p:cNvSpPr/>
            <p:nvPr/>
          </p:nvSpPr>
          <p:spPr>
            <a:xfrm>
              <a:off x="1765586" y="1858830"/>
              <a:ext cx="550622" cy="85076"/>
            </a:xfrm>
            <a:custGeom>
              <a:avLst/>
              <a:gdLst/>
              <a:ahLst/>
              <a:cxnLst/>
              <a:rect l="l" t="t" r="r" b="b"/>
              <a:pathLst>
                <a:path w="5223" h="807" extrusionOk="0">
                  <a:moveTo>
                    <a:pt x="16" y="1"/>
                  </a:moveTo>
                  <a:lnTo>
                    <a:pt x="0" y="82"/>
                  </a:lnTo>
                  <a:lnTo>
                    <a:pt x="5213" y="806"/>
                  </a:lnTo>
                  <a:lnTo>
                    <a:pt x="5223" y="720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5"/>
            <p:cNvSpPr/>
            <p:nvPr/>
          </p:nvSpPr>
          <p:spPr>
            <a:xfrm>
              <a:off x="1064428" y="2446869"/>
              <a:ext cx="636646" cy="96672"/>
            </a:xfrm>
            <a:custGeom>
              <a:avLst/>
              <a:gdLst/>
              <a:ahLst/>
              <a:cxnLst/>
              <a:rect l="l" t="t" r="r" b="b"/>
              <a:pathLst>
                <a:path w="6039" h="917" extrusionOk="0">
                  <a:moveTo>
                    <a:pt x="10" y="0"/>
                  </a:moveTo>
                  <a:lnTo>
                    <a:pt x="0" y="81"/>
                  </a:lnTo>
                  <a:lnTo>
                    <a:pt x="6028" y="917"/>
                  </a:lnTo>
                  <a:lnTo>
                    <a:pt x="6038" y="836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5"/>
            <p:cNvSpPr/>
            <p:nvPr/>
          </p:nvSpPr>
          <p:spPr>
            <a:xfrm>
              <a:off x="1064428" y="2489565"/>
              <a:ext cx="636646" cy="96778"/>
            </a:xfrm>
            <a:custGeom>
              <a:avLst/>
              <a:gdLst/>
              <a:ahLst/>
              <a:cxnLst/>
              <a:rect l="l" t="t" r="r" b="b"/>
              <a:pathLst>
                <a:path w="6039" h="918" extrusionOk="0">
                  <a:moveTo>
                    <a:pt x="10" y="0"/>
                  </a:moveTo>
                  <a:lnTo>
                    <a:pt x="0" y="81"/>
                  </a:lnTo>
                  <a:lnTo>
                    <a:pt x="6028" y="917"/>
                  </a:lnTo>
                  <a:lnTo>
                    <a:pt x="6038" y="836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5"/>
            <p:cNvSpPr/>
            <p:nvPr/>
          </p:nvSpPr>
          <p:spPr>
            <a:xfrm>
              <a:off x="1064428" y="2532260"/>
              <a:ext cx="636646" cy="96778"/>
            </a:xfrm>
            <a:custGeom>
              <a:avLst/>
              <a:gdLst/>
              <a:ahLst/>
              <a:cxnLst/>
              <a:rect l="l" t="t" r="r" b="b"/>
              <a:pathLst>
                <a:path w="6039" h="918" extrusionOk="0">
                  <a:moveTo>
                    <a:pt x="10" y="1"/>
                  </a:moveTo>
                  <a:lnTo>
                    <a:pt x="0" y="87"/>
                  </a:lnTo>
                  <a:lnTo>
                    <a:pt x="6028" y="917"/>
                  </a:lnTo>
                  <a:lnTo>
                    <a:pt x="6038" y="836"/>
                  </a:lnTo>
                  <a:lnTo>
                    <a:pt x="10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5"/>
            <p:cNvSpPr/>
            <p:nvPr/>
          </p:nvSpPr>
          <p:spPr>
            <a:xfrm>
              <a:off x="1064428" y="2574956"/>
              <a:ext cx="636646" cy="96778"/>
            </a:xfrm>
            <a:custGeom>
              <a:avLst/>
              <a:gdLst/>
              <a:ahLst/>
              <a:cxnLst/>
              <a:rect l="l" t="t" r="r" b="b"/>
              <a:pathLst>
                <a:path w="6039" h="918" extrusionOk="0">
                  <a:moveTo>
                    <a:pt x="10" y="1"/>
                  </a:moveTo>
                  <a:lnTo>
                    <a:pt x="0" y="87"/>
                  </a:lnTo>
                  <a:lnTo>
                    <a:pt x="6028" y="918"/>
                  </a:lnTo>
                  <a:lnTo>
                    <a:pt x="6038" y="837"/>
                  </a:lnTo>
                  <a:lnTo>
                    <a:pt x="10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5"/>
            <p:cNvSpPr/>
            <p:nvPr/>
          </p:nvSpPr>
          <p:spPr>
            <a:xfrm>
              <a:off x="1064428" y="2617757"/>
              <a:ext cx="636646" cy="97305"/>
            </a:xfrm>
            <a:custGeom>
              <a:avLst/>
              <a:gdLst/>
              <a:ahLst/>
              <a:cxnLst/>
              <a:rect l="l" t="t" r="r" b="b"/>
              <a:pathLst>
                <a:path w="6039" h="923" extrusionOk="0">
                  <a:moveTo>
                    <a:pt x="10" y="0"/>
                  </a:moveTo>
                  <a:lnTo>
                    <a:pt x="0" y="86"/>
                  </a:lnTo>
                  <a:lnTo>
                    <a:pt x="6028" y="922"/>
                  </a:lnTo>
                  <a:lnTo>
                    <a:pt x="6038" y="836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5"/>
            <p:cNvSpPr/>
            <p:nvPr/>
          </p:nvSpPr>
          <p:spPr>
            <a:xfrm>
              <a:off x="1064428" y="2660452"/>
              <a:ext cx="636646" cy="97305"/>
            </a:xfrm>
            <a:custGeom>
              <a:avLst/>
              <a:gdLst/>
              <a:ahLst/>
              <a:cxnLst/>
              <a:rect l="l" t="t" r="r" b="b"/>
              <a:pathLst>
                <a:path w="6039" h="923" extrusionOk="0">
                  <a:moveTo>
                    <a:pt x="10" y="0"/>
                  </a:moveTo>
                  <a:lnTo>
                    <a:pt x="0" y="86"/>
                  </a:lnTo>
                  <a:lnTo>
                    <a:pt x="6028" y="922"/>
                  </a:lnTo>
                  <a:lnTo>
                    <a:pt x="6038" y="836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5"/>
            <p:cNvSpPr/>
            <p:nvPr/>
          </p:nvSpPr>
          <p:spPr>
            <a:xfrm>
              <a:off x="1765586" y="2544067"/>
              <a:ext cx="550622" cy="84971"/>
            </a:xfrm>
            <a:custGeom>
              <a:avLst/>
              <a:gdLst/>
              <a:ahLst/>
              <a:cxnLst/>
              <a:rect l="l" t="t" r="r" b="b"/>
              <a:pathLst>
                <a:path w="5223" h="806" extrusionOk="0">
                  <a:moveTo>
                    <a:pt x="16" y="0"/>
                  </a:moveTo>
                  <a:lnTo>
                    <a:pt x="0" y="81"/>
                  </a:lnTo>
                  <a:lnTo>
                    <a:pt x="5213" y="805"/>
                  </a:lnTo>
                  <a:lnTo>
                    <a:pt x="5223" y="719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5"/>
            <p:cNvSpPr/>
            <p:nvPr/>
          </p:nvSpPr>
          <p:spPr>
            <a:xfrm>
              <a:off x="1765586" y="2586763"/>
              <a:ext cx="550622" cy="84971"/>
            </a:xfrm>
            <a:custGeom>
              <a:avLst/>
              <a:gdLst/>
              <a:ahLst/>
              <a:cxnLst/>
              <a:rect l="l" t="t" r="r" b="b"/>
              <a:pathLst>
                <a:path w="5223" h="806" extrusionOk="0">
                  <a:moveTo>
                    <a:pt x="16" y="0"/>
                  </a:moveTo>
                  <a:lnTo>
                    <a:pt x="0" y="81"/>
                  </a:lnTo>
                  <a:lnTo>
                    <a:pt x="5213" y="806"/>
                  </a:lnTo>
                  <a:lnTo>
                    <a:pt x="5223" y="72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1765586" y="2629459"/>
              <a:ext cx="550622" cy="84971"/>
            </a:xfrm>
            <a:custGeom>
              <a:avLst/>
              <a:gdLst/>
              <a:ahLst/>
              <a:cxnLst/>
              <a:rect l="l" t="t" r="r" b="b"/>
              <a:pathLst>
                <a:path w="5223" h="806" extrusionOk="0">
                  <a:moveTo>
                    <a:pt x="16" y="1"/>
                  </a:moveTo>
                  <a:lnTo>
                    <a:pt x="0" y="87"/>
                  </a:lnTo>
                  <a:lnTo>
                    <a:pt x="5213" y="806"/>
                  </a:lnTo>
                  <a:lnTo>
                    <a:pt x="5223" y="725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5"/>
            <p:cNvSpPr/>
            <p:nvPr/>
          </p:nvSpPr>
          <p:spPr>
            <a:xfrm>
              <a:off x="1765586" y="2672154"/>
              <a:ext cx="550622" cy="85076"/>
            </a:xfrm>
            <a:custGeom>
              <a:avLst/>
              <a:gdLst/>
              <a:ahLst/>
              <a:cxnLst/>
              <a:rect l="l" t="t" r="r" b="b"/>
              <a:pathLst>
                <a:path w="5223" h="807" extrusionOk="0">
                  <a:moveTo>
                    <a:pt x="16" y="1"/>
                  </a:moveTo>
                  <a:lnTo>
                    <a:pt x="0" y="87"/>
                  </a:lnTo>
                  <a:lnTo>
                    <a:pt x="5213" y="806"/>
                  </a:lnTo>
                  <a:lnTo>
                    <a:pt x="5223" y="725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5"/>
            <p:cNvSpPr/>
            <p:nvPr/>
          </p:nvSpPr>
          <p:spPr>
            <a:xfrm>
              <a:off x="1765586" y="2714955"/>
              <a:ext cx="550622" cy="84971"/>
            </a:xfrm>
            <a:custGeom>
              <a:avLst/>
              <a:gdLst/>
              <a:ahLst/>
              <a:cxnLst/>
              <a:rect l="l" t="t" r="r" b="b"/>
              <a:pathLst>
                <a:path w="5223" h="806" extrusionOk="0">
                  <a:moveTo>
                    <a:pt x="16" y="0"/>
                  </a:moveTo>
                  <a:lnTo>
                    <a:pt x="0" y="86"/>
                  </a:lnTo>
                  <a:lnTo>
                    <a:pt x="5213" y="805"/>
                  </a:lnTo>
                  <a:lnTo>
                    <a:pt x="5223" y="724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5"/>
            <p:cNvSpPr/>
            <p:nvPr/>
          </p:nvSpPr>
          <p:spPr>
            <a:xfrm>
              <a:off x="1765586" y="2757651"/>
              <a:ext cx="550622" cy="84971"/>
            </a:xfrm>
            <a:custGeom>
              <a:avLst/>
              <a:gdLst/>
              <a:ahLst/>
              <a:cxnLst/>
              <a:rect l="l" t="t" r="r" b="b"/>
              <a:pathLst>
                <a:path w="5223" h="806" extrusionOk="0">
                  <a:moveTo>
                    <a:pt x="16" y="0"/>
                  </a:moveTo>
                  <a:lnTo>
                    <a:pt x="0" y="86"/>
                  </a:lnTo>
                  <a:lnTo>
                    <a:pt x="5213" y="806"/>
                  </a:lnTo>
                  <a:lnTo>
                    <a:pt x="5223" y="725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5"/>
            <p:cNvSpPr/>
            <p:nvPr/>
          </p:nvSpPr>
          <p:spPr>
            <a:xfrm>
              <a:off x="2059290" y="2862334"/>
              <a:ext cx="256915" cy="44383"/>
            </a:xfrm>
            <a:custGeom>
              <a:avLst/>
              <a:gdLst/>
              <a:ahLst/>
              <a:cxnLst/>
              <a:rect l="l" t="t" r="r" b="b"/>
              <a:pathLst>
                <a:path w="2437" h="421" extrusionOk="0">
                  <a:moveTo>
                    <a:pt x="11" y="0"/>
                  </a:moveTo>
                  <a:lnTo>
                    <a:pt x="0" y="86"/>
                  </a:lnTo>
                  <a:lnTo>
                    <a:pt x="2427" y="421"/>
                  </a:lnTo>
                  <a:lnTo>
                    <a:pt x="2437" y="34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5"/>
            <p:cNvSpPr/>
            <p:nvPr/>
          </p:nvSpPr>
          <p:spPr>
            <a:xfrm>
              <a:off x="2059290" y="2905029"/>
              <a:ext cx="256915" cy="44383"/>
            </a:xfrm>
            <a:custGeom>
              <a:avLst/>
              <a:gdLst/>
              <a:ahLst/>
              <a:cxnLst/>
              <a:rect l="l" t="t" r="r" b="b"/>
              <a:pathLst>
                <a:path w="2437" h="421" extrusionOk="0">
                  <a:moveTo>
                    <a:pt x="11" y="0"/>
                  </a:moveTo>
                  <a:lnTo>
                    <a:pt x="0" y="87"/>
                  </a:lnTo>
                  <a:lnTo>
                    <a:pt x="2427" y="421"/>
                  </a:lnTo>
                  <a:lnTo>
                    <a:pt x="2437" y="34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5"/>
            <p:cNvSpPr/>
            <p:nvPr/>
          </p:nvSpPr>
          <p:spPr>
            <a:xfrm>
              <a:off x="2059290" y="2948252"/>
              <a:ext cx="256915" cy="43961"/>
            </a:xfrm>
            <a:custGeom>
              <a:avLst/>
              <a:gdLst/>
              <a:ahLst/>
              <a:cxnLst/>
              <a:rect l="l" t="t" r="r" b="b"/>
              <a:pathLst>
                <a:path w="2437" h="417" extrusionOk="0">
                  <a:moveTo>
                    <a:pt x="11" y="1"/>
                  </a:moveTo>
                  <a:lnTo>
                    <a:pt x="0" y="82"/>
                  </a:lnTo>
                  <a:lnTo>
                    <a:pt x="2427" y="416"/>
                  </a:lnTo>
                  <a:lnTo>
                    <a:pt x="2437" y="335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5"/>
            <p:cNvSpPr/>
            <p:nvPr/>
          </p:nvSpPr>
          <p:spPr>
            <a:xfrm>
              <a:off x="2059290" y="2990948"/>
              <a:ext cx="256915" cy="43961"/>
            </a:xfrm>
            <a:custGeom>
              <a:avLst/>
              <a:gdLst/>
              <a:ahLst/>
              <a:cxnLst/>
              <a:rect l="l" t="t" r="r" b="b"/>
              <a:pathLst>
                <a:path w="2437" h="417" extrusionOk="0">
                  <a:moveTo>
                    <a:pt x="11" y="1"/>
                  </a:moveTo>
                  <a:lnTo>
                    <a:pt x="0" y="82"/>
                  </a:lnTo>
                  <a:lnTo>
                    <a:pt x="2427" y="416"/>
                  </a:lnTo>
                  <a:lnTo>
                    <a:pt x="2437" y="335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5"/>
            <p:cNvSpPr/>
            <p:nvPr/>
          </p:nvSpPr>
          <p:spPr>
            <a:xfrm>
              <a:off x="2059290" y="3033749"/>
              <a:ext cx="256915" cy="43856"/>
            </a:xfrm>
            <a:custGeom>
              <a:avLst/>
              <a:gdLst/>
              <a:ahLst/>
              <a:cxnLst/>
              <a:rect l="l" t="t" r="r" b="b"/>
              <a:pathLst>
                <a:path w="2437" h="416" extrusionOk="0">
                  <a:moveTo>
                    <a:pt x="11" y="0"/>
                  </a:moveTo>
                  <a:lnTo>
                    <a:pt x="0" y="81"/>
                  </a:lnTo>
                  <a:lnTo>
                    <a:pt x="2427" y="416"/>
                  </a:lnTo>
                  <a:lnTo>
                    <a:pt x="2437" y="335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5"/>
            <p:cNvSpPr/>
            <p:nvPr/>
          </p:nvSpPr>
          <p:spPr>
            <a:xfrm>
              <a:off x="2059290" y="3076444"/>
              <a:ext cx="256915" cy="44383"/>
            </a:xfrm>
            <a:custGeom>
              <a:avLst/>
              <a:gdLst/>
              <a:ahLst/>
              <a:cxnLst/>
              <a:rect l="l" t="t" r="r" b="b"/>
              <a:pathLst>
                <a:path w="2437" h="421" extrusionOk="0">
                  <a:moveTo>
                    <a:pt x="11" y="0"/>
                  </a:moveTo>
                  <a:lnTo>
                    <a:pt x="0" y="81"/>
                  </a:lnTo>
                  <a:lnTo>
                    <a:pt x="2427" y="421"/>
                  </a:lnTo>
                  <a:lnTo>
                    <a:pt x="2437" y="335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5"/>
            <p:cNvSpPr/>
            <p:nvPr/>
          </p:nvSpPr>
          <p:spPr>
            <a:xfrm>
              <a:off x="2059290" y="3119140"/>
              <a:ext cx="256915" cy="44488"/>
            </a:xfrm>
            <a:custGeom>
              <a:avLst/>
              <a:gdLst/>
              <a:ahLst/>
              <a:cxnLst/>
              <a:rect l="l" t="t" r="r" b="b"/>
              <a:pathLst>
                <a:path w="2437" h="422" extrusionOk="0">
                  <a:moveTo>
                    <a:pt x="11" y="1"/>
                  </a:moveTo>
                  <a:lnTo>
                    <a:pt x="0" y="82"/>
                  </a:lnTo>
                  <a:lnTo>
                    <a:pt x="2427" y="421"/>
                  </a:lnTo>
                  <a:lnTo>
                    <a:pt x="2437" y="335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5"/>
            <p:cNvSpPr/>
            <p:nvPr/>
          </p:nvSpPr>
          <p:spPr>
            <a:xfrm>
              <a:off x="2059290" y="3161835"/>
              <a:ext cx="256915" cy="44488"/>
            </a:xfrm>
            <a:custGeom>
              <a:avLst/>
              <a:gdLst/>
              <a:ahLst/>
              <a:cxnLst/>
              <a:rect l="l" t="t" r="r" b="b"/>
              <a:pathLst>
                <a:path w="2437" h="422" extrusionOk="0">
                  <a:moveTo>
                    <a:pt x="11" y="1"/>
                  </a:moveTo>
                  <a:lnTo>
                    <a:pt x="0" y="82"/>
                  </a:lnTo>
                  <a:lnTo>
                    <a:pt x="2427" y="421"/>
                  </a:lnTo>
                  <a:lnTo>
                    <a:pt x="2437" y="335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5"/>
            <p:cNvSpPr/>
            <p:nvPr/>
          </p:nvSpPr>
          <p:spPr>
            <a:xfrm>
              <a:off x="2059290" y="3204636"/>
              <a:ext cx="256915" cy="44383"/>
            </a:xfrm>
            <a:custGeom>
              <a:avLst/>
              <a:gdLst/>
              <a:ahLst/>
              <a:cxnLst/>
              <a:rect l="l" t="t" r="r" b="b"/>
              <a:pathLst>
                <a:path w="2437" h="421" extrusionOk="0">
                  <a:moveTo>
                    <a:pt x="11" y="0"/>
                  </a:moveTo>
                  <a:lnTo>
                    <a:pt x="0" y="81"/>
                  </a:lnTo>
                  <a:lnTo>
                    <a:pt x="2427" y="421"/>
                  </a:lnTo>
                  <a:lnTo>
                    <a:pt x="2437" y="334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5"/>
            <p:cNvSpPr/>
            <p:nvPr/>
          </p:nvSpPr>
          <p:spPr>
            <a:xfrm>
              <a:off x="2059290" y="3247332"/>
              <a:ext cx="256915" cy="44383"/>
            </a:xfrm>
            <a:custGeom>
              <a:avLst/>
              <a:gdLst/>
              <a:ahLst/>
              <a:cxnLst/>
              <a:rect l="l" t="t" r="r" b="b"/>
              <a:pathLst>
                <a:path w="2437" h="421" extrusionOk="0">
                  <a:moveTo>
                    <a:pt x="11" y="0"/>
                  </a:moveTo>
                  <a:lnTo>
                    <a:pt x="0" y="81"/>
                  </a:lnTo>
                  <a:lnTo>
                    <a:pt x="2427" y="421"/>
                  </a:lnTo>
                  <a:lnTo>
                    <a:pt x="2437" y="335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5"/>
            <p:cNvSpPr/>
            <p:nvPr/>
          </p:nvSpPr>
          <p:spPr>
            <a:xfrm>
              <a:off x="2059290" y="3290027"/>
              <a:ext cx="256915" cy="44488"/>
            </a:xfrm>
            <a:custGeom>
              <a:avLst/>
              <a:gdLst/>
              <a:ahLst/>
              <a:cxnLst/>
              <a:rect l="l" t="t" r="r" b="b"/>
              <a:pathLst>
                <a:path w="2437" h="422" extrusionOk="0">
                  <a:moveTo>
                    <a:pt x="11" y="1"/>
                  </a:moveTo>
                  <a:lnTo>
                    <a:pt x="0" y="82"/>
                  </a:lnTo>
                  <a:lnTo>
                    <a:pt x="2427" y="421"/>
                  </a:lnTo>
                  <a:lnTo>
                    <a:pt x="2437" y="335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5"/>
            <p:cNvSpPr/>
            <p:nvPr/>
          </p:nvSpPr>
          <p:spPr>
            <a:xfrm>
              <a:off x="1765586" y="2821747"/>
              <a:ext cx="256388" cy="44383"/>
            </a:xfrm>
            <a:custGeom>
              <a:avLst/>
              <a:gdLst/>
              <a:ahLst/>
              <a:cxnLst/>
              <a:rect l="l" t="t" r="r" b="b"/>
              <a:pathLst>
                <a:path w="2432" h="421" extrusionOk="0">
                  <a:moveTo>
                    <a:pt x="16" y="0"/>
                  </a:moveTo>
                  <a:lnTo>
                    <a:pt x="0" y="86"/>
                  </a:lnTo>
                  <a:lnTo>
                    <a:pt x="2422" y="421"/>
                  </a:lnTo>
                  <a:lnTo>
                    <a:pt x="2432" y="334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5"/>
            <p:cNvSpPr/>
            <p:nvPr/>
          </p:nvSpPr>
          <p:spPr>
            <a:xfrm>
              <a:off x="1765586" y="2864442"/>
              <a:ext cx="256388" cy="44383"/>
            </a:xfrm>
            <a:custGeom>
              <a:avLst/>
              <a:gdLst/>
              <a:ahLst/>
              <a:cxnLst/>
              <a:rect l="l" t="t" r="r" b="b"/>
              <a:pathLst>
                <a:path w="2432" h="421" extrusionOk="0">
                  <a:moveTo>
                    <a:pt x="16" y="0"/>
                  </a:moveTo>
                  <a:lnTo>
                    <a:pt x="0" y="87"/>
                  </a:lnTo>
                  <a:lnTo>
                    <a:pt x="2422" y="421"/>
                  </a:lnTo>
                  <a:lnTo>
                    <a:pt x="2432" y="34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5"/>
            <p:cNvSpPr/>
            <p:nvPr/>
          </p:nvSpPr>
          <p:spPr>
            <a:xfrm>
              <a:off x="1765586" y="2907138"/>
              <a:ext cx="256388" cy="44488"/>
            </a:xfrm>
            <a:custGeom>
              <a:avLst/>
              <a:gdLst/>
              <a:ahLst/>
              <a:cxnLst/>
              <a:rect l="l" t="t" r="r" b="b"/>
              <a:pathLst>
                <a:path w="2432" h="422" extrusionOk="0">
                  <a:moveTo>
                    <a:pt x="16" y="1"/>
                  </a:moveTo>
                  <a:lnTo>
                    <a:pt x="0" y="87"/>
                  </a:lnTo>
                  <a:lnTo>
                    <a:pt x="2422" y="421"/>
                  </a:lnTo>
                  <a:lnTo>
                    <a:pt x="2432" y="340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5"/>
            <p:cNvSpPr/>
            <p:nvPr/>
          </p:nvSpPr>
          <p:spPr>
            <a:xfrm>
              <a:off x="1765586" y="2949833"/>
              <a:ext cx="256388" cy="44488"/>
            </a:xfrm>
            <a:custGeom>
              <a:avLst/>
              <a:gdLst/>
              <a:ahLst/>
              <a:cxnLst/>
              <a:rect l="l" t="t" r="r" b="b"/>
              <a:pathLst>
                <a:path w="2432" h="422" extrusionOk="0">
                  <a:moveTo>
                    <a:pt x="16" y="1"/>
                  </a:moveTo>
                  <a:lnTo>
                    <a:pt x="0" y="87"/>
                  </a:lnTo>
                  <a:lnTo>
                    <a:pt x="2422" y="421"/>
                  </a:lnTo>
                  <a:lnTo>
                    <a:pt x="2432" y="340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5"/>
            <p:cNvSpPr/>
            <p:nvPr/>
          </p:nvSpPr>
          <p:spPr>
            <a:xfrm>
              <a:off x="1765586" y="2992634"/>
              <a:ext cx="256388" cy="44383"/>
            </a:xfrm>
            <a:custGeom>
              <a:avLst/>
              <a:gdLst/>
              <a:ahLst/>
              <a:cxnLst/>
              <a:rect l="l" t="t" r="r" b="b"/>
              <a:pathLst>
                <a:path w="2432" h="421" extrusionOk="0">
                  <a:moveTo>
                    <a:pt x="16" y="0"/>
                  </a:moveTo>
                  <a:lnTo>
                    <a:pt x="0" y="86"/>
                  </a:lnTo>
                  <a:lnTo>
                    <a:pt x="2422" y="421"/>
                  </a:lnTo>
                  <a:lnTo>
                    <a:pt x="2432" y="34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5"/>
            <p:cNvSpPr/>
            <p:nvPr/>
          </p:nvSpPr>
          <p:spPr>
            <a:xfrm>
              <a:off x="1765586" y="3035857"/>
              <a:ext cx="256388" cy="43856"/>
            </a:xfrm>
            <a:custGeom>
              <a:avLst/>
              <a:gdLst/>
              <a:ahLst/>
              <a:cxnLst/>
              <a:rect l="l" t="t" r="r" b="b"/>
              <a:pathLst>
                <a:path w="2432" h="416" extrusionOk="0">
                  <a:moveTo>
                    <a:pt x="16" y="0"/>
                  </a:moveTo>
                  <a:lnTo>
                    <a:pt x="0" y="81"/>
                  </a:lnTo>
                  <a:lnTo>
                    <a:pt x="2422" y="416"/>
                  </a:lnTo>
                  <a:lnTo>
                    <a:pt x="2432" y="335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5"/>
            <p:cNvSpPr/>
            <p:nvPr/>
          </p:nvSpPr>
          <p:spPr>
            <a:xfrm>
              <a:off x="1765586" y="3078553"/>
              <a:ext cx="256388" cy="43961"/>
            </a:xfrm>
            <a:custGeom>
              <a:avLst/>
              <a:gdLst/>
              <a:ahLst/>
              <a:cxnLst/>
              <a:rect l="l" t="t" r="r" b="b"/>
              <a:pathLst>
                <a:path w="2432" h="417" extrusionOk="0">
                  <a:moveTo>
                    <a:pt x="16" y="1"/>
                  </a:moveTo>
                  <a:lnTo>
                    <a:pt x="0" y="82"/>
                  </a:lnTo>
                  <a:lnTo>
                    <a:pt x="2422" y="416"/>
                  </a:lnTo>
                  <a:lnTo>
                    <a:pt x="2432" y="335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5"/>
            <p:cNvSpPr/>
            <p:nvPr/>
          </p:nvSpPr>
          <p:spPr>
            <a:xfrm>
              <a:off x="1765586" y="3121248"/>
              <a:ext cx="256388" cy="43961"/>
            </a:xfrm>
            <a:custGeom>
              <a:avLst/>
              <a:gdLst/>
              <a:ahLst/>
              <a:cxnLst/>
              <a:rect l="l" t="t" r="r" b="b"/>
              <a:pathLst>
                <a:path w="2432" h="417" extrusionOk="0">
                  <a:moveTo>
                    <a:pt x="16" y="1"/>
                  </a:moveTo>
                  <a:lnTo>
                    <a:pt x="0" y="82"/>
                  </a:lnTo>
                  <a:lnTo>
                    <a:pt x="2422" y="416"/>
                  </a:lnTo>
                  <a:lnTo>
                    <a:pt x="2432" y="335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5"/>
            <p:cNvSpPr/>
            <p:nvPr/>
          </p:nvSpPr>
          <p:spPr>
            <a:xfrm>
              <a:off x="1765586" y="3164049"/>
              <a:ext cx="256388" cy="43856"/>
            </a:xfrm>
            <a:custGeom>
              <a:avLst/>
              <a:gdLst/>
              <a:ahLst/>
              <a:cxnLst/>
              <a:rect l="l" t="t" r="r" b="b"/>
              <a:pathLst>
                <a:path w="2432" h="416" extrusionOk="0">
                  <a:moveTo>
                    <a:pt x="16" y="0"/>
                  </a:moveTo>
                  <a:lnTo>
                    <a:pt x="0" y="81"/>
                  </a:lnTo>
                  <a:lnTo>
                    <a:pt x="2422" y="416"/>
                  </a:lnTo>
                  <a:lnTo>
                    <a:pt x="2432" y="335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5"/>
            <p:cNvSpPr/>
            <p:nvPr/>
          </p:nvSpPr>
          <p:spPr>
            <a:xfrm>
              <a:off x="1765586" y="3206745"/>
              <a:ext cx="256388" cy="43856"/>
            </a:xfrm>
            <a:custGeom>
              <a:avLst/>
              <a:gdLst/>
              <a:ahLst/>
              <a:cxnLst/>
              <a:rect l="l" t="t" r="r" b="b"/>
              <a:pathLst>
                <a:path w="2432" h="416" extrusionOk="0">
                  <a:moveTo>
                    <a:pt x="16" y="0"/>
                  </a:moveTo>
                  <a:lnTo>
                    <a:pt x="0" y="81"/>
                  </a:lnTo>
                  <a:lnTo>
                    <a:pt x="2422" y="416"/>
                  </a:lnTo>
                  <a:lnTo>
                    <a:pt x="2432" y="335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5"/>
            <p:cNvSpPr/>
            <p:nvPr/>
          </p:nvSpPr>
          <p:spPr>
            <a:xfrm>
              <a:off x="1765586" y="3249440"/>
              <a:ext cx="256388" cy="44488"/>
            </a:xfrm>
            <a:custGeom>
              <a:avLst/>
              <a:gdLst/>
              <a:ahLst/>
              <a:cxnLst/>
              <a:rect l="l" t="t" r="r" b="b"/>
              <a:pathLst>
                <a:path w="2432" h="422" extrusionOk="0">
                  <a:moveTo>
                    <a:pt x="16" y="1"/>
                  </a:moveTo>
                  <a:lnTo>
                    <a:pt x="0" y="82"/>
                  </a:lnTo>
                  <a:lnTo>
                    <a:pt x="2422" y="421"/>
                  </a:lnTo>
                  <a:lnTo>
                    <a:pt x="2432" y="335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5"/>
            <p:cNvSpPr/>
            <p:nvPr/>
          </p:nvSpPr>
          <p:spPr>
            <a:xfrm>
              <a:off x="1409367" y="1877595"/>
              <a:ext cx="301825" cy="50814"/>
            </a:xfrm>
            <a:custGeom>
              <a:avLst/>
              <a:gdLst/>
              <a:ahLst/>
              <a:cxnLst/>
              <a:rect l="l" t="t" r="r" b="b"/>
              <a:pathLst>
                <a:path w="2863" h="482" extrusionOk="0">
                  <a:moveTo>
                    <a:pt x="16" y="0"/>
                  </a:moveTo>
                  <a:lnTo>
                    <a:pt x="1" y="86"/>
                  </a:lnTo>
                  <a:lnTo>
                    <a:pt x="2853" y="481"/>
                  </a:lnTo>
                  <a:lnTo>
                    <a:pt x="2863" y="395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5"/>
            <p:cNvSpPr/>
            <p:nvPr/>
          </p:nvSpPr>
          <p:spPr>
            <a:xfrm>
              <a:off x="1409367" y="1920291"/>
              <a:ext cx="301825" cy="50814"/>
            </a:xfrm>
            <a:custGeom>
              <a:avLst/>
              <a:gdLst/>
              <a:ahLst/>
              <a:cxnLst/>
              <a:rect l="l" t="t" r="r" b="b"/>
              <a:pathLst>
                <a:path w="2863" h="482" extrusionOk="0">
                  <a:moveTo>
                    <a:pt x="16" y="0"/>
                  </a:moveTo>
                  <a:lnTo>
                    <a:pt x="1" y="87"/>
                  </a:lnTo>
                  <a:lnTo>
                    <a:pt x="2853" y="482"/>
                  </a:lnTo>
                  <a:lnTo>
                    <a:pt x="2863" y="39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5"/>
            <p:cNvSpPr/>
            <p:nvPr/>
          </p:nvSpPr>
          <p:spPr>
            <a:xfrm>
              <a:off x="1409367" y="1962986"/>
              <a:ext cx="301825" cy="50814"/>
            </a:xfrm>
            <a:custGeom>
              <a:avLst/>
              <a:gdLst/>
              <a:ahLst/>
              <a:cxnLst/>
              <a:rect l="l" t="t" r="r" b="b"/>
              <a:pathLst>
                <a:path w="2863" h="482" extrusionOk="0">
                  <a:moveTo>
                    <a:pt x="16" y="1"/>
                  </a:moveTo>
                  <a:lnTo>
                    <a:pt x="1" y="87"/>
                  </a:lnTo>
                  <a:lnTo>
                    <a:pt x="2853" y="482"/>
                  </a:lnTo>
                  <a:lnTo>
                    <a:pt x="2863" y="396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5"/>
            <p:cNvSpPr/>
            <p:nvPr/>
          </p:nvSpPr>
          <p:spPr>
            <a:xfrm>
              <a:off x="1409367" y="2005682"/>
              <a:ext cx="301825" cy="50919"/>
            </a:xfrm>
            <a:custGeom>
              <a:avLst/>
              <a:gdLst/>
              <a:ahLst/>
              <a:cxnLst/>
              <a:rect l="l" t="t" r="r" b="b"/>
              <a:pathLst>
                <a:path w="2863" h="483" extrusionOk="0">
                  <a:moveTo>
                    <a:pt x="16" y="1"/>
                  </a:moveTo>
                  <a:lnTo>
                    <a:pt x="1" y="87"/>
                  </a:lnTo>
                  <a:lnTo>
                    <a:pt x="2853" y="482"/>
                  </a:lnTo>
                  <a:lnTo>
                    <a:pt x="2863" y="396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5"/>
            <p:cNvSpPr/>
            <p:nvPr/>
          </p:nvSpPr>
          <p:spPr>
            <a:xfrm>
              <a:off x="1409367" y="2049010"/>
              <a:ext cx="301825" cy="50287"/>
            </a:xfrm>
            <a:custGeom>
              <a:avLst/>
              <a:gdLst/>
              <a:ahLst/>
              <a:cxnLst/>
              <a:rect l="l" t="t" r="r" b="b"/>
              <a:pathLst>
                <a:path w="2863" h="477" extrusionOk="0">
                  <a:moveTo>
                    <a:pt x="16" y="0"/>
                  </a:moveTo>
                  <a:lnTo>
                    <a:pt x="1" y="81"/>
                  </a:lnTo>
                  <a:lnTo>
                    <a:pt x="2853" y="476"/>
                  </a:lnTo>
                  <a:lnTo>
                    <a:pt x="2863" y="39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5"/>
            <p:cNvSpPr/>
            <p:nvPr/>
          </p:nvSpPr>
          <p:spPr>
            <a:xfrm>
              <a:off x="1409367" y="2091705"/>
              <a:ext cx="301825" cy="50287"/>
            </a:xfrm>
            <a:custGeom>
              <a:avLst/>
              <a:gdLst/>
              <a:ahLst/>
              <a:cxnLst/>
              <a:rect l="l" t="t" r="r" b="b"/>
              <a:pathLst>
                <a:path w="2863" h="477" extrusionOk="0">
                  <a:moveTo>
                    <a:pt x="16" y="1"/>
                  </a:moveTo>
                  <a:lnTo>
                    <a:pt x="1" y="82"/>
                  </a:lnTo>
                  <a:lnTo>
                    <a:pt x="2853" y="477"/>
                  </a:lnTo>
                  <a:lnTo>
                    <a:pt x="2863" y="391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5"/>
            <p:cNvSpPr/>
            <p:nvPr/>
          </p:nvSpPr>
          <p:spPr>
            <a:xfrm>
              <a:off x="1409367" y="2134401"/>
              <a:ext cx="301825" cy="50287"/>
            </a:xfrm>
            <a:custGeom>
              <a:avLst/>
              <a:gdLst/>
              <a:ahLst/>
              <a:cxnLst/>
              <a:rect l="l" t="t" r="r" b="b"/>
              <a:pathLst>
                <a:path w="2863" h="477" extrusionOk="0">
                  <a:moveTo>
                    <a:pt x="16" y="1"/>
                  </a:moveTo>
                  <a:lnTo>
                    <a:pt x="1" y="82"/>
                  </a:lnTo>
                  <a:lnTo>
                    <a:pt x="2853" y="477"/>
                  </a:lnTo>
                  <a:lnTo>
                    <a:pt x="2863" y="396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5"/>
            <p:cNvSpPr/>
            <p:nvPr/>
          </p:nvSpPr>
          <p:spPr>
            <a:xfrm>
              <a:off x="1409367" y="2177202"/>
              <a:ext cx="301825" cy="50287"/>
            </a:xfrm>
            <a:custGeom>
              <a:avLst/>
              <a:gdLst/>
              <a:ahLst/>
              <a:cxnLst/>
              <a:rect l="l" t="t" r="r" b="b"/>
              <a:pathLst>
                <a:path w="2863" h="477" extrusionOk="0">
                  <a:moveTo>
                    <a:pt x="16" y="0"/>
                  </a:moveTo>
                  <a:lnTo>
                    <a:pt x="1" y="81"/>
                  </a:lnTo>
                  <a:lnTo>
                    <a:pt x="2853" y="476"/>
                  </a:lnTo>
                  <a:lnTo>
                    <a:pt x="2863" y="395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5"/>
            <p:cNvSpPr/>
            <p:nvPr/>
          </p:nvSpPr>
          <p:spPr>
            <a:xfrm>
              <a:off x="1409367" y="2219898"/>
              <a:ext cx="301825" cy="50287"/>
            </a:xfrm>
            <a:custGeom>
              <a:avLst/>
              <a:gdLst/>
              <a:ahLst/>
              <a:cxnLst/>
              <a:rect l="l" t="t" r="r" b="b"/>
              <a:pathLst>
                <a:path w="2863" h="477" extrusionOk="0">
                  <a:moveTo>
                    <a:pt x="16" y="0"/>
                  </a:moveTo>
                  <a:lnTo>
                    <a:pt x="1" y="81"/>
                  </a:lnTo>
                  <a:lnTo>
                    <a:pt x="2853" y="476"/>
                  </a:lnTo>
                  <a:lnTo>
                    <a:pt x="2863" y="395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5"/>
            <p:cNvSpPr/>
            <p:nvPr/>
          </p:nvSpPr>
          <p:spPr>
            <a:xfrm>
              <a:off x="1409367" y="2262593"/>
              <a:ext cx="301825" cy="50287"/>
            </a:xfrm>
            <a:custGeom>
              <a:avLst/>
              <a:gdLst/>
              <a:ahLst/>
              <a:cxnLst/>
              <a:rect l="l" t="t" r="r" b="b"/>
              <a:pathLst>
                <a:path w="2863" h="477" extrusionOk="0">
                  <a:moveTo>
                    <a:pt x="16" y="1"/>
                  </a:moveTo>
                  <a:lnTo>
                    <a:pt x="1" y="82"/>
                  </a:lnTo>
                  <a:lnTo>
                    <a:pt x="2853" y="477"/>
                  </a:lnTo>
                  <a:lnTo>
                    <a:pt x="2863" y="396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5"/>
            <p:cNvSpPr/>
            <p:nvPr/>
          </p:nvSpPr>
          <p:spPr>
            <a:xfrm>
              <a:off x="1409367" y="2305289"/>
              <a:ext cx="301825" cy="50287"/>
            </a:xfrm>
            <a:custGeom>
              <a:avLst/>
              <a:gdLst/>
              <a:ahLst/>
              <a:cxnLst/>
              <a:rect l="l" t="t" r="r" b="b"/>
              <a:pathLst>
                <a:path w="2863" h="477" extrusionOk="0">
                  <a:moveTo>
                    <a:pt x="16" y="1"/>
                  </a:moveTo>
                  <a:lnTo>
                    <a:pt x="1" y="82"/>
                  </a:lnTo>
                  <a:lnTo>
                    <a:pt x="2853" y="477"/>
                  </a:lnTo>
                  <a:lnTo>
                    <a:pt x="2863" y="396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5"/>
            <p:cNvSpPr/>
            <p:nvPr/>
          </p:nvSpPr>
          <p:spPr>
            <a:xfrm>
              <a:off x="1064428" y="1830050"/>
              <a:ext cx="301298" cy="50287"/>
            </a:xfrm>
            <a:custGeom>
              <a:avLst/>
              <a:gdLst/>
              <a:ahLst/>
              <a:cxnLst/>
              <a:rect l="l" t="t" r="r" b="b"/>
              <a:pathLst>
                <a:path w="2858" h="477" extrusionOk="0">
                  <a:moveTo>
                    <a:pt x="15" y="0"/>
                  </a:moveTo>
                  <a:lnTo>
                    <a:pt x="0" y="81"/>
                  </a:lnTo>
                  <a:lnTo>
                    <a:pt x="2847" y="477"/>
                  </a:lnTo>
                  <a:lnTo>
                    <a:pt x="2857" y="396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5"/>
            <p:cNvSpPr/>
            <p:nvPr/>
          </p:nvSpPr>
          <p:spPr>
            <a:xfrm>
              <a:off x="1064428" y="1872746"/>
              <a:ext cx="301298" cy="50287"/>
            </a:xfrm>
            <a:custGeom>
              <a:avLst/>
              <a:gdLst/>
              <a:ahLst/>
              <a:cxnLst/>
              <a:rect l="l" t="t" r="r" b="b"/>
              <a:pathLst>
                <a:path w="2858" h="477" extrusionOk="0">
                  <a:moveTo>
                    <a:pt x="15" y="1"/>
                  </a:moveTo>
                  <a:lnTo>
                    <a:pt x="0" y="82"/>
                  </a:lnTo>
                  <a:lnTo>
                    <a:pt x="2847" y="477"/>
                  </a:lnTo>
                  <a:lnTo>
                    <a:pt x="2857" y="396"/>
                  </a:lnTo>
                  <a:lnTo>
                    <a:pt x="15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5"/>
            <p:cNvSpPr/>
            <p:nvPr/>
          </p:nvSpPr>
          <p:spPr>
            <a:xfrm>
              <a:off x="1064428" y="1915441"/>
              <a:ext cx="301298" cy="50392"/>
            </a:xfrm>
            <a:custGeom>
              <a:avLst/>
              <a:gdLst/>
              <a:ahLst/>
              <a:cxnLst/>
              <a:rect l="l" t="t" r="r" b="b"/>
              <a:pathLst>
                <a:path w="2858" h="478" extrusionOk="0">
                  <a:moveTo>
                    <a:pt x="15" y="1"/>
                  </a:moveTo>
                  <a:lnTo>
                    <a:pt x="0" y="82"/>
                  </a:lnTo>
                  <a:lnTo>
                    <a:pt x="2847" y="477"/>
                  </a:lnTo>
                  <a:lnTo>
                    <a:pt x="2857" y="396"/>
                  </a:lnTo>
                  <a:lnTo>
                    <a:pt x="15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5"/>
            <p:cNvSpPr/>
            <p:nvPr/>
          </p:nvSpPr>
          <p:spPr>
            <a:xfrm>
              <a:off x="1064428" y="1958242"/>
              <a:ext cx="301298" cy="50287"/>
            </a:xfrm>
            <a:custGeom>
              <a:avLst/>
              <a:gdLst/>
              <a:ahLst/>
              <a:cxnLst/>
              <a:rect l="l" t="t" r="r" b="b"/>
              <a:pathLst>
                <a:path w="2858" h="477" extrusionOk="0">
                  <a:moveTo>
                    <a:pt x="15" y="0"/>
                  </a:moveTo>
                  <a:lnTo>
                    <a:pt x="0" y="81"/>
                  </a:lnTo>
                  <a:lnTo>
                    <a:pt x="2847" y="476"/>
                  </a:lnTo>
                  <a:lnTo>
                    <a:pt x="2857" y="39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5"/>
            <p:cNvSpPr/>
            <p:nvPr/>
          </p:nvSpPr>
          <p:spPr>
            <a:xfrm>
              <a:off x="1064428" y="2000938"/>
              <a:ext cx="301298" cy="50287"/>
            </a:xfrm>
            <a:custGeom>
              <a:avLst/>
              <a:gdLst/>
              <a:ahLst/>
              <a:cxnLst/>
              <a:rect l="l" t="t" r="r" b="b"/>
              <a:pathLst>
                <a:path w="2858" h="477" extrusionOk="0">
                  <a:moveTo>
                    <a:pt x="15" y="0"/>
                  </a:moveTo>
                  <a:lnTo>
                    <a:pt x="0" y="87"/>
                  </a:lnTo>
                  <a:lnTo>
                    <a:pt x="2847" y="477"/>
                  </a:lnTo>
                  <a:lnTo>
                    <a:pt x="2857" y="396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5"/>
            <p:cNvSpPr/>
            <p:nvPr/>
          </p:nvSpPr>
          <p:spPr>
            <a:xfrm>
              <a:off x="1064428" y="2043633"/>
              <a:ext cx="301298" cy="50287"/>
            </a:xfrm>
            <a:custGeom>
              <a:avLst/>
              <a:gdLst/>
              <a:ahLst/>
              <a:cxnLst/>
              <a:rect l="l" t="t" r="r" b="b"/>
              <a:pathLst>
                <a:path w="2858" h="477" extrusionOk="0">
                  <a:moveTo>
                    <a:pt x="15" y="1"/>
                  </a:moveTo>
                  <a:lnTo>
                    <a:pt x="0" y="87"/>
                  </a:lnTo>
                  <a:lnTo>
                    <a:pt x="2847" y="477"/>
                  </a:lnTo>
                  <a:lnTo>
                    <a:pt x="2857" y="396"/>
                  </a:lnTo>
                  <a:lnTo>
                    <a:pt x="15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5"/>
            <p:cNvSpPr/>
            <p:nvPr/>
          </p:nvSpPr>
          <p:spPr>
            <a:xfrm>
              <a:off x="1064428" y="2086329"/>
              <a:ext cx="301298" cy="50392"/>
            </a:xfrm>
            <a:custGeom>
              <a:avLst/>
              <a:gdLst/>
              <a:ahLst/>
              <a:cxnLst/>
              <a:rect l="l" t="t" r="r" b="b"/>
              <a:pathLst>
                <a:path w="2858" h="478" extrusionOk="0">
                  <a:moveTo>
                    <a:pt x="15" y="1"/>
                  </a:moveTo>
                  <a:lnTo>
                    <a:pt x="0" y="87"/>
                  </a:lnTo>
                  <a:lnTo>
                    <a:pt x="2847" y="477"/>
                  </a:lnTo>
                  <a:lnTo>
                    <a:pt x="2857" y="396"/>
                  </a:lnTo>
                  <a:lnTo>
                    <a:pt x="15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5"/>
            <p:cNvSpPr/>
            <p:nvPr/>
          </p:nvSpPr>
          <p:spPr>
            <a:xfrm>
              <a:off x="1064428" y="2129130"/>
              <a:ext cx="301298" cy="50287"/>
            </a:xfrm>
            <a:custGeom>
              <a:avLst/>
              <a:gdLst/>
              <a:ahLst/>
              <a:cxnLst/>
              <a:rect l="l" t="t" r="r" b="b"/>
              <a:pathLst>
                <a:path w="2858" h="477" extrusionOk="0">
                  <a:moveTo>
                    <a:pt x="15" y="0"/>
                  </a:moveTo>
                  <a:lnTo>
                    <a:pt x="0" y="86"/>
                  </a:lnTo>
                  <a:lnTo>
                    <a:pt x="2847" y="476"/>
                  </a:lnTo>
                  <a:lnTo>
                    <a:pt x="2857" y="39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5"/>
            <p:cNvSpPr/>
            <p:nvPr/>
          </p:nvSpPr>
          <p:spPr>
            <a:xfrm>
              <a:off x="1064428" y="2171826"/>
              <a:ext cx="301298" cy="50814"/>
            </a:xfrm>
            <a:custGeom>
              <a:avLst/>
              <a:gdLst/>
              <a:ahLst/>
              <a:cxnLst/>
              <a:rect l="l" t="t" r="r" b="b"/>
              <a:pathLst>
                <a:path w="2858" h="482" extrusionOk="0">
                  <a:moveTo>
                    <a:pt x="15" y="0"/>
                  </a:moveTo>
                  <a:lnTo>
                    <a:pt x="0" y="86"/>
                  </a:lnTo>
                  <a:lnTo>
                    <a:pt x="2847" y="482"/>
                  </a:lnTo>
                  <a:lnTo>
                    <a:pt x="2857" y="39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5"/>
            <p:cNvSpPr/>
            <p:nvPr/>
          </p:nvSpPr>
          <p:spPr>
            <a:xfrm>
              <a:off x="1064428" y="2214521"/>
              <a:ext cx="301298" cy="50814"/>
            </a:xfrm>
            <a:custGeom>
              <a:avLst/>
              <a:gdLst/>
              <a:ahLst/>
              <a:cxnLst/>
              <a:rect l="l" t="t" r="r" b="b"/>
              <a:pathLst>
                <a:path w="2858" h="482" extrusionOk="0">
                  <a:moveTo>
                    <a:pt x="15" y="1"/>
                  </a:moveTo>
                  <a:lnTo>
                    <a:pt x="0" y="87"/>
                  </a:lnTo>
                  <a:lnTo>
                    <a:pt x="2847" y="482"/>
                  </a:lnTo>
                  <a:lnTo>
                    <a:pt x="2857" y="396"/>
                  </a:lnTo>
                  <a:lnTo>
                    <a:pt x="15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5"/>
            <p:cNvSpPr/>
            <p:nvPr/>
          </p:nvSpPr>
          <p:spPr>
            <a:xfrm>
              <a:off x="1064428" y="2257217"/>
              <a:ext cx="301298" cy="50919"/>
            </a:xfrm>
            <a:custGeom>
              <a:avLst/>
              <a:gdLst/>
              <a:ahLst/>
              <a:cxnLst/>
              <a:rect l="l" t="t" r="r" b="b"/>
              <a:pathLst>
                <a:path w="2858" h="483" extrusionOk="0">
                  <a:moveTo>
                    <a:pt x="15" y="1"/>
                  </a:moveTo>
                  <a:lnTo>
                    <a:pt x="0" y="87"/>
                  </a:lnTo>
                  <a:lnTo>
                    <a:pt x="2847" y="482"/>
                  </a:lnTo>
                  <a:lnTo>
                    <a:pt x="2857" y="396"/>
                  </a:lnTo>
                  <a:lnTo>
                    <a:pt x="15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15"/>
            <p:cNvSpPr/>
            <p:nvPr/>
          </p:nvSpPr>
          <p:spPr>
            <a:xfrm>
              <a:off x="1766113" y="3299621"/>
              <a:ext cx="549567" cy="149173"/>
            </a:xfrm>
            <a:custGeom>
              <a:avLst/>
              <a:gdLst/>
              <a:ahLst/>
              <a:cxnLst/>
              <a:rect l="l" t="t" r="r" b="b"/>
              <a:pathLst>
                <a:path w="5213" h="1415" extrusionOk="0">
                  <a:moveTo>
                    <a:pt x="0" y="1"/>
                  </a:moveTo>
                  <a:lnTo>
                    <a:pt x="0" y="690"/>
                  </a:lnTo>
                  <a:lnTo>
                    <a:pt x="5213" y="1414"/>
                  </a:lnTo>
                  <a:lnTo>
                    <a:pt x="5213" y="72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5"/>
            <p:cNvSpPr/>
            <p:nvPr/>
          </p:nvSpPr>
          <p:spPr>
            <a:xfrm>
              <a:off x="826808" y="2318888"/>
              <a:ext cx="441720" cy="637490"/>
            </a:xfrm>
            <a:custGeom>
              <a:avLst/>
              <a:gdLst/>
              <a:ahLst/>
              <a:cxnLst/>
              <a:rect l="l" t="t" r="r" b="b"/>
              <a:pathLst>
                <a:path w="4190" h="6047" extrusionOk="0">
                  <a:moveTo>
                    <a:pt x="2175" y="1"/>
                  </a:moveTo>
                  <a:cubicBezTo>
                    <a:pt x="1886" y="1"/>
                    <a:pt x="551" y="1638"/>
                    <a:pt x="279" y="2004"/>
                  </a:cubicBezTo>
                  <a:cubicBezTo>
                    <a:pt x="0" y="2379"/>
                    <a:pt x="101" y="5135"/>
                    <a:pt x="101" y="5135"/>
                  </a:cubicBezTo>
                  <a:lnTo>
                    <a:pt x="1185" y="6047"/>
                  </a:lnTo>
                  <a:cubicBezTo>
                    <a:pt x="2989" y="5302"/>
                    <a:pt x="2543" y="3397"/>
                    <a:pt x="2543" y="3397"/>
                  </a:cubicBezTo>
                  <a:cubicBezTo>
                    <a:pt x="2543" y="3397"/>
                    <a:pt x="4189" y="2779"/>
                    <a:pt x="4169" y="2587"/>
                  </a:cubicBezTo>
                  <a:cubicBezTo>
                    <a:pt x="4165" y="2531"/>
                    <a:pt x="4035" y="2512"/>
                    <a:pt x="3852" y="2512"/>
                  </a:cubicBezTo>
                  <a:cubicBezTo>
                    <a:pt x="3400" y="2512"/>
                    <a:pt x="2624" y="2632"/>
                    <a:pt x="2624" y="2632"/>
                  </a:cubicBezTo>
                  <a:cubicBezTo>
                    <a:pt x="2624" y="2632"/>
                    <a:pt x="4128" y="1695"/>
                    <a:pt x="4037" y="1447"/>
                  </a:cubicBezTo>
                  <a:cubicBezTo>
                    <a:pt x="4026" y="1415"/>
                    <a:pt x="3987" y="1401"/>
                    <a:pt x="3927" y="1401"/>
                  </a:cubicBezTo>
                  <a:cubicBezTo>
                    <a:pt x="3528" y="1401"/>
                    <a:pt x="2219" y="2025"/>
                    <a:pt x="2219" y="2025"/>
                  </a:cubicBezTo>
                  <a:cubicBezTo>
                    <a:pt x="2219" y="2025"/>
                    <a:pt x="3703" y="434"/>
                    <a:pt x="3470" y="292"/>
                  </a:cubicBezTo>
                  <a:cubicBezTo>
                    <a:pt x="3460" y="286"/>
                    <a:pt x="3447" y="283"/>
                    <a:pt x="3431" y="283"/>
                  </a:cubicBezTo>
                  <a:cubicBezTo>
                    <a:pt x="3081" y="283"/>
                    <a:pt x="1434" y="1731"/>
                    <a:pt x="1434" y="1731"/>
                  </a:cubicBezTo>
                  <a:cubicBezTo>
                    <a:pt x="1434" y="1731"/>
                    <a:pt x="2442" y="79"/>
                    <a:pt x="2193" y="3"/>
                  </a:cubicBezTo>
                  <a:cubicBezTo>
                    <a:pt x="2188" y="2"/>
                    <a:pt x="2182" y="1"/>
                    <a:pt x="2175" y="1"/>
                  </a:cubicBezTo>
                  <a:close/>
                </a:path>
              </a:pathLst>
            </a:custGeom>
            <a:solidFill>
              <a:srgbClr val="FAC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5"/>
            <p:cNvSpPr/>
            <p:nvPr/>
          </p:nvSpPr>
          <p:spPr>
            <a:xfrm>
              <a:off x="3492601" y="2318888"/>
              <a:ext cx="441720" cy="637490"/>
            </a:xfrm>
            <a:custGeom>
              <a:avLst/>
              <a:gdLst/>
              <a:ahLst/>
              <a:cxnLst/>
              <a:rect l="l" t="t" r="r" b="b"/>
              <a:pathLst>
                <a:path w="4190" h="6047" extrusionOk="0">
                  <a:moveTo>
                    <a:pt x="2015" y="1"/>
                  </a:moveTo>
                  <a:cubicBezTo>
                    <a:pt x="2008" y="1"/>
                    <a:pt x="2002" y="2"/>
                    <a:pt x="1996" y="3"/>
                  </a:cubicBezTo>
                  <a:cubicBezTo>
                    <a:pt x="1748" y="79"/>
                    <a:pt x="2756" y="1731"/>
                    <a:pt x="2756" y="1731"/>
                  </a:cubicBezTo>
                  <a:cubicBezTo>
                    <a:pt x="2756" y="1731"/>
                    <a:pt x="1109" y="283"/>
                    <a:pt x="759" y="283"/>
                  </a:cubicBezTo>
                  <a:cubicBezTo>
                    <a:pt x="743" y="283"/>
                    <a:pt x="730" y="286"/>
                    <a:pt x="720" y="292"/>
                  </a:cubicBezTo>
                  <a:cubicBezTo>
                    <a:pt x="487" y="434"/>
                    <a:pt x="1971" y="2025"/>
                    <a:pt x="1971" y="2025"/>
                  </a:cubicBezTo>
                  <a:cubicBezTo>
                    <a:pt x="1971" y="2025"/>
                    <a:pt x="662" y="1401"/>
                    <a:pt x="263" y="1401"/>
                  </a:cubicBezTo>
                  <a:cubicBezTo>
                    <a:pt x="203" y="1401"/>
                    <a:pt x="164" y="1415"/>
                    <a:pt x="152" y="1447"/>
                  </a:cubicBezTo>
                  <a:cubicBezTo>
                    <a:pt x="61" y="1695"/>
                    <a:pt x="1566" y="2632"/>
                    <a:pt x="1566" y="2632"/>
                  </a:cubicBezTo>
                  <a:cubicBezTo>
                    <a:pt x="1566" y="2632"/>
                    <a:pt x="790" y="2512"/>
                    <a:pt x="338" y="2512"/>
                  </a:cubicBezTo>
                  <a:cubicBezTo>
                    <a:pt x="155" y="2512"/>
                    <a:pt x="25" y="2531"/>
                    <a:pt x="21" y="2587"/>
                  </a:cubicBezTo>
                  <a:cubicBezTo>
                    <a:pt x="0" y="2779"/>
                    <a:pt x="1647" y="3397"/>
                    <a:pt x="1647" y="3397"/>
                  </a:cubicBezTo>
                  <a:cubicBezTo>
                    <a:pt x="1647" y="3397"/>
                    <a:pt x="1201" y="5302"/>
                    <a:pt x="3004" y="6047"/>
                  </a:cubicBezTo>
                  <a:lnTo>
                    <a:pt x="4088" y="5135"/>
                  </a:lnTo>
                  <a:cubicBezTo>
                    <a:pt x="4088" y="5135"/>
                    <a:pt x="4190" y="2379"/>
                    <a:pt x="3911" y="2004"/>
                  </a:cubicBezTo>
                  <a:cubicBezTo>
                    <a:pt x="3639" y="1638"/>
                    <a:pt x="2303" y="1"/>
                    <a:pt x="2015" y="1"/>
                  </a:cubicBezTo>
                  <a:close/>
                </a:path>
              </a:pathLst>
            </a:custGeom>
            <a:solidFill>
              <a:srgbClr val="FAC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8" name="Google Shape;2428;p40"/>
          <p:cNvSpPr/>
          <p:nvPr/>
        </p:nvSpPr>
        <p:spPr>
          <a:xfrm>
            <a:off x="457200" y="1667937"/>
            <a:ext cx="1645800" cy="507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9" name="Google Shape;2429;p40"/>
          <p:cNvSpPr/>
          <p:nvPr/>
        </p:nvSpPr>
        <p:spPr>
          <a:xfrm>
            <a:off x="3748925" y="1667937"/>
            <a:ext cx="1645800" cy="507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1" name="Google Shape;2431;p40"/>
          <p:cNvSpPr/>
          <p:nvPr/>
        </p:nvSpPr>
        <p:spPr>
          <a:xfrm>
            <a:off x="7040650" y="1667937"/>
            <a:ext cx="1645800" cy="5076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3" name="Google Shape;2433;p40"/>
          <p:cNvSpPr/>
          <p:nvPr/>
        </p:nvSpPr>
        <p:spPr>
          <a:xfrm>
            <a:off x="457200" y="3769412"/>
            <a:ext cx="1645800" cy="507600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5" name="Google Shape;2435;p40"/>
          <p:cNvSpPr/>
          <p:nvPr/>
        </p:nvSpPr>
        <p:spPr>
          <a:xfrm>
            <a:off x="3748925" y="3769412"/>
            <a:ext cx="1645800" cy="507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7" name="Google Shape;2437;p40"/>
          <p:cNvSpPr/>
          <p:nvPr/>
        </p:nvSpPr>
        <p:spPr>
          <a:xfrm>
            <a:off x="7040650" y="3769412"/>
            <a:ext cx="1645800" cy="5076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8" name="Google Shape;2458;p40"/>
          <p:cNvSpPr txBox="1">
            <a:spLocks noGrp="1"/>
          </p:cNvSpPr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 sz="2400"/>
          </a:p>
        </p:txBody>
      </p:sp>
      <p:graphicFrame>
        <p:nvGraphicFramePr>
          <p:cNvPr id="3" name="Google Shape;2460;p40">
            <a:extLst>
              <a:ext uri="{FF2B5EF4-FFF2-40B4-BE49-F238E27FC236}">
                <a16:creationId xmlns:a16="http://schemas.microsoft.com/office/drawing/2014/main" id="{5B70A093-9069-5E43-6CFF-D5BE1DE4EE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9180219"/>
              </p:ext>
            </p:extLst>
          </p:nvPr>
        </p:nvGraphicFramePr>
        <p:xfrm>
          <a:off x="457200" y="1667937"/>
          <a:ext cx="8229625" cy="507650"/>
        </p:xfrm>
        <a:graphic>
          <a:graphicData uri="http://schemas.openxmlformats.org/drawingml/2006/table">
            <a:tbl>
              <a:tblPr>
                <a:noFill/>
                <a:tableStyleId>{8EFE8D26-381A-4F8C-B453-DEADE879D0B3}</a:tableStyleId>
              </a:tblPr>
              <a:tblGrid>
                <a:gridCol w="164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7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Industry</a:t>
                      </a:r>
                      <a:endParaRPr sz="1800" b="1">
                        <a:solidFill>
                          <a:srgbClr val="FFFFFF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Fira Sans Extra Condensed"/>
                          <a:sym typeface="Arial"/>
                        </a:rPr>
                        <a:t>Motivation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Fira Sans Extra Condensed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Data Summary</a:t>
                      </a:r>
                      <a:endParaRPr sz="1800" b="1">
                        <a:solidFill>
                          <a:srgbClr val="FFFFFF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2460;p40">
            <a:extLst>
              <a:ext uri="{FF2B5EF4-FFF2-40B4-BE49-F238E27FC236}">
                <a16:creationId xmlns:a16="http://schemas.microsoft.com/office/drawing/2014/main" id="{807F6E4C-EB41-73B2-374C-F11E741530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1800016"/>
              </p:ext>
            </p:extLst>
          </p:nvPr>
        </p:nvGraphicFramePr>
        <p:xfrm>
          <a:off x="456825" y="3769412"/>
          <a:ext cx="8229625" cy="507650"/>
        </p:xfrm>
        <a:graphic>
          <a:graphicData uri="http://schemas.openxmlformats.org/drawingml/2006/table">
            <a:tbl>
              <a:tblPr>
                <a:noFill/>
                <a:tableStyleId>{8EFE8D26-381A-4F8C-B453-DEADE879D0B3}</a:tableStyleId>
              </a:tblPr>
              <a:tblGrid>
                <a:gridCol w="164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7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Model Overview</a:t>
                      </a:r>
                      <a:endParaRPr sz="1800" b="1">
                        <a:solidFill>
                          <a:srgbClr val="FFFFFF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Fira Sans Extra Condensed"/>
                          <a:sym typeface="Arial"/>
                        </a:rPr>
                        <a:t>Evaluation</a:t>
                      </a:r>
                      <a:endParaRPr sz="1800" b="1" i="0" u="none" strike="noStrike" cap="none">
                        <a:solidFill>
                          <a:srgbClr val="FFFFFF"/>
                        </a:solidFill>
                        <a:latin typeface="Fira Sans Extra Condensed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Business Value</a:t>
                      </a:r>
                      <a:endParaRPr sz="1800" b="1">
                        <a:solidFill>
                          <a:srgbClr val="FFFFFF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Google Shape;2768;p45">
            <a:extLst>
              <a:ext uri="{FF2B5EF4-FFF2-40B4-BE49-F238E27FC236}">
                <a16:creationId xmlns:a16="http://schemas.microsoft.com/office/drawing/2014/main" id="{42C87C3D-6EFA-5644-CD70-7D8E16804728}"/>
              </a:ext>
            </a:extLst>
          </p:cNvPr>
          <p:cNvSpPr/>
          <p:nvPr/>
        </p:nvSpPr>
        <p:spPr>
          <a:xfrm flipH="1">
            <a:off x="456825" y="1160188"/>
            <a:ext cx="427800" cy="427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6" name="Google Shape;2768;p45">
            <a:extLst>
              <a:ext uri="{FF2B5EF4-FFF2-40B4-BE49-F238E27FC236}">
                <a16:creationId xmlns:a16="http://schemas.microsoft.com/office/drawing/2014/main" id="{8900722D-1A22-7779-2DF2-BF771CF40BA5}"/>
              </a:ext>
            </a:extLst>
          </p:cNvPr>
          <p:cNvSpPr/>
          <p:nvPr/>
        </p:nvSpPr>
        <p:spPr>
          <a:xfrm flipH="1">
            <a:off x="3748925" y="1200163"/>
            <a:ext cx="427800" cy="427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7" name="Google Shape;2768;p45">
            <a:extLst>
              <a:ext uri="{FF2B5EF4-FFF2-40B4-BE49-F238E27FC236}">
                <a16:creationId xmlns:a16="http://schemas.microsoft.com/office/drawing/2014/main" id="{92B00C89-17E5-2A99-A8FA-1B2BA284E19B}"/>
              </a:ext>
            </a:extLst>
          </p:cNvPr>
          <p:cNvSpPr/>
          <p:nvPr/>
        </p:nvSpPr>
        <p:spPr>
          <a:xfrm flipH="1">
            <a:off x="7040650" y="1200163"/>
            <a:ext cx="427800" cy="4278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8" name="Google Shape;2768;p45">
            <a:extLst>
              <a:ext uri="{FF2B5EF4-FFF2-40B4-BE49-F238E27FC236}">
                <a16:creationId xmlns:a16="http://schemas.microsoft.com/office/drawing/2014/main" id="{3FB471A8-F993-70F4-2A7E-7586DA418B4F}"/>
              </a:ext>
            </a:extLst>
          </p:cNvPr>
          <p:cNvSpPr/>
          <p:nvPr/>
        </p:nvSpPr>
        <p:spPr>
          <a:xfrm flipH="1">
            <a:off x="456825" y="3274010"/>
            <a:ext cx="427800" cy="4278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9" name="Google Shape;2768;p45">
            <a:extLst>
              <a:ext uri="{FF2B5EF4-FFF2-40B4-BE49-F238E27FC236}">
                <a16:creationId xmlns:a16="http://schemas.microsoft.com/office/drawing/2014/main" id="{7EEB7D17-9634-63FF-1D3A-31B729F06593}"/>
              </a:ext>
            </a:extLst>
          </p:cNvPr>
          <p:cNvSpPr/>
          <p:nvPr/>
        </p:nvSpPr>
        <p:spPr>
          <a:xfrm flipH="1">
            <a:off x="3748925" y="3274010"/>
            <a:ext cx="427800" cy="427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0" name="Google Shape;2768;p45">
            <a:extLst>
              <a:ext uri="{FF2B5EF4-FFF2-40B4-BE49-F238E27FC236}">
                <a16:creationId xmlns:a16="http://schemas.microsoft.com/office/drawing/2014/main" id="{4C28DDFC-0A21-B481-85C7-DCB1F0E617E4}"/>
              </a:ext>
            </a:extLst>
          </p:cNvPr>
          <p:cNvSpPr/>
          <p:nvPr/>
        </p:nvSpPr>
        <p:spPr>
          <a:xfrm flipH="1">
            <a:off x="7040650" y="3274010"/>
            <a:ext cx="427800" cy="427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6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2A58E-DC5B-CF57-6247-38EEC4E4A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10400"/>
            <a:ext cx="8375100" cy="572700"/>
          </a:xfrm>
        </p:spPr>
        <p:txBody>
          <a:bodyPr/>
          <a:lstStyle/>
          <a:p>
            <a:r>
              <a:rPr lang="en-US"/>
              <a:t>Industry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FC6AA7-405D-D713-2301-C86CA56EA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375100" cy="3416400"/>
          </a:xfrm>
        </p:spPr>
        <p:txBody>
          <a:bodyPr/>
          <a:lstStyle/>
          <a:p>
            <a:r>
              <a:rPr lang="en-US" sz="1800"/>
              <a:t>The primary application of this tool is combating misinformation by focusing on fake news detection.</a:t>
            </a:r>
          </a:p>
          <a:p>
            <a:r>
              <a:rPr lang="en-US" sz="1800"/>
              <a:t>Fake news detection is critical in various industries, including:</a:t>
            </a:r>
          </a:p>
          <a:p>
            <a:pPr lvl="1">
              <a:lnSpc>
                <a:spcPct val="100000"/>
              </a:lnSpc>
            </a:pPr>
            <a:r>
              <a:rPr lang="en-US" sz="1600"/>
              <a:t>Social Media</a:t>
            </a:r>
          </a:p>
          <a:p>
            <a:pPr lvl="1">
              <a:lnSpc>
                <a:spcPct val="100000"/>
              </a:lnSpc>
            </a:pPr>
            <a:r>
              <a:rPr lang="en-US" sz="1600"/>
              <a:t>Journalism</a:t>
            </a:r>
          </a:p>
          <a:p>
            <a:pPr lvl="1">
              <a:lnSpc>
                <a:spcPct val="100000"/>
              </a:lnSpc>
            </a:pPr>
            <a:r>
              <a:rPr lang="en-US" sz="1600"/>
              <a:t>Technology</a:t>
            </a:r>
          </a:p>
          <a:p>
            <a:pPr lvl="1">
              <a:lnSpc>
                <a:spcPct val="100000"/>
              </a:lnSpc>
            </a:pPr>
            <a:r>
              <a:rPr lang="en-US" sz="1600"/>
              <a:t>Government</a:t>
            </a:r>
          </a:p>
          <a:p>
            <a:pPr lvl="1">
              <a:lnSpc>
                <a:spcPct val="100000"/>
              </a:lnSpc>
            </a:pPr>
            <a:r>
              <a:rPr lang="en-US" sz="1600"/>
              <a:t>Healthcare</a:t>
            </a:r>
          </a:p>
          <a:p>
            <a:pPr lvl="1">
              <a:lnSpc>
                <a:spcPct val="100000"/>
              </a:lnSpc>
            </a:pPr>
            <a:r>
              <a:rPr lang="en-US" sz="1600"/>
              <a:t>Etc.</a:t>
            </a:r>
          </a:p>
        </p:txBody>
      </p:sp>
      <p:grpSp>
        <p:nvGrpSpPr>
          <p:cNvPr id="6" name="Google Shape;2284;p38">
            <a:extLst>
              <a:ext uri="{FF2B5EF4-FFF2-40B4-BE49-F238E27FC236}">
                <a16:creationId xmlns:a16="http://schemas.microsoft.com/office/drawing/2014/main" id="{05337AD9-B80B-F878-EB8E-48EB0AFB8449}"/>
              </a:ext>
            </a:extLst>
          </p:cNvPr>
          <p:cNvGrpSpPr/>
          <p:nvPr/>
        </p:nvGrpSpPr>
        <p:grpSpPr>
          <a:xfrm>
            <a:off x="7504279" y="1740161"/>
            <a:ext cx="1639721" cy="3403339"/>
            <a:chOff x="574846" y="1494582"/>
            <a:chExt cx="1374106" cy="2852040"/>
          </a:xfrm>
        </p:grpSpPr>
        <p:sp>
          <p:nvSpPr>
            <p:cNvPr id="7" name="Google Shape;2285;p38">
              <a:extLst>
                <a:ext uri="{FF2B5EF4-FFF2-40B4-BE49-F238E27FC236}">
                  <a16:creationId xmlns:a16="http://schemas.microsoft.com/office/drawing/2014/main" id="{CC91A733-C57B-EC1F-D678-EDFADBA986FB}"/>
                </a:ext>
              </a:extLst>
            </p:cNvPr>
            <p:cNvSpPr/>
            <p:nvPr/>
          </p:nvSpPr>
          <p:spPr>
            <a:xfrm>
              <a:off x="719118" y="2356943"/>
              <a:ext cx="1229834" cy="1229761"/>
            </a:xfrm>
            <a:custGeom>
              <a:avLst/>
              <a:gdLst/>
              <a:ahLst/>
              <a:cxnLst/>
              <a:rect l="l" t="t" r="r" b="b"/>
              <a:pathLst>
                <a:path w="16708" h="16707" extrusionOk="0">
                  <a:moveTo>
                    <a:pt x="16707" y="8354"/>
                  </a:moveTo>
                  <a:cubicBezTo>
                    <a:pt x="16707" y="12963"/>
                    <a:pt x="12964" y="16707"/>
                    <a:pt x="8354" y="16707"/>
                  </a:cubicBezTo>
                  <a:cubicBezTo>
                    <a:pt x="3739" y="16707"/>
                    <a:pt x="1" y="12963"/>
                    <a:pt x="1" y="8354"/>
                  </a:cubicBezTo>
                  <a:cubicBezTo>
                    <a:pt x="1" y="3739"/>
                    <a:pt x="3739" y="1"/>
                    <a:pt x="8354" y="1"/>
                  </a:cubicBezTo>
                  <a:cubicBezTo>
                    <a:pt x="12964" y="1"/>
                    <a:pt x="16707" y="3739"/>
                    <a:pt x="16707" y="83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286;p38">
              <a:extLst>
                <a:ext uri="{FF2B5EF4-FFF2-40B4-BE49-F238E27FC236}">
                  <a16:creationId xmlns:a16="http://schemas.microsoft.com/office/drawing/2014/main" id="{5B3BC791-0C8C-BC5A-65BC-625B662135BF}"/>
                </a:ext>
              </a:extLst>
            </p:cNvPr>
            <p:cNvSpPr/>
            <p:nvPr/>
          </p:nvSpPr>
          <p:spPr>
            <a:xfrm>
              <a:off x="1128894" y="4233560"/>
              <a:ext cx="568692" cy="106363"/>
            </a:xfrm>
            <a:custGeom>
              <a:avLst/>
              <a:gdLst/>
              <a:ahLst/>
              <a:cxnLst/>
              <a:rect l="l" t="t" r="r" b="b"/>
              <a:pathLst>
                <a:path w="7726" h="1445" extrusionOk="0">
                  <a:moveTo>
                    <a:pt x="7726" y="720"/>
                  </a:moveTo>
                  <a:cubicBezTo>
                    <a:pt x="7726" y="1120"/>
                    <a:pt x="5998" y="1444"/>
                    <a:pt x="3866" y="1444"/>
                  </a:cubicBezTo>
                  <a:cubicBezTo>
                    <a:pt x="1728" y="1444"/>
                    <a:pt x="1" y="1120"/>
                    <a:pt x="1" y="720"/>
                  </a:cubicBezTo>
                  <a:cubicBezTo>
                    <a:pt x="1" y="325"/>
                    <a:pt x="1728" y="1"/>
                    <a:pt x="3866" y="1"/>
                  </a:cubicBezTo>
                  <a:cubicBezTo>
                    <a:pt x="5998" y="1"/>
                    <a:pt x="7726" y="325"/>
                    <a:pt x="7726" y="7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287;p38">
              <a:extLst>
                <a:ext uri="{FF2B5EF4-FFF2-40B4-BE49-F238E27FC236}">
                  <a16:creationId xmlns:a16="http://schemas.microsoft.com/office/drawing/2014/main" id="{3CD0E68B-C5B3-FF50-BD9E-AE503D69CB90}"/>
                </a:ext>
              </a:extLst>
            </p:cNvPr>
            <p:cNvSpPr/>
            <p:nvPr/>
          </p:nvSpPr>
          <p:spPr>
            <a:xfrm>
              <a:off x="574846" y="2468826"/>
              <a:ext cx="164145" cy="173051"/>
            </a:xfrm>
            <a:custGeom>
              <a:avLst/>
              <a:gdLst/>
              <a:ahLst/>
              <a:cxnLst/>
              <a:rect l="l" t="t" r="r" b="b"/>
              <a:pathLst>
                <a:path w="2230" h="2351" extrusionOk="0">
                  <a:moveTo>
                    <a:pt x="41" y="988"/>
                  </a:moveTo>
                  <a:cubicBezTo>
                    <a:pt x="132" y="897"/>
                    <a:pt x="259" y="978"/>
                    <a:pt x="335" y="1029"/>
                  </a:cubicBezTo>
                  <a:lnTo>
                    <a:pt x="365" y="1054"/>
                  </a:lnTo>
                  <a:cubicBezTo>
                    <a:pt x="406" y="1074"/>
                    <a:pt x="664" y="1256"/>
                    <a:pt x="704" y="1282"/>
                  </a:cubicBezTo>
                  <a:cubicBezTo>
                    <a:pt x="664" y="1236"/>
                    <a:pt x="400" y="1039"/>
                    <a:pt x="360" y="998"/>
                  </a:cubicBezTo>
                  <a:cubicBezTo>
                    <a:pt x="345" y="978"/>
                    <a:pt x="325" y="963"/>
                    <a:pt x="304" y="942"/>
                  </a:cubicBezTo>
                  <a:cubicBezTo>
                    <a:pt x="243" y="892"/>
                    <a:pt x="188" y="841"/>
                    <a:pt x="147" y="765"/>
                  </a:cubicBezTo>
                  <a:cubicBezTo>
                    <a:pt x="107" y="694"/>
                    <a:pt x="71" y="598"/>
                    <a:pt x="112" y="522"/>
                  </a:cubicBezTo>
                  <a:cubicBezTo>
                    <a:pt x="152" y="436"/>
                    <a:pt x="264" y="476"/>
                    <a:pt x="319" y="512"/>
                  </a:cubicBezTo>
                  <a:cubicBezTo>
                    <a:pt x="390" y="562"/>
                    <a:pt x="441" y="633"/>
                    <a:pt x="502" y="689"/>
                  </a:cubicBezTo>
                  <a:cubicBezTo>
                    <a:pt x="634" y="811"/>
                    <a:pt x="780" y="912"/>
                    <a:pt x="917" y="1029"/>
                  </a:cubicBezTo>
                  <a:cubicBezTo>
                    <a:pt x="831" y="953"/>
                    <a:pt x="583" y="659"/>
                    <a:pt x="542" y="598"/>
                  </a:cubicBezTo>
                  <a:cubicBezTo>
                    <a:pt x="497" y="517"/>
                    <a:pt x="461" y="441"/>
                    <a:pt x="426" y="329"/>
                  </a:cubicBezTo>
                  <a:cubicBezTo>
                    <a:pt x="416" y="289"/>
                    <a:pt x="416" y="243"/>
                    <a:pt x="421" y="203"/>
                  </a:cubicBezTo>
                  <a:cubicBezTo>
                    <a:pt x="431" y="142"/>
                    <a:pt x="466" y="102"/>
                    <a:pt x="512" y="91"/>
                  </a:cubicBezTo>
                  <a:cubicBezTo>
                    <a:pt x="527" y="86"/>
                    <a:pt x="547" y="86"/>
                    <a:pt x="563" y="86"/>
                  </a:cubicBezTo>
                  <a:cubicBezTo>
                    <a:pt x="659" y="102"/>
                    <a:pt x="709" y="203"/>
                    <a:pt x="755" y="279"/>
                  </a:cubicBezTo>
                  <a:cubicBezTo>
                    <a:pt x="816" y="370"/>
                    <a:pt x="861" y="471"/>
                    <a:pt x="917" y="568"/>
                  </a:cubicBezTo>
                  <a:cubicBezTo>
                    <a:pt x="948" y="623"/>
                    <a:pt x="988" y="669"/>
                    <a:pt x="1024" y="725"/>
                  </a:cubicBezTo>
                  <a:cubicBezTo>
                    <a:pt x="1049" y="765"/>
                    <a:pt x="1100" y="801"/>
                    <a:pt x="1115" y="841"/>
                  </a:cubicBezTo>
                  <a:cubicBezTo>
                    <a:pt x="1039" y="674"/>
                    <a:pt x="983" y="497"/>
                    <a:pt x="953" y="314"/>
                  </a:cubicBezTo>
                  <a:cubicBezTo>
                    <a:pt x="943" y="259"/>
                    <a:pt x="932" y="188"/>
                    <a:pt x="953" y="127"/>
                  </a:cubicBezTo>
                  <a:cubicBezTo>
                    <a:pt x="973" y="61"/>
                    <a:pt x="1039" y="0"/>
                    <a:pt x="1115" y="10"/>
                  </a:cubicBezTo>
                  <a:cubicBezTo>
                    <a:pt x="1246" y="20"/>
                    <a:pt x="1272" y="198"/>
                    <a:pt x="1277" y="259"/>
                  </a:cubicBezTo>
                  <a:cubicBezTo>
                    <a:pt x="1327" y="613"/>
                    <a:pt x="1500" y="953"/>
                    <a:pt x="1753" y="1206"/>
                  </a:cubicBezTo>
                  <a:cubicBezTo>
                    <a:pt x="1768" y="1044"/>
                    <a:pt x="1794" y="877"/>
                    <a:pt x="1844" y="709"/>
                  </a:cubicBezTo>
                  <a:cubicBezTo>
                    <a:pt x="1859" y="654"/>
                    <a:pt x="1880" y="593"/>
                    <a:pt x="1920" y="542"/>
                  </a:cubicBezTo>
                  <a:cubicBezTo>
                    <a:pt x="1956" y="492"/>
                    <a:pt x="2032" y="451"/>
                    <a:pt x="2103" y="471"/>
                  </a:cubicBezTo>
                  <a:cubicBezTo>
                    <a:pt x="2153" y="487"/>
                    <a:pt x="2199" y="537"/>
                    <a:pt x="2214" y="598"/>
                  </a:cubicBezTo>
                  <a:cubicBezTo>
                    <a:pt x="2229" y="649"/>
                    <a:pt x="2229" y="704"/>
                    <a:pt x="2219" y="755"/>
                  </a:cubicBezTo>
                  <a:cubicBezTo>
                    <a:pt x="2209" y="871"/>
                    <a:pt x="2184" y="993"/>
                    <a:pt x="2158" y="1105"/>
                  </a:cubicBezTo>
                  <a:cubicBezTo>
                    <a:pt x="2138" y="1191"/>
                    <a:pt x="2118" y="1282"/>
                    <a:pt x="2103" y="1373"/>
                  </a:cubicBezTo>
                  <a:cubicBezTo>
                    <a:pt x="2072" y="1581"/>
                    <a:pt x="2087" y="1763"/>
                    <a:pt x="2153" y="1976"/>
                  </a:cubicBezTo>
                  <a:cubicBezTo>
                    <a:pt x="2163" y="2006"/>
                    <a:pt x="2163" y="2006"/>
                    <a:pt x="1870" y="2158"/>
                  </a:cubicBezTo>
                  <a:cubicBezTo>
                    <a:pt x="1819" y="2189"/>
                    <a:pt x="1778" y="2209"/>
                    <a:pt x="1768" y="2214"/>
                  </a:cubicBezTo>
                  <a:cubicBezTo>
                    <a:pt x="1763" y="2219"/>
                    <a:pt x="1748" y="2229"/>
                    <a:pt x="1728" y="2239"/>
                  </a:cubicBezTo>
                  <a:cubicBezTo>
                    <a:pt x="1601" y="2325"/>
                    <a:pt x="1566" y="2351"/>
                    <a:pt x="1545" y="2351"/>
                  </a:cubicBezTo>
                  <a:cubicBezTo>
                    <a:pt x="1540" y="2351"/>
                    <a:pt x="1535" y="2351"/>
                    <a:pt x="1525" y="2341"/>
                  </a:cubicBezTo>
                  <a:cubicBezTo>
                    <a:pt x="1338" y="2158"/>
                    <a:pt x="1105" y="2016"/>
                    <a:pt x="887" y="1869"/>
                  </a:cubicBezTo>
                  <a:cubicBezTo>
                    <a:pt x="659" y="1712"/>
                    <a:pt x="466" y="1520"/>
                    <a:pt x="243" y="1348"/>
                  </a:cubicBezTo>
                  <a:cubicBezTo>
                    <a:pt x="223" y="1332"/>
                    <a:pt x="198" y="1312"/>
                    <a:pt x="173" y="1297"/>
                  </a:cubicBezTo>
                  <a:cubicBezTo>
                    <a:pt x="107" y="1246"/>
                    <a:pt x="16" y="1191"/>
                    <a:pt x="5" y="1094"/>
                  </a:cubicBezTo>
                  <a:cubicBezTo>
                    <a:pt x="0" y="1054"/>
                    <a:pt x="10" y="1013"/>
                    <a:pt x="41" y="988"/>
                  </a:cubicBezTo>
                  <a:close/>
                </a:path>
              </a:pathLst>
            </a:custGeom>
            <a:solidFill>
              <a:srgbClr val="FBB7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288;p38">
              <a:extLst>
                <a:ext uri="{FF2B5EF4-FFF2-40B4-BE49-F238E27FC236}">
                  <a16:creationId xmlns:a16="http://schemas.microsoft.com/office/drawing/2014/main" id="{9961C3E0-8A9F-9A68-17BE-A97C630F082D}"/>
                </a:ext>
              </a:extLst>
            </p:cNvPr>
            <p:cNvSpPr/>
            <p:nvPr/>
          </p:nvSpPr>
          <p:spPr>
            <a:xfrm>
              <a:off x="632628" y="2534410"/>
              <a:ext cx="42545" cy="42619"/>
            </a:xfrm>
            <a:custGeom>
              <a:avLst/>
              <a:gdLst/>
              <a:ahLst/>
              <a:cxnLst/>
              <a:rect l="l" t="t" r="r" b="b"/>
              <a:pathLst>
                <a:path w="578" h="579" extrusionOk="0">
                  <a:moveTo>
                    <a:pt x="558" y="1"/>
                  </a:moveTo>
                  <a:cubicBezTo>
                    <a:pt x="416" y="16"/>
                    <a:pt x="284" y="87"/>
                    <a:pt x="183" y="183"/>
                  </a:cubicBezTo>
                  <a:cubicBezTo>
                    <a:pt x="82" y="284"/>
                    <a:pt x="16" y="421"/>
                    <a:pt x="0" y="558"/>
                  </a:cubicBezTo>
                  <a:cubicBezTo>
                    <a:pt x="0" y="568"/>
                    <a:pt x="6" y="573"/>
                    <a:pt x="16" y="578"/>
                  </a:cubicBezTo>
                  <a:cubicBezTo>
                    <a:pt x="21" y="578"/>
                    <a:pt x="31" y="573"/>
                    <a:pt x="31" y="563"/>
                  </a:cubicBezTo>
                  <a:cubicBezTo>
                    <a:pt x="66" y="436"/>
                    <a:pt x="127" y="315"/>
                    <a:pt x="223" y="224"/>
                  </a:cubicBezTo>
                  <a:cubicBezTo>
                    <a:pt x="315" y="132"/>
                    <a:pt x="436" y="67"/>
                    <a:pt x="563" y="31"/>
                  </a:cubicBezTo>
                  <a:cubicBezTo>
                    <a:pt x="573" y="31"/>
                    <a:pt x="578" y="21"/>
                    <a:pt x="573" y="11"/>
                  </a:cubicBezTo>
                  <a:cubicBezTo>
                    <a:pt x="573" y="6"/>
                    <a:pt x="563" y="1"/>
                    <a:pt x="558" y="1"/>
                  </a:cubicBezTo>
                  <a:close/>
                </a:path>
              </a:pathLst>
            </a:custGeom>
            <a:solidFill>
              <a:srgbClr val="E19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289;p38">
              <a:extLst>
                <a:ext uri="{FF2B5EF4-FFF2-40B4-BE49-F238E27FC236}">
                  <a16:creationId xmlns:a16="http://schemas.microsoft.com/office/drawing/2014/main" id="{6CBC1933-D23F-BA1C-47FD-E8BDF5A58312}"/>
                </a:ext>
              </a:extLst>
            </p:cNvPr>
            <p:cNvSpPr/>
            <p:nvPr/>
          </p:nvSpPr>
          <p:spPr>
            <a:xfrm>
              <a:off x="684448" y="2560172"/>
              <a:ext cx="17960" cy="38055"/>
            </a:xfrm>
            <a:custGeom>
              <a:avLst/>
              <a:gdLst/>
              <a:ahLst/>
              <a:cxnLst/>
              <a:rect l="l" t="t" r="r" b="b"/>
              <a:pathLst>
                <a:path w="244" h="517" extrusionOk="0">
                  <a:moveTo>
                    <a:pt x="223" y="0"/>
                  </a:moveTo>
                  <a:cubicBezTo>
                    <a:pt x="173" y="15"/>
                    <a:pt x="132" y="56"/>
                    <a:pt x="102" y="91"/>
                  </a:cubicBezTo>
                  <a:cubicBezTo>
                    <a:pt x="72" y="132"/>
                    <a:pt x="51" y="178"/>
                    <a:pt x="36" y="218"/>
                  </a:cubicBezTo>
                  <a:cubicBezTo>
                    <a:pt x="1" y="314"/>
                    <a:pt x="6" y="416"/>
                    <a:pt x="26" y="507"/>
                  </a:cubicBezTo>
                  <a:cubicBezTo>
                    <a:pt x="31" y="512"/>
                    <a:pt x="36" y="517"/>
                    <a:pt x="46" y="517"/>
                  </a:cubicBezTo>
                  <a:cubicBezTo>
                    <a:pt x="51" y="517"/>
                    <a:pt x="56" y="512"/>
                    <a:pt x="56" y="502"/>
                  </a:cubicBezTo>
                  <a:cubicBezTo>
                    <a:pt x="72" y="411"/>
                    <a:pt x="72" y="324"/>
                    <a:pt x="107" y="248"/>
                  </a:cubicBezTo>
                  <a:cubicBezTo>
                    <a:pt x="117" y="203"/>
                    <a:pt x="137" y="167"/>
                    <a:pt x="158" y="127"/>
                  </a:cubicBezTo>
                  <a:cubicBezTo>
                    <a:pt x="178" y="91"/>
                    <a:pt x="203" y="56"/>
                    <a:pt x="234" y="31"/>
                  </a:cubicBezTo>
                  <a:lnTo>
                    <a:pt x="239" y="31"/>
                  </a:lnTo>
                  <a:cubicBezTo>
                    <a:pt x="244" y="21"/>
                    <a:pt x="244" y="15"/>
                    <a:pt x="239" y="5"/>
                  </a:cubicBezTo>
                  <a:cubicBezTo>
                    <a:pt x="234" y="0"/>
                    <a:pt x="229" y="0"/>
                    <a:pt x="223" y="0"/>
                  </a:cubicBezTo>
                  <a:close/>
                </a:path>
              </a:pathLst>
            </a:custGeom>
            <a:solidFill>
              <a:srgbClr val="E19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290;p38">
              <a:extLst>
                <a:ext uri="{FF2B5EF4-FFF2-40B4-BE49-F238E27FC236}">
                  <a16:creationId xmlns:a16="http://schemas.microsoft.com/office/drawing/2014/main" id="{6F5ECB43-3481-A7C6-2511-B74DD0C8B02B}"/>
                </a:ext>
              </a:extLst>
            </p:cNvPr>
            <p:cNvSpPr/>
            <p:nvPr/>
          </p:nvSpPr>
          <p:spPr>
            <a:xfrm>
              <a:off x="1748968" y="2284587"/>
              <a:ext cx="164513" cy="173125"/>
            </a:xfrm>
            <a:custGeom>
              <a:avLst/>
              <a:gdLst/>
              <a:ahLst/>
              <a:cxnLst/>
              <a:rect l="l" t="t" r="r" b="b"/>
              <a:pathLst>
                <a:path w="2235" h="2352" extrusionOk="0">
                  <a:moveTo>
                    <a:pt x="2189" y="984"/>
                  </a:moveTo>
                  <a:cubicBezTo>
                    <a:pt x="2098" y="892"/>
                    <a:pt x="1971" y="978"/>
                    <a:pt x="1895" y="1029"/>
                  </a:cubicBezTo>
                  <a:lnTo>
                    <a:pt x="1865" y="1049"/>
                  </a:lnTo>
                  <a:cubicBezTo>
                    <a:pt x="1824" y="1075"/>
                    <a:pt x="1566" y="1252"/>
                    <a:pt x="1531" y="1277"/>
                  </a:cubicBezTo>
                  <a:cubicBezTo>
                    <a:pt x="1566" y="1237"/>
                    <a:pt x="1830" y="1034"/>
                    <a:pt x="1870" y="994"/>
                  </a:cubicBezTo>
                  <a:cubicBezTo>
                    <a:pt x="1890" y="973"/>
                    <a:pt x="1911" y="958"/>
                    <a:pt x="1931" y="938"/>
                  </a:cubicBezTo>
                  <a:cubicBezTo>
                    <a:pt x="1987" y="887"/>
                    <a:pt x="2047" y="837"/>
                    <a:pt x="2088" y="761"/>
                  </a:cubicBezTo>
                  <a:cubicBezTo>
                    <a:pt x="2123" y="690"/>
                    <a:pt x="2159" y="593"/>
                    <a:pt x="2118" y="518"/>
                  </a:cubicBezTo>
                  <a:cubicBezTo>
                    <a:pt x="2078" y="436"/>
                    <a:pt x="1966" y="472"/>
                    <a:pt x="1911" y="507"/>
                  </a:cubicBezTo>
                  <a:cubicBezTo>
                    <a:pt x="1840" y="558"/>
                    <a:pt x="1789" y="629"/>
                    <a:pt x="1728" y="685"/>
                  </a:cubicBezTo>
                  <a:cubicBezTo>
                    <a:pt x="1597" y="806"/>
                    <a:pt x="1450" y="908"/>
                    <a:pt x="1318" y="1024"/>
                  </a:cubicBezTo>
                  <a:cubicBezTo>
                    <a:pt x="1404" y="948"/>
                    <a:pt x="1647" y="654"/>
                    <a:pt x="1688" y="593"/>
                  </a:cubicBezTo>
                  <a:cubicBezTo>
                    <a:pt x="1738" y="518"/>
                    <a:pt x="1769" y="436"/>
                    <a:pt x="1804" y="325"/>
                  </a:cubicBezTo>
                  <a:cubicBezTo>
                    <a:pt x="1814" y="284"/>
                    <a:pt x="1819" y="239"/>
                    <a:pt x="1809" y="198"/>
                  </a:cubicBezTo>
                  <a:cubicBezTo>
                    <a:pt x="1799" y="138"/>
                    <a:pt x="1764" y="97"/>
                    <a:pt x="1723" y="87"/>
                  </a:cubicBezTo>
                  <a:cubicBezTo>
                    <a:pt x="1703" y="82"/>
                    <a:pt x="1683" y="82"/>
                    <a:pt x="1667" y="87"/>
                  </a:cubicBezTo>
                  <a:cubicBezTo>
                    <a:pt x="1571" y="97"/>
                    <a:pt x="1521" y="198"/>
                    <a:pt x="1475" y="274"/>
                  </a:cubicBezTo>
                  <a:cubicBezTo>
                    <a:pt x="1414" y="371"/>
                    <a:pt x="1369" y="467"/>
                    <a:pt x="1313" y="563"/>
                  </a:cubicBezTo>
                  <a:cubicBezTo>
                    <a:pt x="1282" y="619"/>
                    <a:pt x="1242" y="669"/>
                    <a:pt x="1206" y="720"/>
                  </a:cubicBezTo>
                  <a:cubicBezTo>
                    <a:pt x="1181" y="761"/>
                    <a:pt x="1130" y="801"/>
                    <a:pt x="1115" y="837"/>
                  </a:cubicBezTo>
                  <a:cubicBezTo>
                    <a:pt x="1191" y="669"/>
                    <a:pt x="1247" y="492"/>
                    <a:pt x="1277" y="310"/>
                  </a:cubicBezTo>
                  <a:cubicBezTo>
                    <a:pt x="1288" y="254"/>
                    <a:pt x="1298" y="188"/>
                    <a:pt x="1277" y="122"/>
                  </a:cubicBezTo>
                  <a:cubicBezTo>
                    <a:pt x="1257" y="57"/>
                    <a:pt x="1196" y="1"/>
                    <a:pt x="1115" y="6"/>
                  </a:cubicBezTo>
                  <a:cubicBezTo>
                    <a:pt x="984" y="16"/>
                    <a:pt x="963" y="193"/>
                    <a:pt x="953" y="254"/>
                  </a:cubicBezTo>
                  <a:cubicBezTo>
                    <a:pt x="903" y="609"/>
                    <a:pt x="730" y="948"/>
                    <a:pt x="477" y="1201"/>
                  </a:cubicBezTo>
                  <a:cubicBezTo>
                    <a:pt x="462" y="1039"/>
                    <a:pt x="437" y="872"/>
                    <a:pt x="386" y="705"/>
                  </a:cubicBezTo>
                  <a:cubicBezTo>
                    <a:pt x="371" y="649"/>
                    <a:pt x="355" y="588"/>
                    <a:pt x="315" y="538"/>
                  </a:cubicBezTo>
                  <a:cubicBezTo>
                    <a:pt x="274" y="487"/>
                    <a:pt x="203" y="447"/>
                    <a:pt x="127" y="467"/>
                  </a:cubicBezTo>
                  <a:cubicBezTo>
                    <a:pt x="77" y="482"/>
                    <a:pt x="31" y="533"/>
                    <a:pt x="16" y="593"/>
                  </a:cubicBezTo>
                  <a:cubicBezTo>
                    <a:pt x="1" y="649"/>
                    <a:pt x="6" y="705"/>
                    <a:pt x="11" y="751"/>
                  </a:cubicBezTo>
                  <a:cubicBezTo>
                    <a:pt x="21" y="867"/>
                    <a:pt x="52" y="989"/>
                    <a:pt x="72" y="1100"/>
                  </a:cubicBezTo>
                  <a:cubicBezTo>
                    <a:pt x="92" y="1191"/>
                    <a:pt x="112" y="1277"/>
                    <a:pt x="127" y="1369"/>
                  </a:cubicBezTo>
                  <a:cubicBezTo>
                    <a:pt x="158" y="1576"/>
                    <a:pt x="143" y="1759"/>
                    <a:pt x="77" y="1971"/>
                  </a:cubicBezTo>
                  <a:cubicBezTo>
                    <a:pt x="67" y="2002"/>
                    <a:pt x="67" y="2002"/>
                    <a:pt x="361" y="2159"/>
                  </a:cubicBezTo>
                  <a:cubicBezTo>
                    <a:pt x="411" y="2184"/>
                    <a:pt x="457" y="2204"/>
                    <a:pt x="467" y="2209"/>
                  </a:cubicBezTo>
                  <a:cubicBezTo>
                    <a:pt x="467" y="2214"/>
                    <a:pt x="482" y="2225"/>
                    <a:pt x="502" y="2240"/>
                  </a:cubicBezTo>
                  <a:cubicBezTo>
                    <a:pt x="629" y="2326"/>
                    <a:pt x="664" y="2351"/>
                    <a:pt x="685" y="2351"/>
                  </a:cubicBezTo>
                  <a:cubicBezTo>
                    <a:pt x="695" y="2351"/>
                    <a:pt x="700" y="2346"/>
                    <a:pt x="705" y="2336"/>
                  </a:cubicBezTo>
                  <a:cubicBezTo>
                    <a:pt x="892" y="2154"/>
                    <a:pt x="1125" y="2017"/>
                    <a:pt x="1343" y="1865"/>
                  </a:cubicBezTo>
                  <a:cubicBezTo>
                    <a:pt x="1571" y="1708"/>
                    <a:pt x="1764" y="1515"/>
                    <a:pt x="1987" y="1348"/>
                  </a:cubicBezTo>
                  <a:cubicBezTo>
                    <a:pt x="2007" y="1328"/>
                    <a:pt x="2032" y="1308"/>
                    <a:pt x="2057" y="1293"/>
                  </a:cubicBezTo>
                  <a:cubicBezTo>
                    <a:pt x="2128" y="1242"/>
                    <a:pt x="2220" y="1186"/>
                    <a:pt x="2230" y="1090"/>
                  </a:cubicBezTo>
                  <a:cubicBezTo>
                    <a:pt x="2235" y="1054"/>
                    <a:pt x="2220" y="1014"/>
                    <a:pt x="2189" y="984"/>
                  </a:cubicBezTo>
                  <a:close/>
                </a:path>
              </a:pathLst>
            </a:custGeom>
            <a:solidFill>
              <a:srgbClr val="FBB7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291;p38">
              <a:extLst>
                <a:ext uri="{FF2B5EF4-FFF2-40B4-BE49-F238E27FC236}">
                  <a16:creationId xmlns:a16="http://schemas.microsoft.com/office/drawing/2014/main" id="{A2E98A55-65F5-0C88-BBA8-4B5D05D1AF76}"/>
                </a:ext>
              </a:extLst>
            </p:cNvPr>
            <p:cNvSpPr/>
            <p:nvPr/>
          </p:nvSpPr>
          <p:spPr>
            <a:xfrm>
              <a:off x="876492" y="1961745"/>
              <a:ext cx="635086" cy="664087"/>
            </a:xfrm>
            <a:custGeom>
              <a:avLst/>
              <a:gdLst/>
              <a:ahLst/>
              <a:cxnLst/>
              <a:rect l="l" t="t" r="r" b="b"/>
              <a:pathLst>
                <a:path w="8628" h="9022" extrusionOk="0">
                  <a:moveTo>
                    <a:pt x="7680" y="5810"/>
                  </a:moveTo>
                  <a:cubicBezTo>
                    <a:pt x="8156" y="5466"/>
                    <a:pt x="8627" y="5076"/>
                    <a:pt x="8288" y="4443"/>
                  </a:cubicBezTo>
                  <a:cubicBezTo>
                    <a:pt x="8151" y="4189"/>
                    <a:pt x="7923" y="3987"/>
                    <a:pt x="7741" y="3764"/>
                  </a:cubicBezTo>
                  <a:cubicBezTo>
                    <a:pt x="7401" y="3353"/>
                    <a:pt x="7477" y="3009"/>
                    <a:pt x="7492" y="2518"/>
                  </a:cubicBezTo>
                  <a:cubicBezTo>
                    <a:pt x="7508" y="2087"/>
                    <a:pt x="7391" y="1646"/>
                    <a:pt x="7168" y="1277"/>
                  </a:cubicBezTo>
                  <a:cubicBezTo>
                    <a:pt x="6606" y="350"/>
                    <a:pt x="5380" y="0"/>
                    <a:pt x="4362" y="314"/>
                  </a:cubicBezTo>
                  <a:cubicBezTo>
                    <a:pt x="3800" y="491"/>
                    <a:pt x="3308" y="866"/>
                    <a:pt x="2979" y="1347"/>
                  </a:cubicBezTo>
                  <a:cubicBezTo>
                    <a:pt x="2599" y="1900"/>
                    <a:pt x="2579" y="2558"/>
                    <a:pt x="2290" y="3136"/>
                  </a:cubicBezTo>
                  <a:cubicBezTo>
                    <a:pt x="2128" y="3455"/>
                    <a:pt x="1819" y="3602"/>
                    <a:pt x="1505" y="3738"/>
                  </a:cubicBezTo>
                  <a:cubicBezTo>
                    <a:pt x="1120" y="3911"/>
                    <a:pt x="725" y="4083"/>
                    <a:pt x="441" y="4397"/>
                  </a:cubicBezTo>
                  <a:cubicBezTo>
                    <a:pt x="122" y="4757"/>
                    <a:pt x="0" y="5410"/>
                    <a:pt x="553" y="5603"/>
                  </a:cubicBezTo>
                  <a:cubicBezTo>
                    <a:pt x="953" y="5744"/>
                    <a:pt x="1495" y="5501"/>
                    <a:pt x="1783" y="5906"/>
                  </a:cubicBezTo>
                  <a:cubicBezTo>
                    <a:pt x="1996" y="6210"/>
                    <a:pt x="1768" y="6611"/>
                    <a:pt x="1505" y="6788"/>
                  </a:cubicBezTo>
                  <a:cubicBezTo>
                    <a:pt x="1236" y="6970"/>
                    <a:pt x="654" y="7051"/>
                    <a:pt x="720" y="7502"/>
                  </a:cubicBezTo>
                  <a:cubicBezTo>
                    <a:pt x="760" y="7740"/>
                    <a:pt x="1100" y="7821"/>
                    <a:pt x="1125" y="8064"/>
                  </a:cubicBezTo>
                  <a:cubicBezTo>
                    <a:pt x="1181" y="8510"/>
                    <a:pt x="603" y="8201"/>
                    <a:pt x="406" y="8171"/>
                  </a:cubicBezTo>
                  <a:cubicBezTo>
                    <a:pt x="421" y="8171"/>
                    <a:pt x="542" y="8404"/>
                    <a:pt x="568" y="8434"/>
                  </a:cubicBezTo>
                  <a:cubicBezTo>
                    <a:pt x="649" y="8520"/>
                    <a:pt x="745" y="8591"/>
                    <a:pt x="841" y="8652"/>
                  </a:cubicBezTo>
                  <a:cubicBezTo>
                    <a:pt x="1089" y="8799"/>
                    <a:pt x="1348" y="8845"/>
                    <a:pt x="1621" y="8900"/>
                  </a:cubicBezTo>
                  <a:cubicBezTo>
                    <a:pt x="2290" y="9022"/>
                    <a:pt x="2974" y="9007"/>
                    <a:pt x="3643" y="8900"/>
                  </a:cubicBezTo>
                  <a:cubicBezTo>
                    <a:pt x="4483" y="8763"/>
                    <a:pt x="5264" y="8520"/>
                    <a:pt x="6079" y="8287"/>
                  </a:cubicBezTo>
                  <a:cubicBezTo>
                    <a:pt x="6363" y="8201"/>
                    <a:pt x="6651" y="8105"/>
                    <a:pt x="6879" y="7918"/>
                  </a:cubicBezTo>
                  <a:cubicBezTo>
                    <a:pt x="7077" y="7745"/>
                    <a:pt x="7269" y="7446"/>
                    <a:pt x="7209" y="7173"/>
                  </a:cubicBezTo>
                  <a:cubicBezTo>
                    <a:pt x="7153" y="6904"/>
                    <a:pt x="6910" y="6737"/>
                    <a:pt x="7042" y="6438"/>
                  </a:cubicBezTo>
                  <a:cubicBezTo>
                    <a:pt x="7143" y="6205"/>
                    <a:pt x="7381" y="6033"/>
                    <a:pt x="7579" y="5886"/>
                  </a:cubicBezTo>
                  <a:cubicBezTo>
                    <a:pt x="7614" y="5861"/>
                    <a:pt x="7644" y="5836"/>
                    <a:pt x="7680" y="581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292;p38">
              <a:extLst>
                <a:ext uri="{FF2B5EF4-FFF2-40B4-BE49-F238E27FC236}">
                  <a16:creationId xmlns:a16="http://schemas.microsoft.com/office/drawing/2014/main" id="{CB06BA3A-677F-FA4E-0F1D-85E8D79147E6}"/>
                </a:ext>
              </a:extLst>
            </p:cNvPr>
            <p:cNvSpPr/>
            <p:nvPr/>
          </p:nvSpPr>
          <p:spPr>
            <a:xfrm>
              <a:off x="969312" y="2252936"/>
              <a:ext cx="495231" cy="318132"/>
            </a:xfrm>
            <a:custGeom>
              <a:avLst/>
              <a:gdLst/>
              <a:ahLst/>
              <a:cxnLst/>
              <a:rect l="l" t="t" r="r" b="b"/>
              <a:pathLst>
                <a:path w="6728" h="4322" extrusionOk="0">
                  <a:moveTo>
                    <a:pt x="6718" y="1869"/>
                  </a:moveTo>
                  <a:cubicBezTo>
                    <a:pt x="6525" y="1535"/>
                    <a:pt x="6059" y="1464"/>
                    <a:pt x="5684" y="1545"/>
                  </a:cubicBezTo>
                  <a:cubicBezTo>
                    <a:pt x="5532" y="1576"/>
                    <a:pt x="5380" y="1631"/>
                    <a:pt x="5233" y="1682"/>
                  </a:cubicBezTo>
                  <a:cubicBezTo>
                    <a:pt x="5016" y="1758"/>
                    <a:pt x="4783" y="1834"/>
                    <a:pt x="4550" y="1844"/>
                  </a:cubicBezTo>
                  <a:cubicBezTo>
                    <a:pt x="4545" y="1844"/>
                    <a:pt x="4539" y="1844"/>
                    <a:pt x="4539" y="1844"/>
                  </a:cubicBezTo>
                  <a:cubicBezTo>
                    <a:pt x="4210" y="1844"/>
                    <a:pt x="4104" y="1231"/>
                    <a:pt x="4084" y="1105"/>
                  </a:cubicBezTo>
                  <a:cubicBezTo>
                    <a:pt x="4063" y="968"/>
                    <a:pt x="4073" y="821"/>
                    <a:pt x="4084" y="679"/>
                  </a:cubicBezTo>
                  <a:cubicBezTo>
                    <a:pt x="4094" y="527"/>
                    <a:pt x="4109" y="365"/>
                    <a:pt x="4079" y="218"/>
                  </a:cubicBezTo>
                  <a:cubicBezTo>
                    <a:pt x="4058" y="117"/>
                    <a:pt x="4023" y="56"/>
                    <a:pt x="3972" y="36"/>
                  </a:cubicBezTo>
                  <a:cubicBezTo>
                    <a:pt x="3891" y="0"/>
                    <a:pt x="3795" y="71"/>
                    <a:pt x="3699" y="142"/>
                  </a:cubicBezTo>
                  <a:cubicBezTo>
                    <a:pt x="3678" y="152"/>
                    <a:pt x="3663" y="167"/>
                    <a:pt x="3643" y="183"/>
                  </a:cubicBezTo>
                  <a:lnTo>
                    <a:pt x="2797" y="755"/>
                  </a:lnTo>
                  <a:cubicBezTo>
                    <a:pt x="2782" y="765"/>
                    <a:pt x="2761" y="775"/>
                    <a:pt x="2741" y="790"/>
                  </a:cubicBezTo>
                  <a:cubicBezTo>
                    <a:pt x="2665" y="836"/>
                    <a:pt x="2569" y="897"/>
                    <a:pt x="2539" y="978"/>
                  </a:cubicBezTo>
                  <a:cubicBezTo>
                    <a:pt x="2508" y="1059"/>
                    <a:pt x="2523" y="1175"/>
                    <a:pt x="2539" y="1282"/>
                  </a:cubicBezTo>
                  <a:cubicBezTo>
                    <a:pt x="2544" y="1327"/>
                    <a:pt x="2554" y="1373"/>
                    <a:pt x="2554" y="1414"/>
                  </a:cubicBezTo>
                  <a:cubicBezTo>
                    <a:pt x="2554" y="1454"/>
                    <a:pt x="2554" y="1505"/>
                    <a:pt x="2559" y="1555"/>
                  </a:cubicBezTo>
                  <a:cubicBezTo>
                    <a:pt x="2559" y="1636"/>
                    <a:pt x="2564" y="1733"/>
                    <a:pt x="2564" y="1829"/>
                  </a:cubicBezTo>
                  <a:cubicBezTo>
                    <a:pt x="2564" y="2032"/>
                    <a:pt x="2539" y="2315"/>
                    <a:pt x="2382" y="2472"/>
                  </a:cubicBezTo>
                  <a:cubicBezTo>
                    <a:pt x="2270" y="2589"/>
                    <a:pt x="2123" y="2660"/>
                    <a:pt x="1976" y="2720"/>
                  </a:cubicBezTo>
                  <a:cubicBezTo>
                    <a:pt x="1146" y="3080"/>
                    <a:pt x="163" y="3156"/>
                    <a:pt x="1" y="4230"/>
                  </a:cubicBezTo>
                  <a:cubicBezTo>
                    <a:pt x="1" y="4245"/>
                    <a:pt x="11" y="4260"/>
                    <a:pt x="26" y="4265"/>
                  </a:cubicBezTo>
                  <a:cubicBezTo>
                    <a:pt x="249" y="4306"/>
                    <a:pt x="467" y="4321"/>
                    <a:pt x="690" y="4321"/>
                  </a:cubicBezTo>
                  <a:cubicBezTo>
                    <a:pt x="1525" y="4321"/>
                    <a:pt x="2356" y="4073"/>
                    <a:pt x="3141" y="3784"/>
                  </a:cubicBezTo>
                  <a:cubicBezTo>
                    <a:pt x="3516" y="3653"/>
                    <a:pt x="3830" y="3531"/>
                    <a:pt x="4119" y="3404"/>
                  </a:cubicBezTo>
                  <a:cubicBezTo>
                    <a:pt x="5036" y="3009"/>
                    <a:pt x="5907" y="2508"/>
                    <a:pt x="6708" y="1910"/>
                  </a:cubicBezTo>
                  <a:cubicBezTo>
                    <a:pt x="6723" y="1900"/>
                    <a:pt x="6728" y="1885"/>
                    <a:pt x="6718" y="1869"/>
                  </a:cubicBezTo>
                  <a:close/>
                </a:path>
              </a:pathLst>
            </a:custGeom>
            <a:solidFill>
              <a:srgbClr val="E3A4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293;p38">
              <a:extLst>
                <a:ext uri="{FF2B5EF4-FFF2-40B4-BE49-F238E27FC236}">
                  <a16:creationId xmlns:a16="http://schemas.microsoft.com/office/drawing/2014/main" id="{058ADBFA-F799-654A-6720-50571FF21272}"/>
                </a:ext>
              </a:extLst>
            </p:cNvPr>
            <p:cNvSpPr/>
            <p:nvPr/>
          </p:nvSpPr>
          <p:spPr>
            <a:xfrm>
              <a:off x="1074498" y="2074659"/>
              <a:ext cx="272274" cy="273010"/>
            </a:xfrm>
            <a:custGeom>
              <a:avLst/>
              <a:gdLst/>
              <a:ahLst/>
              <a:cxnLst/>
              <a:rect l="l" t="t" r="r" b="b"/>
              <a:pathLst>
                <a:path w="3699" h="3709" extrusionOk="0">
                  <a:moveTo>
                    <a:pt x="3414" y="2073"/>
                  </a:moveTo>
                  <a:cubicBezTo>
                    <a:pt x="3338" y="2037"/>
                    <a:pt x="3252" y="2037"/>
                    <a:pt x="3176" y="2068"/>
                  </a:cubicBezTo>
                  <a:cubicBezTo>
                    <a:pt x="3202" y="2027"/>
                    <a:pt x="3227" y="1982"/>
                    <a:pt x="3252" y="1941"/>
                  </a:cubicBezTo>
                  <a:cubicBezTo>
                    <a:pt x="3252" y="1936"/>
                    <a:pt x="3252" y="1936"/>
                    <a:pt x="3257" y="1931"/>
                  </a:cubicBezTo>
                  <a:cubicBezTo>
                    <a:pt x="3242" y="1921"/>
                    <a:pt x="3227" y="1906"/>
                    <a:pt x="3212" y="1895"/>
                  </a:cubicBezTo>
                  <a:cubicBezTo>
                    <a:pt x="3095" y="1779"/>
                    <a:pt x="3024" y="1622"/>
                    <a:pt x="2948" y="1480"/>
                  </a:cubicBezTo>
                  <a:cubicBezTo>
                    <a:pt x="2862" y="1323"/>
                    <a:pt x="2781" y="1166"/>
                    <a:pt x="2720" y="999"/>
                  </a:cubicBezTo>
                  <a:cubicBezTo>
                    <a:pt x="2655" y="832"/>
                    <a:pt x="2609" y="659"/>
                    <a:pt x="2589" y="482"/>
                  </a:cubicBezTo>
                  <a:cubicBezTo>
                    <a:pt x="2563" y="325"/>
                    <a:pt x="2568" y="163"/>
                    <a:pt x="2568" y="1"/>
                  </a:cubicBezTo>
                  <a:cubicBezTo>
                    <a:pt x="2062" y="421"/>
                    <a:pt x="1429" y="695"/>
                    <a:pt x="770" y="710"/>
                  </a:cubicBezTo>
                  <a:cubicBezTo>
                    <a:pt x="755" y="806"/>
                    <a:pt x="735" y="908"/>
                    <a:pt x="689" y="999"/>
                  </a:cubicBezTo>
                  <a:cubicBezTo>
                    <a:pt x="573" y="1227"/>
                    <a:pt x="380" y="1399"/>
                    <a:pt x="264" y="1627"/>
                  </a:cubicBezTo>
                  <a:cubicBezTo>
                    <a:pt x="0" y="2139"/>
                    <a:pt x="10" y="2721"/>
                    <a:pt x="208" y="3248"/>
                  </a:cubicBezTo>
                  <a:cubicBezTo>
                    <a:pt x="274" y="3425"/>
                    <a:pt x="416" y="3577"/>
                    <a:pt x="603" y="3628"/>
                  </a:cubicBezTo>
                  <a:cubicBezTo>
                    <a:pt x="922" y="3709"/>
                    <a:pt x="1322" y="3694"/>
                    <a:pt x="1647" y="3638"/>
                  </a:cubicBezTo>
                  <a:cubicBezTo>
                    <a:pt x="1920" y="3597"/>
                    <a:pt x="2189" y="3511"/>
                    <a:pt x="2422" y="3364"/>
                  </a:cubicBezTo>
                  <a:cubicBezTo>
                    <a:pt x="2644" y="3223"/>
                    <a:pt x="2741" y="3045"/>
                    <a:pt x="2857" y="2817"/>
                  </a:cubicBezTo>
                  <a:cubicBezTo>
                    <a:pt x="2877" y="2772"/>
                    <a:pt x="2908" y="2721"/>
                    <a:pt x="2933" y="2676"/>
                  </a:cubicBezTo>
                  <a:cubicBezTo>
                    <a:pt x="2943" y="2681"/>
                    <a:pt x="2953" y="2686"/>
                    <a:pt x="2959" y="2691"/>
                  </a:cubicBezTo>
                  <a:cubicBezTo>
                    <a:pt x="3065" y="2757"/>
                    <a:pt x="3207" y="2772"/>
                    <a:pt x="3323" y="2726"/>
                  </a:cubicBezTo>
                  <a:cubicBezTo>
                    <a:pt x="3571" y="2630"/>
                    <a:pt x="3698" y="2215"/>
                    <a:pt x="3414" y="2073"/>
                  </a:cubicBezTo>
                  <a:close/>
                </a:path>
              </a:pathLst>
            </a:custGeom>
            <a:solidFill>
              <a:srgbClr val="FBB7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294;p38">
              <a:extLst>
                <a:ext uri="{FF2B5EF4-FFF2-40B4-BE49-F238E27FC236}">
                  <a16:creationId xmlns:a16="http://schemas.microsoft.com/office/drawing/2014/main" id="{D8E6E37F-02CD-3E9F-41B7-D69891494BE5}"/>
                </a:ext>
              </a:extLst>
            </p:cNvPr>
            <p:cNvSpPr/>
            <p:nvPr/>
          </p:nvSpPr>
          <p:spPr>
            <a:xfrm>
              <a:off x="1107253" y="3273059"/>
              <a:ext cx="221559" cy="883364"/>
            </a:xfrm>
            <a:custGeom>
              <a:avLst/>
              <a:gdLst/>
              <a:ahLst/>
              <a:cxnLst/>
              <a:rect l="l" t="t" r="r" b="b"/>
              <a:pathLst>
                <a:path w="3010" h="12001" extrusionOk="0">
                  <a:moveTo>
                    <a:pt x="2929" y="10608"/>
                  </a:moveTo>
                  <a:cubicBezTo>
                    <a:pt x="3010" y="9448"/>
                    <a:pt x="2949" y="8354"/>
                    <a:pt x="2640" y="7189"/>
                  </a:cubicBezTo>
                  <a:cubicBezTo>
                    <a:pt x="2301" y="5922"/>
                    <a:pt x="2341" y="4712"/>
                    <a:pt x="2341" y="3415"/>
                  </a:cubicBezTo>
                  <a:cubicBezTo>
                    <a:pt x="2341" y="2538"/>
                    <a:pt x="2549" y="1181"/>
                    <a:pt x="1642" y="679"/>
                  </a:cubicBezTo>
                  <a:cubicBezTo>
                    <a:pt x="411" y="1"/>
                    <a:pt x="1" y="1328"/>
                    <a:pt x="87" y="2321"/>
                  </a:cubicBezTo>
                  <a:cubicBezTo>
                    <a:pt x="315" y="4879"/>
                    <a:pt x="771" y="7422"/>
                    <a:pt x="1455" y="9904"/>
                  </a:cubicBezTo>
                  <a:lnTo>
                    <a:pt x="1500" y="10061"/>
                  </a:lnTo>
                  <a:cubicBezTo>
                    <a:pt x="1551" y="10238"/>
                    <a:pt x="1597" y="10415"/>
                    <a:pt x="1642" y="10593"/>
                  </a:cubicBezTo>
                  <a:cubicBezTo>
                    <a:pt x="1683" y="10760"/>
                    <a:pt x="1728" y="10927"/>
                    <a:pt x="1774" y="11094"/>
                  </a:cubicBezTo>
                  <a:cubicBezTo>
                    <a:pt x="1845" y="11373"/>
                    <a:pt x="1961" y="11672"/>
                    <a:pt x="2235" y="11808"/>
                  </a:cubicBezTo>
                  <a:cubicBezTo>
                    <a:pt x="2630" y="12001"/>
                    <a:pt x="2812" y="11748"/>
                    <a:pt x="2853" y="11388"/>
                  </a:cubicBezTo>
                  <a:cubicBezTo>
                    <a:pt x="2888" y="11125"/>
                    <a:pt x="2914" y="10861"/>
                    <a:pt x="2929" y="10608"/>
                  </a:cubicBezTo>
                  <a:close/>
                </a:path>
              </a:pathLst>
            </a:custGeom>
            <a:solidFill>
              <a:srgbClr val="FBB7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295;p38">
              <a:extLst>
                <a:ext uri="{FF2B5EF4-FFF2-40B4-BE49-F238E27FC236}">
                  <a16:creationId xmlns:a16="http://schemas.microsoft.com/office/drawing/2014/main" id="{8C0F45AC-8229-E139-F6B5-0AFC08EAE7EC}"/>
                </a:ext>
              </a:extLst>
            </p:cNvPr>
            <p:cNvSpPr/>
            <p:nvPr/>
          </p:nvSpPr>
          <p:spPr>
            <a:xfrm>
              <a:off x="1395870" y="3313322"/>
              <a:ext cx="214492" cy="807695"/>
            </a:xfrm>
            <a:custGeom>
              <a:avLst/>
              <a:gdLst/>
              <a:ahLst/>
              <a:cxnLst/>
              <a:rect l="l" t="t" r="r" b="b"/>
              <a:pathLst>
                <a:path w="2914" h="10973" extrusionOk="0">
                  <a:moveTo>
                    <a:pt x="2371" y="36"/>
                  </a:moveTo>
                  <a:cubicBezTo>
                    <a:pt x="2371" y="31"/>
                    <a:pt x="2371" y="31"/>
                    <a:pt x="2371" y="31"/>
                  </a:cubicBezTo>
                  <a:cubicBezTo>
                    <a:pt x="2366" y="11"/>
                    <a:pt x="2351" y="1"/>
                    <a:pt x="2336" y="6"/>
                  </a:cubicBezTo>
                  <a:cubicBezTo>
                    <a:pt x="2321" y="11"/>
                    <a:pt x="2311" y="26"/>
                    <a:pt x="2311" y="41"/>
                  </a:cubicBezTo>
                  <a:cubicBezTo>
                    <a:pt x="2306" y="67"/>
                    <a:pt x="2230" y="158"/>
                    <a:pt x="1536" y="457"/>
                  </a:cubicBezTo>
                  <a:lnTo>
                    <a:pt x="1500" y="472"/>
                  </a:lnTo>
                  <a:cubicBezTo>
                    <a:pt x="1191" y="609"/>
                    <a:pt x="735" y="629"/>
                    <a:pt x="467" y="842"/>
                  </a:cubicBezTo>
                  <a:cubicBezTo>
                    <a:pt x="1" y="1211"/>
                    <a:pt x="376" y="2311"/>
                    <a:pt x="436" y="2812"/>
                  </a:cubicBezTo>
                  <a:cubicBezTo>
                    <a:pt x="553" y="3800"/>
                    <a:pt x="654" y="4788"/>
                    <a:pt x="791" y="5770"/>
                  </a:cubicBezTo>
                  <a:cubicBezTo>
                    <a:pt x="994" y="7189"/>
                    <a:pt x="1262" y="8597"/>
                    <a:pt x="1581" y="9995"/>
                  </a:cubicBezTo>
                  <a:cubicBezTo>
                    <a:pt x="1627" y="10193"/>
                    <a:pt x="1683" y="10405"/>
                    <a:pt x="1764" y="10613"/>
                  </a:cubicBezTo>
                  <a:cubicBezTo>
                    <a:pt x="1855" y="10836"/>
                    <a:pt x="1966" y="10973"/>
                    <a:pt x="2199" y="10973"/>
                  </a:cubicBezTo>
                  <a:cubicBezTo>
                    <a:pt x="2250" y="10973"/>
                    <a:pt x="2311" y="10968"/>
                    <a:pt x="2377" y="10952"/>
                  </a:cubicBezTo>
                  <a:cubicBezTo>
                    <a:pt x="2706" y="10887"/>
                    <a:pt x="2731" y="10623"/>
                    <a:pt x="2751" y="10365"/>
                  </a:cubicBezTo>
                  <a:lnTo>
                    <a:pt x="2756" y="10299"/>
                  </a:lnTo>
                  <a:cubicBezTo>
                    <a:pt x="2772" y="10167"/>
                    <a:pt x="2782" y="10041"/>
                    <a:pt x="2797" y="9914"/>
                  </a:cubicBezTo>
                  <a:cubicBezTo>
                    <a:pt x="2858" y="9311"/>
                    <a:pt x="2913" y="8703"/>
                    <a:pt x="2903" y="8095"/>
                  </a:cubicBezTo>
                  <a:cubicBezTo>
                    <a:pt x="2888" y="7467"/>
                    <a:pt x="2726" y="6966"/>
                    <a:pt x="2569" y="6368"/>
                  </a:cubicBezTo>
                  <a:cubicBezTo>
                    <a:pt x="2143" y="4778"/>
                    <a:pt x="2463" y="3268"/>
                    <a:pt x="2458" y="1662"/>
                  </a:cubicBezTo>
                  <a:cubicBezTo>
                    <a:pt x="2458" y="1120"/>
                    <a:pt x="2498" y="563"/>
                    <a:pt x="2371" y="36"/>
                  </a:cubicBezTo>
                  <a:close/>
                </a:path>
              </a:pathLst>
            </a:custGeom>
            <a:solidFill>
              <a:srgbClr val="FBB7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296;p38">
              <a:extLst>
                <a:ext uri="{FF2B5EF4-FFF2-40B4-BE49-F238E27FC236}">
                  <a16:creationId xmlns:a16="http://schemas.microsoft.com/office/drawing/2014/main" id="{4215B7F6-C8EE-59DF-85AD-31ED0CFA74ED}"/>
                </a:ext>
              </a:extLst>
            </p:cNvPr>
            <p:cNvSpPr/>
            <p:nvPr/>
          </p:nvSpPr>
          <p:spPr>
            <a:xfrm>
              <a:off x="675910" y="2374829"/>
              <a:ext cx="1139150" cy="1141063"/>
            </a:xfrm>
            <a:custGeom>
              <a:avLst/>
              <a:gdLst/>
              <a:ahLst/>
              <a:cxnLst/>
              <a:rect l="l" t="t" r="r" b="b"/>
              <a:pathLst>
                <a:path w="15476" h="15502" extrusionOk="0">
                  <a:moveTo>
                    <a:pt x="15470" y="1044"/>
                  </a:moveTo>
                  <a:cubicBezTo>
                    <a:pt x="15465" y="1039"/>
                    <a:pt x="15460" y="1029"/>
                    <a:pt x="15455" y="1029"/>
                  </a:cubicBezTo>
                  <a:cubicBezTo>
                    <a:pt x="15151" y="918"/>
                    <a:pt x="14888" y="755"/>
                    <a:pt x="14609" y="583"/>
                  </a:cubicBezTo>
                  <a:cubicBezTo>
                    <a:pt x="14604" y="578"/>
                    <a:pt x="14594" y="578"/>
                    <a:pt x="14584" y="578"/>
                  </a:cubicBezTo>
                  <a:cubicBezTo>
                    <a:pt x="14579" y="578"/>
                    <a:pt x="14569" y="583"/>
                    <a:pt x="14569" y="593"/>
                  </a:cubicBezTo>
                  <a:cubicBezTo>
                    <a:pt x="14285" y="1090"/>
                    <a:pt x="13981" y="1581"/>
                    <a:pt x="13657" y="2057"/>
                  </a:cubicBezTo>
                  <a:cubicBezTo>
                    <a:pt x="13576" y="2174"/>
                    <a:pt x="13490" y="2295"/>
                    <a:pt x="13404" y="2407"/>
                  </a:cubicBezTo>
                  <a:cubicBezTo>
                    <a:pt x="13323" y="2523"/>
                    <a:pt x="13236" y="2640"/>
                    <a:pt x="13155" y="2756"/>
                  </a:cubicBezTo>
                  <a:cubicBezTo>
                    <a:pt x="13115" y="2812"/>
                    <a:pt x="13085" y="2868"/>
                    <a:pt x="13049" y="2918"/>
                  </a:cubicBezTo>
                  <a:cubicBezTo>
                    <a:pt x="12978" y="3040"/>
                    <a:pt x="12907" y="3151"/>
                    <a:pt x="12796" y="3263"/>
                  </a:cubicBezTo>
                  <a:cubicBezTo>
                    <a:pt x="12715" y="3344"/>
                    <a:pt x="12644" y="3384"/>
                    <a:pt x="12583" y="3374"/>
                  </a:cubicBezTo>
                  <a:cubicBezTo>
                    <a:pt x="12482" y="3359"/>
                    <a:pt x="12406" y="3217"/>
                    <a:pt x="12330" y="3081"/>
                  </a:cubicBezTo>
                  <a:cubicBezTo>
                    <a:pt x="12299" y="3025"/>
                    <a:pt x="12269" y="2969"/>
                    <a:pt x="12239" y="2918"/>
                  </a:cubicBezTo>
                  <a:cubicBezTo>
                    <a:pt x="12046" y="2620"/>
                    <a:pt x="11849" y="2300"/>
                    <a:pt x="11702" y="1956"/>
                  </a:cubicBezTo>
                  <a:cubicBezTo>
                    <a:pt x="11474" y="1424"/>
                    <a:pt x="11205" y="943"/>
                    <a:pt x="10967" y="538"/>
                  </a:cubicBezTo>
                  <a:cubicBezTo>
                    <a:pt x="10947" y="507"/>
                    <a:pt x="10927" y="467"/>
                    <a:pt x="10906" y="431"/>
                  </a:cubicBezTo>
                  <a:cubicBezTo>
                    <a:pt x="10825" y="284"/>
                    <a:pt x="10729" y="112"/>
                    <a:pt x="10602" y="11"/>
                  </a:cubicBezTo>
                  <a:cubicBezTo>
                    <a:pt x="10592" y="1"/>
                    <a:pt x="10577" y="1"/>
                    <a:pt x="10567" y="6"/>
                  </a:cubicBezTo>
                  <a:cubicBezTo>
                    <a:pt x="9128" y="983"/>
                    <a:pt x="7543" y="1693"/>
                    <a:pt x="5856" y="2108"/>
                  </a:cubicBezTo>
                  <a:cubicBezTo>
                    <a:pt x="5309" y="2245"/>
                    <a:pt x="4655" y="2376"/>
                    <a:pt x="4017" y="2290"/>
                  </a:cubicBezTo>
                  <a:cubicBezTo>
                    <a:pt x="4002" y="2290"/>
                    <a:pt x="3987" y="2295"/>
                    <a:pt x="3982" y="2306"/>
                  </a:cubicBezTo>
                  <a:cubicBezTo>
                    <a:pt x="3754" y="2822"/>
                    <a:pt x="3657" y="3379"/>
                    <a:pt x="3566" y="3921"/>
                  </a:cubicBezTo>
                  <a:cubicBezTo>
                    <a:pt x="3490" y="4342"/>
                    <a:pt x="3414" y="4783"/>
                    <a:pt x="3278" y="5198"/>
                  </a:cubicBezTo>
                  <a:cubicBezTo>
                    <a:pt x="2528" y="4539"/>
                    <a:pt x="1798" y="3856"/>
                    <a:pt x="993" y="3040"/>
                  </a:cubicBezTo>
                  <a:cubicBezTo>
                    <a:pt x="978" y="3030"/>
                    <a:pt x="963" y="3025"/>
                    <a:pt x="952" y="3035"/>
                  </a:cubicBezTo>
                  <a:cubicBezTo>
                    <a:pt x="664" y="3273"/>
                    <a:pt x="319" y="3455"/>
                    <a:pt x="20" y="3618"/>
                  </a:cubicBezTo>
                  <a:cubicBezTo>
                    <a:pt x="10" y="3618"/>
                    <a:pt x="5" y="3628"/>
                    <a:pt x="5" y="3638"/>
                  </a:cubicBezTo>
                  <a:cubicBezTo>
                    <a:pt x="0" y="3643"/>
                    <a:pt x="0" y="3653"/>
                    <a:pt x="5" y="3658"/>
                  </a:cubicBezTo>
                  <a:cubicBezTo>
                    <a:pt x="198" y="3937"/>
                    <a:pt x="360" y="4241"/>
                    <a:pt x="522" y="4529"/>
                  </a:cubicBezTo>
                  <a:cubicBezTo>
                    <a:pt x="664" y="4793"/>
                    <a:pt x="816" y="5066"/>
                    <a:pt x="983" y="5325"/>
                  </a:cubicBezTo>
                  <a:cubicBezTo>
                    <a:pt x="1337" y="5867"/>
                    <a:pt x="1743" y="6388"/>
                    <a:pt x="2178" y="6870"/>
                  </a:cubicBezTo>
                  <a:cubicBezTo>
                    <a:pt x="2427" y="7143"/>
                    <a:pt x="2801" y="7553"/>
                    <a:pt x="3237" y="7634"/>
                  </a:cubicBezTo>
                  <a:cubicBezTo>
                    <a:pt x="3632" y="7705"/>
                    <a:pt x="3931" y="7356"/>
                    <a:pt x="4144" y="7042"/>
                  </a:cubicBezTo>
                  <a:cubicBezTo>
                    <a:pt x="4321" y="6778"/>
                    <a:pt x="4498" y="6510"/>
                    <a:pt x="4665" y="6241"/>
                  </a:cubicBezTo>
                  <a:cubicBezTo>
                    <a:pt x="4741" y="6120"/>
                    <a:pt x="4812" y="6003"/>
                    <a:pt x="4883" y="5882"/>
                  </a:cubicBezTo>
                  <a:cubicBezTo>
                    <a:pt x="4944" y="5770"/>
                    <a:pt x="5040" y="5669"/>
                    <a:pt x="5061" y="5542"/>
                  </a:cubicBezTo>
                  <a:cubicBezTo>
                    <a:pt x="5157" y="5598"/>
                    <a:pt x="5187" y="5816"/>
                    <a:pt x="5208" y="5917"/>
                  </a:cubicBezTo>
                  <a:cubicBezTo>
                    <a:pt x="5233" y="6105"/>
                    <a:pt x="5253" y="6297"/>
                    <a:pt x="5268" y="6485"/>
                  </a:cubicBezTo>
                  <a:cubicBezTo>
                    <a:pt x="5289" y="6859"/>
                    <a:pt x="5283" y="7234"/>
                    <a:pt x="5258" y="7609"/>
                  </a:cubicBezTo>
                  <a:cubicBezTo>
                    <a:pt x="5213" y="8359"/>
                    <a:pt x="5086" y="9104"/>
                    <a:pt x="4974" y="9848"/>
                  </a:cubicBezTo>
                  <a:cubicBezTo>
                    <a:pt x="4868" y="10588"/>
                    <a:pt x="4777" y="11337"/>
                    <a:pt x="4787" y="12087"/>
                  </a:cubicBezTo>
                  <a:cubicBezTo>
                    <a:pt x="4787" y="12087"/>
                    <a:pt x="4787" y="12087"/>
                    <a:pt x="4787" y="12087"/>
                  </a:cubicBezTo>
                  <a:cubicBezTo>
                    <a:pt x="4883" y="13095"/>
                    <a:pt x="5045" y="14093"/>
                    <a:pt x="5268" y="15076"/>
                  </a:cubicBezTo>
                  <a:cubicBezTo>
                    <a:pt x="5273" y="15086"/>
                    <a:pt x="5278" y="15096"/>
                    <a:pt x="5289" y="15101"/>
                  </a:cubicBezTo>
                  <a:cubicBezTo>
                    <a:pt x="5917" y="15400"/>
                    <a:pt x="6601" y="15501"/>
                    <a:pt x="7254" y="15501"/>
                  </a:cubicBezTo>
                  <a:cubicBezTo>
                    <a:pt x="7948" y="15501"/>
                    <a:pt x="8607" y="15385"/>
                    <a:pt x="9138" y="15273"/>
                  </a:cubicBezTo>
                  <a:cubicBezTo>
                    <a:pt x="9903" y="15106"/>
                    <a:pt x="10628" y="14812"/>
                    <a:pt x="11332" y="14529"/>
                  </a:cubicBezTo>
                  <a:cubicBezTo>
                    <a:pt x="11570" y="14432"/>
                    <a:pt x="11813" y="14331"/>
                    <a:pt x="12056" y="14240"/>
                  </a:cubicBezTo>
                  <a:cubicBezTo>
                    <a:pt x="12472" y="14078"/>
                    <a:pt x="12917" y="13901"/>
                    <a:pt x="13338" y="13668"/>
                  </a:cubicBezTo>
                  <a:cubicBezTo>
                    <a:pt x="13348" y="13663"/>
                    <a:pt x="13353" y="13647"/>
                    <a:pt x="13353" y="13637"/>
                  </a:cubicBezTo>
                  <a:cubicBezTo>
                    <a:pt x="13302" y="13217"/>
                    <a:pt x="13236" y="12791"/>
                    <a:pt x="13176" y="12376"/>
                  </a:cubicBezTo>
                  <a:lnTo>
                    <a:pt x="13130" y="12107"/>
                  </a:lnTo>
                  <a:cubicBezTo>
                    <a:pt x="13125" y="12047"/>
                    <a:pt x="13115" y="11986"/>
                    <a:pt x="13105" y="11925"/>
                  </a:cubicBezTo>
                  <a:cubicBezTo>
                    <a:pt x="13054" y="11920"/>
                    <a:pt x="13009" y="11884"/>
                    <a:pt x="13009" y="11814"/>
                  </a:cubicBezTo>
                  <a:cubicBezTo>
                    <a:pt x="13009" y="10461"/>
                    <a:pt x="12228" y="9382"/>
                    <a:pt x="11595" y="8247"/>
                  </a:cubicBezTo>
                  <a:cubicBezTo>
                    <a:pt x="11301" y="7716"/>
                    <a:pt x="11033" y="7158"/>
                    <a:pt x="10932" y="6550"/>
                  </a:cubicBezTo>
                  <a:cubicBezTo>
                    <a:pt x="10805" y="5775"/>
                    <a:pt x="10952" y="4980"/>
                    <a:pt x="10962" y="4200"/>
                  </a:cubicBezTo>
                  <a:cubicBezTo>
                    <a:pt x="10967" y="4058"/>
                    <a:pt x="11165" y="4068"/>
                    <a:pt x="11215" y="4170"/>
                  </a:cubicBezTo>
                  <a:cubicBezTo>
                    <a:pt x="11398" y="4539"/>
                    <a:pt x="11580" y="4899"/>
                    <a:pt x="11828" y="5228"/>
                  </a:cubicBezTo>
                  <a:cubicBezTo>
                    <a:pt x="11838" y="5233"/>
                    <a:pt x="11849" y="5244"/>
                    <a:pt x="11859" y="5254"/>
                  </a:cubicBezTo>
                  <a:cubicBezTo>
                    <a:pt x="12006" y="5446"/>
                    <a:pt x="12284" y="5471"/>
                    <a:pt x="12532" y="5441"/>
                  </a:cubicBezTo>
                  <a:cubicBezTo>
                    <a:pt x="13003" y="5320"/>
                    <a:pt x="13409" y="4869"/>
                    <a:pt x="13642" y="4550"/>
                  </a:cubicBezTo>
                  <a:cubicBezTo>
                    <a:pt x="14027" y="4028"/>
                    <a:pt x="14331" y="3455"/>
                    <a:pt x="14579" y="2964"/>
                  </a:cubicBezTo>
                  <a:cubicBezTo>
                    <a:pt x="14635" y="2863"/>
                    <a:pt x="14685" y="2756"/>
                    <a:pt x="14736" y="2655"/>
                  </a:cubicBezTo>
                  <a:cubicBezTo>
                    <a:pt x="14999" y="2143"/>
                    <a:pt x="15273" y="1612"/>
                    <a:pt x="15470" y="1070"/>
                  </a:cubicBezTo>
                  <a:cubicBezTo>
                    <a:pt x="15475" y="1059"/>
                    <a:pt x="15475" y="1049"/>
                    <a:pt x="15470" y="104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297;p38">
              <a:extLst>
                <a:ext uri="{FF2B5EF4-FFF2-40B4-BE49-F238E27FC236}">
                  <a16:creationId xmlns:a16="http://schemas.microsoft.com/office/drawing/2014/main" id="{C693895E-262A-62D0-3E02-1559350EF64C}"/>
                </a:ext>
              </a:extLst>
            </p:cNvPr>
            <p:cNvSpPr/>
            <p:nvPr/>
          </p:nvSpPr>
          <p:spPr>
            <a:xfrm>
              <a:off x="1429804" y="4076923"/>
              <a:ext cx="195870" cy="269698"/>
            </a:xfrm>
            <a:custGeom>
              <a:avLst/>
              <a:gdLst/>
              <a:ahLst/>
              <a:cxnLst/>
              <a:rect l="l" t="t" r="r" b="b"/>
              <a:pathLst>
                <a:path w="2661" h="3664" extrusionOk="0">
                  <a:moveTo>
                    <a:pt x="2371" y="16"/>
                  </a:moveTo>
                  <a:cubicBezTo>
                    <a:pt x="2356" y="462"/>
                    <a:pt x="2275" y="913"/>
                    <a:pt x="2341" y="1359"/>
                  </a:cubicBezTo>
                  <a:cubicBezTo>
                    <a:pt x="2387" y="1662"/>
                    <a:pt x="2660" y="2174"/>
                    <a:pt x="2371" y="2412"/>
                  </a:cubicBezTo>
                  <a:cubicBezTo>
                    <a:pt x="1981" y="2741"/>
                    <a:pt x="669" y="3663"/>
                    <a:pt x="213" y="3081"/>
                  </a:cubicBezTo>
                  <a:cubicBezTo>
                    <a:pt x="1" y="2807"/>
                    <a:pt x="411" y="2519"/>
                    <a:pt x="598" y="2367"/>
                  </a:cubicBezTo>
                  <a:cubicBezTo>
                    <a:pt x="852" y="2159"/>
                    <a:pt x="1277" y="1971"/>
                    <a:pt x="1404" y="1657"/>
                  </a:cubicBezTo>
                  <a:cubicBezTo>
                    <a:pt x="1515" y="1364"/>
                    <a:pt x="1373" y="1024"/>
                    <a:pt x="1333" y="725"/>
                  </a:cubicBezTo>
                  <a:cubicBezTo>
                    <a:pt x="1303" y="482"/>
                    <a:pt x="1222" y="239"/>
                    <a:pt x="1191" y="1"/>
                  </a:cubicBezTo>
                  <a:cubicBezTo>
                    <a:pt x="1465" y="138"/>
                    <a:pt x="2138" y="315"/>
                    <a:pt x="2371" y="16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298;p38">
              <a:extLst>
                <a:ext uri="{FF2B5EF4-FFF2-40B4-BE49-F238E27FC236}">
                  <a16:creationId xmlns:a16="http://schemas.microsoft.com/office/drawing/2014/main" id="{06D1B6F0-8744-4937-B597-3514EA047488}"/>
                </a:ext>
              </a:extLst>
            </p:cNvPr>
            <p:cNvSpPr/>
            <p:nvPr/>
          </p:nvSpPr>
          <p:spPr>
            <a:xfrm>
              <a:off x="1137138" y="4076923"/>
              <a:ext cx="211474" cy="269698"/>
            </a:xfrm>
            <a:custGeom>
              <a:avLst/>
              <a:gdLst/>
              <a:ahLst/>
              <a:cxnLst/>
              <a:rect l="l" t="t" r="r" b="b"/>
              <a:pathLst>
                <a:path w="2873" h="3664" extrusionOk="0">
                  <a:moveTo>
                    <a:pt x="2563" y="16"/>
                  </a:moveTo>
                  <a:cubicBezTo>
                    <a:pt x="2543" y="462"/>
                    <a:pt x="2457" y="913"/>
                    <a:pt x="2528" y="1359"/>
                  </a:cubicBezTo>
                  <a:cubicBezTo>
                    <a:pt x="2579" y="1662"/>
                    <a:pt x="2872" y="2174"/>
                    <a:pt x="2563" y="2412"/>
                  </a:cubicBezTo>
                  <a:cubicBezTo>
                    <a:pt x="2143" y="2741"/>
                    <a:pt x="725" y="3663"/>
                    <a:pt x="233" y="3081"/>
                  </a:cubicBezTo>
                  <a:cubicBezTo>
                    <a:pt x="0" y="2807"/>
                    <a:pt x="446" y="2519"/>
                    <a:pt x="644" y="2367"/>
                  </a:cubicBezTo>
                  <a:cubicBezTo>
                    <a:pt x="922" y="2159"/>
                    <a:pt x="1383" y="1971"/>
                    <a:pt x="1515" y="1657"/>
                  </a:cubicBezTo>
                  <a:cubicBezTo>
                    <a:pt x="1641" y="1364"/>
                    <a:pt x="1484" y="1024"/>
                    <a:pt x="1444" y="725"/>
                  </a:cubicBezTo>
                  <a:cubicBezTo>
                    <a:pt x="1408" y="482"/>
                    <a:pt x="1317" y="239"/>
                    <a:pt x="1287" y="1"/>
                  </a:cubicBezTo>
                  <a:cubicBezTo>
                    <a:pt x="1581" y="138"/>
                    <a:pt x="2310" y="315"/>
                    <a:pt x="2563" y="16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299;p38">
              <a:extLst>
                <a:ext uri="{FF2B5EF4-FFF2-40B4-BE49-F238E27FC236}">
                  <a16:creationId xmlns:a16="http://schemas.microsoft.com/office/drawing/2014/main" id="{E5BF5E00-EC48-15BE-F7A3-F7F5A17760AB}"/>
                </a:ext>
              </a:extLst>
            </p:cNvPr>
            <p:cNvSpPr/>
            <p:nvPr/>
          </p:nvSpPr>
          <p:spPr>
            <a:xfrm>
              <a:off x="616582" y="2434525"/>
              <a:ext cx="126458" cy="172315"/>
            </a:xfrm>
            <a:custGeom>
              <a:avLst/>
              <a:gdLst/>
              <a:ahLst/>
              <a:cxnLst/>
              <a:rect l="l" t="t" r="r" b="b"/>
              <a:pathLst>
                <a:path w="1718" h="2341" extrusionOk="0">
                  <a:moveTo>
                    <a:pt x="1571" y="284"/>
                  </a:moveTo>
                  <a:lnTo>
                    <a:pt x="872" y="36"/>
                  </a:lnTo>
                  <a:cubicBezTo>
                    <a:pt x="776" y="0"/>
                    <a:pt x="669" y="51"/>
                    <a:pt x="634" y="147"/>
                  </a:cubicBezTo>
                  <a:lnTo>
                    <a:pt x="36" y="1819"/>
                  </a:lnTo>
                  <a:cubicBezTo>
                    <a:pt x="1" y="1915"/>
                    <a:pt x="51" y="2021"/>
                    <a:pt x="153" y="2057"/>
                  </a:cubicBezTo>
                  <a:lnTo>
                    <a:pt x="847" y="2305"/>
                  </a:lnTo>
                  <a:cubicBezTo>
                    <a:pt x="943" y="2340"/>
                    <a:pt x="1054" y="2290"/>
                    <a:pt x="1090" y="2194"/>
                  </a:cubicBezTo>
                  <a:lnTo>
                    <a:pt x="1156" y="1996"/>
                  </a:lnTo>
                  <a:cubicBezTo>
                    <a:pt x="1161" y="1966"/>
                    <a:pt x="1166" y="1930"/>
                    <a:pt x="1166" y="1900"/>
                  </a:cubicBezTo>
                  <a:cubicBezTo>
                    <a:pt x="1176" y="1819"/>
                    <a:pt x="1181" y="1733"/>
                    <a:pt x="1196" y="1646"/>
                  </a:cubicBezTo>
                  <a:cubicBezTo>
                    <a:pt x="1211" y="1565"/>
                    <a:pt x="1227" y="1489"/>
                    <a:pt x="1232" y="1403"/>
                  </a:cubicBezTo>
                  <a:cubicBezTo>
                    <a:pt x="1247" y="1241"/>
                    <a:pt x="1313" y="902"/>
                    <a:pt x="1530" y="953"/>
                  </a:cubicBezTo>
                  <a:lnTo>
                    <a:pt x="1682" y="527"/>
                  </a:lnTo>
                  <a:cubicBezTo>
                    <a:pt x="1718" y="426"/>
                    <a:pt x="1667" y="319"/>
                    <a:pt x="1571" y="284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300;p38">
              <a:extLst>
                <a:ext uri="{FF2B5EF4-FFF2-40B4-BE49-F238E27FC236}">
                  <a16:creationId xmlns:a16="http://schemas.microsoft.com/office/drawing/2014/main" id="{13DA8283-DC78-F58E-645D-3E00B993045B}"/>
                </a:ext>
              </a:extLst>
            </p:cNvPr>
            <p:cNvSpPr/>
            <p:nvPr/>
          </p:nvSpPr>
          <p:spPr>
            <a:xfrm>
              <a:off x="623648" y="2441591"/>
              <a:ext cx="113061" cy="157814"/>
            </a:xfrm>
            <a:custGeom>
              <a:avLst/>
              <a:gdLst/>
              <a:ahLst/>
              <a:cxnLst/>
              <a:rect l="l" t="t" r="r" b="b"/>
              <a:pathLst>
                <a:path w="1536" h="2144" extrusionOk="0">
                  <a:moveTo>
                    <a:pt x="1399" y="249"/>
                  </a:moveTo>
                  <a:lnTo>
                    <a:pt x="801" y="31"/>
                  </a:lnTo>
                  <a:cubicBezTo>
                    <a:pt x="710" y="0"/>
                    <a:pt x="614" y="46"/>
                    <a:pt x="583" y="132"/>
                  </a:cubicBezTo>
                  <a:lnTo>
                    <a:pt x="31" y="1677"/>
                  </a:lnTo>
                  <a:cubicBezTo>
                    <a:pt x="1" y="1768"/>
                    <a:pt x="46" y="1865"/>
                    <a:pt x="133" y="1895"/>
                  </a:cubicBezTo>
                  <a:lnTo>
                    <a:pt x="735" y="2108"/>
                  </a:lnTo>
                  <a:cubicBezTo>
                    <a:pt x="822" y="2143"/>
                    <a:pt x="918" y="2098"/>
                    <a:pt x="948" y="2006"/>
                  </a:cubicBezTo>
                  <a:lnTo>
                    <a:pt x="1095" y="1606"/>
                  </a:lnTo>
                  <a:cubicBezTo>
                    <a:pt x="1095" y="1586"/>
                    <a:pt x="1095" y="1571"/>
                    <a:pt x="1100" y="1550"/>
                  </a:cubicBezTo>
                  <a:cubicBezTo>
                    <a:pt x="1115" y="1469"/>
                    <a:pt x="1131" y="1393"/>
                    <a:pt x="1136" y="1307"/>
                  </a:cubicBezTo>
                  <a:cubicBezTo>
                    <a:pt x="1151" y="1166"/>
                    <a:pt x="1201" y="882"/>
                    <a:pt x="1364" y="851"/>
                  </a:cubicBezTo>
                  <a:lnTo>
                    <a:pt x="1500" y="461"/>
                  </a:lnTo>
                  <a:cubicBezTo>
                    <a:pt x="1536" y="375"/>
                    <a:pt x="1490" y="279"/>
                    <a:pt x="1399" y="2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" name="Google Shape;2301;p38">
              <a:extLst>
                <a:ext uri="{FF2B5EF4-FFF2-40B4-BE49-F238E27FC236}">
                  <a16:creationId xmlns:a16="http://schemas.microsoft.com/office/drawing/2014/main" id="{0F6B20C5-44ED-7494-DD1F-C89BF12CAABD}"/>
                </a:ext>
              </a:extLst>
            </p:cNvPr>
            <p:cNvGrpSpPr/>
            <p:nvPr/>
          </p:nvGrpSpPr>
          <p:grpSpPr>
            <a:xfrm>
              <a:off x="841471" y="1494582"/>
              <a:ext cx="809241" cy="449742"/>
              <a:chOff x="841471" y="1494582"/>
              <a:chExt cx="809241" cy="449742"/>
            </a:xfrm>
          </p:grpSpPr>
          <p:sp>
            <p:nvSpPr>
              <p:cNvPr id="24" name="Google Shape;2302;p38">
                <a:extLst>
                  <a:ext uri="{FF2B5EF4-FFF2-40B4-BE49-F238E27FC236}">
                    <a16:creationId xmlns:a16="http://schemas.microsoft.com/office/drawing/2014/main" id="{12BB5DDD-906E-8D95-62F6-D9D3520AB760}"/>
                  </a:ext>
                </a:extLst>
              </p:cNvPr>
              <p:cNvSpPr/>
              <p:nvPr/>
            </p:nvSpPr>
            <p:spPr>
              <a:xfrm>
                <a:off x="841471" y="1494582"/>
                <a:ext cx="809241" cy="449742"/>
              </a:xfrm>
              <a:custGeom>
                <a:avLst/>
                <a:gdLst/>
                <a:ahLst/>
                <a:cxnLst/>
                <a:rect l="l" t="t" r="r" b="b"/>
                <a:pathLst>
                  <a:path w="10994" h="6110" extrusionOk="0">
                    <a:moveTo>
                      <a:pt x="9483" y="6013"/>
                    </a:moveTo>
                    <a:lnTo>
                      <a:pt x="568" y="3653"/>
                    </a:lnTo>
                    <a:cubicBezTo>
                      <a:pt x="213" y="3556"/>
                      <a:pt x="1" y="3192"/>
                      <a:pt x="97" y="2837"/>
                    </a:cubicBezTo>
                    <a:lnTo>
                      <a:pt x="695" y="573"/>
                    </a:lnTo>
                    <a:cubicBezTo>
                      <a:pt x="791" y="213"/>
                      <a:pt x="1161" y="0"/>
                      <a:pt x="1515" y="97"/>
                    </a:cubicBezTo>
                    <a:lnTo>
                      <a:pt x="10421" y="2457"/>
                    </a:lnTo>
                    <a:cubicBezTo>
                      <a:pt x="10780" y="2548"/>
                      <a:pt x="10993" y="2918"/>
                      <a:pt x="10897" y="3278"/>
                    </a:cubicBezTo>
                    <a:lnTo>
                      <a:pt x="10299" y="5542"/>
                    </a:lnTo>
                    <a:cubicBezTo>
                      <a:pt x="10203" y="5897"/>
                      <a:pt x="9838" y="6110"/>
                      <a:pt x="9483" y="601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303;p38">
                <a:extLst>
                  <a:ext uri="{FF2B5EF4-FFF2-40B4-BE49-F238E27FC236}">
                    <a16:creationId xmlns:a16="http://schemas.microsoft.com/office/drawing/2014/main" id="{C62A83DC-0F3D-AEF9-E064-C67694697C9C}"/>
                  </a:ext>
                </a:extLst>
              </p:cNvPr>
              <p:cNvSpPr/>
              <p:nvPr/>
            </p:nvSpPr>
            <p:spPr>
              <a:xfrm>
                <a:off x="927961" y="1625455"/>
                <a:ext cx="80232" cy="114901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561" extrusionOk="0">
                    <a:moveTo>
                      <a:pt x="1090" y="107"/>
                    </a:moveTo>
                    <a:lnTo>
                      <a:pt x="1029" y="340"/>
                    </a:lnTo>
                    <a:lnTo>
                      <a:pt x="832" y="289"/>
                    </a:lnTo>
                    <a:cubicBezTo>
                      <a:pt x="781" y="279"/>
                      <a:pt x="746" y="279"/>
                      <a:pt x="720" y="289"/>
                    </a:cubicBezTo>
                    <a:cubicBezTo>
                      <a:pt x="695" y="304"/>
                      <a:pt x="680" y="335"/>
                      <a:pt x="665" y="375"/>
                    </a:cubicBezTo>
                    <a:lnTo>
                      <a:pt x="644" y="456"/>
                    </a:lnTo>
                    <a:lnTo>
                      <a:pt x="948" y="532"/>
                    </a:lnTo>
                    <a:lnTo>
                      <a:pt x="882" y="786"/>
                    </a:lnTo>
                    <a:lnTo>
                      <a:pt x="578" y="710"/>
                    </a:lnTo>
                    <a:lnTo>
                      <a:pt x="356" y="1561"/>
                    </a:lnTo>
                    <a:lnTo>
                      <a:pt x="1" y="1469"/>
                    </a:lnTo>
                    <a:lnTo>
                      <a:pt x="224" y="613"/>
                    </a:lnTo>
                    <a:lnTo>
                      <a:pt x="47" y="568"/>
                    </a:lnTo>
                    <a:lnTo>
                      <a:pt x="117" y="315"/>
                    </a:lnTo>
                    <a:lnTo>
                      <a:pt x="290" y="360"/>
                    </a:lnTo>
                    <a:lnTo>
                      <a:pt x="310" y="284"/>
                    </a:lnTo>
                    <a:cubicBezTo>
                      <a:pt x="345" y="163"/>
                      <a:pt x="401" y="81"/>
                      <a:pt x="482" y="46"/>
                    </a:cubicBezTo>
                    <a:cubicBezTo>
                      <a:pt x="563" y="6"/>
                      <a:pt x="675" y="0"/>
                      <a:pt x="816" y="4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304;p38">
                <a:extLst>
                  <a:ext uri="{FF2B5EF4-FFF2-40B4-BE49-F238E27FC236}">
                    <a16:creationId xmlns:a16="http://schemas.microsoft.com/office/drawing/2014/main" id="{3B952662-7EEB-9CB2-8016-42CC48B008A8}"/>
                  </a:ext>
                </a:extLst>
              </p:cNvPr>
              <p:cNvSpPr/>
              <p:nvPr/>
            </p:nvSpPr>
            <p:spPr>
              <a:xfrm>
                <a:off x="987289" y="1670577"/>
                <a:ext cx="93629" cy="98855"/>
              </a:xfrm>
              <a:custGeom>
                <a:avLst/>
                <a:gdLst/>
                <a:ahLst/>
                <a:cxnLst/>
                <a:rect l="l" t="t" r="r" b="b"/>
                <a:pathLst>
                  <a:path w="1272" h="1343" extrusionOk="0">
                    <a:moveTo>
                      <a:pt x="654" y="704"/>
                    </a:moveTo>
                    <a:cubicBezTo>
                      <a:pt x="578" y="684"/>
                      <a:pt x="517" y="684"/>
                      <a:pt x="477" y="699"/>
                    </a:cubicBezTo>
                    <a:cubicBezTo>
                      <a:pt x="431" y="715"/>
                      <a:pt x="401" y="745"/>
                      <a:pt x="390" y="796"/>
                    </a:cubicBezTo>
                    <a:cubicBezTo>
                      <a:pt x="380" y="841"/>
                      <a:pt x="385" y="877"/>
                      <a:pt x="406" y="912"/>
                    </a:cubicBezTo>
                    <a:cubicBezTo>
                      <a:pt x="431" y="948"/>
                      <a:pt x="471" y="968"/>
                      <a:pt x="522" y="983"/>
                    </a:cubicBezTo>
                    <a:cubicBezTo>
                      <a:pt x="588" y="998"/>
                      <a:pt x="654" y="993"/>
                      <a:pt x="710" y="958"/>
                    </a:cubicBezTo>
                    <a:cubicBezTo>
                      <a:pt x="765" y="917"/>
                      <a:pt x="806" y="867"/>
                      <a:pt x="826" y="796"/>
                    </a:cubicBezTo>
                    <a:lnTo>
                      <a:pt x="836" y="755"/>
                    </a:lnTo>
                    <a:close/>
                    <a:moveTo>
                      <a:pt x="1226" y="715"/>
                    </a:moveTo>
                    <a:lnTo>
                      <a:pt x="1064" y="1343"/>
                    </a:lnTo>
                    <a:lnTo>
                      <a:pt x="704" y="1252"/>
                    </a:lnTo>
                    <a:lnTo>
                      <a:pt x="750" y="1089"/>
                    </a:lnTo>
                    <a:cubicBezTo>
                      <a:pt x="684" y="1140"/>
                      <a:pt x="618" y="1176"/>
                      <a:pt x="547" y="1191"/>
                    </a:cubicBezTo>
                    <a:cubicBezTo>
                      <a:pt x="482" y="1206"/>
                      <a:pt x="406" y="1206"/>
                      <a:pt x="319" y="1181"/>
                    </a:cubicBezTo>
                    <a:cubicBezTo>
                      <a:pt x="208" y="1150"/>
                      <a:pt x="122" y="1095"/>
                      <a:pt x="66" y="1008"/>
                    </a:cubicBezTo>
                    <a:cubicBezTo>
                      <a:pt x="16" y="922"/>
                      <a:pt x="0" y="826"/>
                      <a:pt x="26" y="720"/>
                    </a:cubicBezTo>
                    <a:cubicBezTo>
                      <a:pt x="61" y="588"/>
                      <a:pt x="132" y="507"/>
                      <a:pt x="238" y="466"/>
                    </a:cubicBezTo>
                    <a:cubicBezTo>
                      <a:pt x="340" y="431"/>
                      <a:pt x="492" y="436"/>
                      <a:pt x="679" y="487"/>
                    </a:cubicBezTo>
                    <a:lnTo>
                      <a:pt x="892" y="542"/>
                    </a:lnTo>
                    <a:lnTo>
                      <a:pt x="897" y="512"/>
                    </a:lnTo>
                    <a:cubicBezTo>
                      <a:pt x="912" y="456"/>
                      <a:pt x="902" y="411"/>
                      <a:pt x="861" y="375"/>
                    </a:cubicBezTo>
                    <a:cubicBezTo>
                      <a:pt x="826" y="335"/>
                      <a:pt x="760" y="304"/>
                      <a:pt x="669" y="279"/>
                    </a:cubicBezTo>
                    <a:cubicBezTo>
                      <a:pt x="593" y="259"/>
                      <a:pt x="517" y="249"/>
                      <a:pt x="451" y="249"/>
                    </a:cubicBezTo>
                    <a:cubicBezTo>
                      <a:pt x="380" y="249"/>
                      <a:pt x="314" y="254"/>
                      <a:pt x="249" y="269"/>
                    </a:cubicBezTo>
                    <a:lnTo>
                      <a:pt x="319" y="0"/>
                    </a:lnTo>
                    <a:cubicBezTo>
                      <a:pt x="401" y="0"/>
                      <a:pt x="482" y="5"/>
                      <a:pt x="558" y="16"/>
                    </a:cubicBezTo>
                    <a:cubicBezTo>
                      <a:pt x="639" y="26"/>
                      <a:pt x="715" y="41"/>
                      <a:pt x="791" y="61"/>
                    </a:cubicBezTo>
                    <a:cubicBezTo>
                      <a:pt x="993" y="112"/>
                      <a:pt x="1125" y="193"/>
                      <a:pt x="1196" y="294"/>
                    </a:cubicBezTo>
                    <a:cubicBezTo>
                      <a:pt x="1262" y="395"/>
                      <a:pt x="1272" y="537"/>
                      <a:pt x="1226" y="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305;p38">
                <a:extLst>
                  <a:ext uri="{FF2B5EF4-FFF2-40B4-BE49-F238E27FC236}">
                    <a16:creationId xmlns:a16="http://schemas.microsoft.com/office/drawing/2014/main" id="{13C8DAF1-44D3-3DC2-5B1C-F292B1D3B173}"/>
                  </a:ext>
                </a:extLst>
              </p:cNvPr>
              <p:cNvSpPr/>
              <p:nvPr/>
            </p:nvSpPr>
            <p:spPr>
              <a:xfrm>
                <a:off x="1064798" y="1656002"/>
                <a:ext cx="107467" cy="136910"/>
              </a:xfrm>
              <a:custGeom>
                <a:avLst/>
                <a:gdLst/>
                <a:ahLst/>
                <a:cxnLst/>
                <a:rect l="l" t="t" r="r" b="b"/>
                <a:pathLst>
                  <a:path w="1460" h="1860" extrusionOk="0">
                    <a:moveTo>
                      <a:pt x="401" y="1"/>
                    </a:moveTo>
                    <a:lnTo>
                      <a:pt x="756" y="92"/>
                    </a:lnTo>
                    <a:lnTo>
                      <a:pt x="538" y="933"/>
                    </a:lnTo>
                    <a:lnTo>
                      <a:pt x="1050" y="629"/>
                    </a:lnTo>
                    <a:lnTo>
                      <a:pt x="1460" y="740"/>
                    </a:lnTo>
                    <a:lnTo>
                      <a:pt x="786" y="1105"/>
                    </a:lnTo>
                    <a:lnTo>
                      <a:pt x="1217" y="1860"/>
                    </a:lnTo>
                    <a:lnTo>
                      <a:pt x="786" y="1743"/>
                    </a:lnTo>
                    <a:lnTo>
                      <a:pt x="472" y="1171"/>
                    </a:lnTo>
                    <a:lnTo>
                      <a:pt x="351" y="1632"/>
                    </a:lnTo>
                    <a:lnTo>
                      <a:pt x="1" y="154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306;p38">
                <a:extLst>
                  <a:ext uri="{FF2B5EF4-FFF2-40B4-BE49-F238E27FC236}">
                    <a16:creationId xmlns:a16="http://schemas.microsoft.com/office/drawing/2014/main" id="{242398AE-D073-0B85-CB6B-71B2F4C5642E}"/>
                  </a:ext>
                </a:extLst>
              </p:cNvPr>
              <p:cNvSpPr/>
              <p:nvPr/>
            </p:nvSpPr>
            <p:spPr>
              <a:xfrm>
                <a:off x="1142381" y="1712312"/>
                <a:ext cx="94438" cy="93334"/>
              </a:xfrm>
              <a:custGeom>
                <a:avLst/>
                <a:gdLst/>
                <a:ahLst/>
                <a:cxnLst/>
                <a:rect l="l" t="t" r="r" b="b"/>
                <a:pathLst>
                  <a:path w="1283" h="1268" extrusionOk="0">
                    <a:moveTo>
                      <a:pt x="1237" y="781"/>
                    </a:moveTo>
                    <a:lnTo>
                      <a:pt x="1211" y="882"/>
                    </a:lnTo>
                    <a:lnTo>
                      <a:pt x="386" y="664"/>
                    </a:lnTo>
                    <a:cubicBezTo>
                      <a:pt x="370" y="750"/>
                      <a:pt x="386" y="821"/>
                      <a:pt x="426" y="872"/>
                    </a:cubicBezTo>
                    <a:cubicBezTo>
                      <a:pt x="467" y="928"/>
                      <a:pt x="533" y="968"/>
                      <a:pt x="624" y="994"/>
                    </a:cubicBezTo>
                    <a:cubicBezTo>
                      <a:pt x="700" y="1014"/>
                      <a:pt x="776" y="1019"/>
                      <a:pt x="862" y="1019"/>
                    </a:cubicBezTo>
                    <a:cubicBezTo>
                      <a:pt x="943" y="1019"/>
                      <a:pt x="1034" y="1004"/>
                      <a:pt x="1130" y="983"/>
                    </a:cubicBezTo>
                    <a:lnTo>
                      <a:pt x="1059" y="1257"/>
                    </a:lnTo>
                    <a:cubicBezTo>
                      <a:pt x="963" y="1267"/>
                      <a:pt x="877" y="1267"/>
                      <a:pt x="786" y="1262"/>
                    </a:cubicBezTo>
                    <a:cubicBezTo>
                      <a:pt x="700" y="1257"/>
                      <a:pt x="614" y="1242"/>
                      <a:pt x="527" y="1222"/>
                    </a:cubicBezTo>
                    <a:cubicBezTo>
                      <a:pt x="330" y="1166"/>
                      <a:pt x="188" y="1075"/>
                      <a:pt x="102" y="943"/>
                    </a:cubicBezTo>
                    <a:cubicBezTo>
                      <a:pt x="16" y="816"/>
                      <a:pt x="1" y="654"/>
                      <a:pt x="46" y="472"/>
                    </a:cubicBezTo>
                    <a:cubicBezTo>
                      <a:pt x="97" y="289"/>
                      <a:pt x="188" y="163"/>
                      <a:pt x="320" y="87"/>
                    </a:cubicBezTo>
                    <a:cubicBezTo>
                      <a:pt x="457" y="16"/>
                      <a:pt x="624" y="1"/>
                      <a:pt x="816" y="51"/>
                    </a:cubicBezTo>
                    <a:cubicBezTo>
                      <a:pt x="988" y="97"/>
                      <a:pt x="1115" y="183"/>
                      <a:pt x="1191" y="320"/>
                    </a:cubicBezTo>
                    <a:cubicBezTo>
                      <a:pt x="1267" y="452"/>
                      <a:pt x="1282" y="604"/>
                      <a:pt x="1237" y="781"/>
                    </a:cubicBezTo>
                    <a:close/>
                    <a:moveTo>
                      <a:pt x="902" y="568"/>
                    </a:moveTo>
                    <a:cubicBezTo>
                      <a:pt x="923" y="497"/>
                      <a:pt x="917" y="441"/>
                      <a:pt x="887" y="391"/>
                    </a:cubicBezTo>
                    <a:cubicBezTo>
                      <a:pt x="862" y="335"/>
                      <a:pt x="811" y="305"/>
                      <a:pt x="750" y="284"/>
                    </a:cubicBezTo>
                    <a:cubicBezTo>
                      <a:pt x="679" y="269"/>
                      <a:pt x="619" y="274"/>
                      <a:pt x="568" y="300"/>
                    </a:cubicBezTo>
                    <a:cubicBezTo>
                      <a:pt x="517" y="330"/>
                      <a:pt x="472" y="376"/>
                      <a:pt x="446" y="44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307;p38">
                <a:extLst>
                  <a:ext uri="{FF2B5EF4-FFF2-40B4-BE49-F238E27FC236}">
                    <a16:creationId xmlns:a16="http://schemas.microsoft.com/office/drawing/2014/main" id="{535210B1-7ED0-F6F8-28C8-7B02AFEB9C1F}"/>
                  </a:ext>
                </a:extLst>
              </p:cNvPr>
              <p:cNvSpPr/>
              <p:nvPr/>
            </p:nvSpPr>
            <p:spPr>
              <a:xfrm>
                <a:off x="1249039" y="1735793"/>
                <a:ext cx="98119" cy="103419"/>
              </a:xfrm>
              <a:custGeom>
                <a:avLst/>
                <a:gdLst/>
                <a:ahLst/>
                <a:cxnLst/>
                <a:rect l="l" t="t" r="r" b="b"/>
                <a:pathLst>
                  <a:path w="1333" h="1405" extrusionOk="0">
                    <a:moveTo>
                      <a:pt x="1292" y="725"/>
                    </a:moveTo>
                    <a:lnTo>
                      <a:pt x="1115" y="1404"/>
                    </a:lnTo>
                    <a:lnTo>
                      <a:pt x="760" y="1308"/>
                    </a:lnTo>
                    <a:lnTo>
                      <a:pt x="791" y="1201"/>
                    </a:lnTo>
                    <a:lnTo>
                      <a:pt x="897" y="791"/>
                    </a:lnTo>
                    <a:cubicBezTo>
                      <a:pt x="917" y="695"/>
                      <a:pt x="932" y="629"/>
                      <a:pt x="938" y="594"/>
                    </a:cubicBezTo>
                    <a:cubicBezTo>
                      <a:pt x="943" y="558"/>
                      <a:pt x="943" y="528"/>
                      <a:pt x="938" y="507"/>
                    </a:cubicBezTo>
                    <a:cubicBezTo>
                      <a:pt x="932" y="482"/>
                      <a:pt x="917" y="457"/>
                      <a:pt x="897" y="436"/>
                    </a:cubicBezTo>
                    <a:cubicBezTo>
                      <a:pt x="877" y="421"/>
                      <a:pt x="851" y="406"/>
                      <a:pt x="821" y="396"/>
                    </a:cubicBezTo>
                    <a:cubicBezTo>
                      <a:pt x="745" y="381"/>
                      <a:pt x="679" y="391"/>
                      <a:pt x="623" y="436"/>
                    </a:cubicBezTo>
                    <a:cubicBezTo>
                      <a:pt x="568" y="482"/>
                      <a:pt x="527" y="558"/>
                      <a:pt x="497" y="659"/>
                    </a:cubicBezTo>
                    <a:lnTo>
                      <a:pt x="355" y="1201"/>
                    </a:lnTo>
                    <a:lnTo>
                      <a:pt x="0" y="1110"/>
                    </a:lnTo>
                    <a:lnTo>
                      <a:pt x="289" y="1"/>
                    </a:lnTo>
                    <a:lnTo>
                      <a:pt x="644" y="97"/>
                    </a:lnTo>
                    <a:lnTo>
                      <a:pt x="603" y="259"/>
                    </a:lnTo>
                    <a:cubicBezTo>
                      <a:pt x="674" y="209"/>
                      <a:pt x="745" y="173"/>
                      <a:pt x="811" y="158"/>
                    </a:cubicBezTo>
                    <a:cubicBezTo>
                      <a:pt x="877" y="143"/>
                      <a:pt x="948" y="148"/>
                      <a:pt x="1024" y="163"/>
                    </a:cubicBezTo>
                    <a:cubicBezTo>
                      <a:pt x="1150" y="198"/>
                      <a:pt x="1236" y="264"/>
                      <a:pt x="1282" y="361"/>
                    </a:cubicBezTo>
                    <a:cubicBezTo>
                      <a:pt x="1328" y="457"/>
                      <a:pt x="1333" y="578"/>
                      <a:pt x="1292" y="72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2308;p38">
                <a:extLst>
                  <a:ext uri="{FF2B5EF4-FFF2-40B4-BE49-F238E27FC236}">
                    <a16:creationId xmlns:a16="http://schemas.microsoft.com/office/drawing/2014/main" id="{5197C326-22CE-41A6-AF1E-81512D89BBA3}"/>
                  </a:ext>
                </a:extLst>
              </p:cNvPr>
              <p:cNvSpPr/>
              <p:nvPr/>
            </p:nvSpPr>
            <p:spPr>
              <a:xfrm>
                <a:off x="1328830" y="1761187"/>
                <a:ext cx="94365" cy="93261"/>
              </a:xfrm>
              <a:custGeom>
                <a:avLst/>
                <a:gdLst/>
                <a:ahLst/>
                <a:cxnLst/>
                <a:rect l="l" t="t" r="r" b="b"/>
                <a:pathLst>
                  <a:path w="1282" h="1267" extrusionOk="0">
                    <a:moveTo>
                      <a:pt x="1236" y="775"/>
                    </a:moveTo>
                    <a:lnTo>
                      <a:pt x="1211" y="877"/>
                    </a:lnTo>
                    <a:lnTo>
                      <a:pt x="380" y="664"/>
                    </a:lnTo>
                    <a:cubicBezTo>
                      <a:pt x="370" y="745"/>
                      <a:pt x="385" y="816"/>
                      <a:pt x="426" y="872"/>
                    </a:cubicBezTo>
                    <a:cubicBezTo>
                      <a:pt x="466" y="927"/>
                      <a:pt x="532" y="968"/>
                      <a:pt x="623" y="993"/>
                    </a:cubicBezTo>
                    <a:cubicBezTo>
                      <a:pt x="699" y="1008"/>
                      <a:pt x="775" y="1018"/>
                      <a:pt x="862" y="1018"/>
                    </a:cubicBezTo>
                    <a:cubicBezTo>
                      <a:pt x="943" y="1013"/>
                      <a:pt x="1034" y="1003"/>
                      <a:pt x="1130" y="978"/>
                    </a:cubicBezTo>
                    <a:lnTo>
                      <a:pt x="1059" y="1252"/>
                    </a:lnTo>
                    <a:cubicBezTo>
                      <a:pt x="963" y="1262"/>
                      <a:pt x="877" y="1267"/>
                      <a:pt x="786" y="1257"/>
                    </a:cubicBezTo>
                    <a:cubicBezTo>
                      <a:pt x="699" y="1252"/>
                      <a:pt x="613" y="1241"/>
                      <a:pt x="527" y="1216"/>
                    </a:cubicBezTo>
                    <a:cubicBezTo>
                      <a:pt x="330" y="1165"/>
                      <a:pt x="188" y="1074"/>
                      <a:pt x="102" y="943"/>
                    </a:cubicBezTo>
                    <a:cubicBezTo>
                      <a:pt x="16" y="811"/>
                      <a:pt x="0" y="654"/>
                      <a:pt x="46" y="471"/>
                    </a:cubicBezTo>
                    <a:cubicBezTo>
                      <a:pt x="97" y="289"/>
                      <a:pt x="188" y="162"/>
                      <a:pt x="320" y="86"/>
                    </a:cubicBezTo>
                    <a:cubicBezTo>
                      <a:pt x="456" y="10"/>
                      <a:pt x="623" y="0"/>
                      <a:pt x="811" y="51"/>
                    </a:cubicBezTo>
                    <a:cubicBezTo>
                      <a:pt x="988" y="97"/>
                      <a:pt x="1115" y="183"/>
                      <a:pt x="1191" y="314"/>
                    </a:cubicBezTo>
                    <a:cubicBezTo>
                      <a:pt x="1267" y="446"/>
                      <a:pt x="1282" y="603"/>
                      <a:pt x="1236" y="775"/>
                    </a:cubicBezTo>
                    <a:close/>
                    <a:moveTo>
                      <a:pt x="902" y="563"/>
                    </a:moveTo>
                    <a:cubicBezTo>
                      <a:pt x="922" y="497"/>
                      <a:pt x="917" y="436"/>
                      <a:pt x="887" y="385"/>
                    </a:cubicBezTo>
                    <a:cubicBezTo>
                      <a:pt x="857" y="335"/>
                      <a:pt x="811" y="299"/>
                      <a:pt x="750" y="284"/>
                    </a:cubicBezTo>
                    <a:cubicBezTo>
                      <a:pt x="679" y="264"/>
                      <a:pt x="618" y="269"/>
                      <a:pt x="568" y="299"/>
                    </a:cubicBezTo>
                    <a:cubicBezTo>
                      <a:pt x="517" y="325"/>
                      <a:pt x="472" y="375"/>
                      <a:pt x="446" y="44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2309;p38">
                <a:extLst>
                  <a:ext uri="{FF2B5EF4-FFF2-40B4-BE49-F238E27FC236}">
                    <a16:creationId xmlns:a16="http://schemas.microsoft.com/office/drawing/2014/main" id="{D74EBD39-700F-E4CE-91C2-E8200A8C3F35}"/>
                  </a:ext>
                </a:extLst>
              </p:cNvPr>
              <p:cNvSpPr/>
              <p:nvPr/>
            </p:nvSpPr>
            <p:spPr>
              <a:xfrm>
                <a:off x="1411566" y="1772744"/>
                <a:ext cx="127267" cy="109307"/>
              </a:xfrm>
              <a:custGeom>
                <a:avLst/>
                <a:gdLst/>
                <a:ahLst/>
                <a:cxnLst/>
                <a:rect l="l" t="t" r="r" b="b"/>
                <a:pathLst>
                  <a:path w="1729" h="1485" extrusionOk="0">
                    <a:moveTo>
                      <a:pt x="1" y="0"/>
                    </a:moveTo>
                    <a:lnTo>
                      <a:pt x="345" y="92"/>
                    </a:lnTo>
                    <a:lnTo>
                      <a:pt x="330" y="902"/>
                    </a:lnTo>
                    <a:lnTo>
                      <a:pt x="715" y="188"/>
                    </a:lnTo>
                    <a:lnTo>
                      <a:pt x="1014" y="269"/>
                    </a:lnTo>
                    <a:lnTo>
                      <a:pt x="1004" y="1069"/>
                    </a:lnTo>
                    <a:lnTo>
                      <a:pt x="1389" y="365"/>
                    </a:lnTo>
                    <a:lnTo>
                      <a:pt x="1728" y="456"/>
                    </a:lnTo>
                    <a:lnTo>
                      <a:pt x="1151" y="1485"/>
                    </a:lnTo>
                    <a:lnTo>
                      <a:pt x="761" y="1383"/>
                    </a:lnTo>
                    <a:lnTo>
                      <a:pt x="776" y="573"/>
                    </a:lnTo>
                    <a:lnTo>
                      <a:pt x="391" y="1287"/>
                    </a:lnTo>
                    <a:lnTo>
                      <a:pt x="1" y="118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2310;p38">
                <a:extLst>
                  <a:ext uri="{FF2B5EF4-FFF2-40B4-BE49-F238E27FC236}">
                    <a16:creationId xmlns:a16="http://schemas.microsoft.com/office/drawing/2014/main" id="{74754D07-114B-0A4A-2AA4-DD5A4164B4B3}"/>
                  </a:ext>
                </a:extLst>
              </p:cNvPr>
              <p:cNvSpPr/>
              <p:nvPr/>
            </p:nvSpPr>
            <p:spPr>
              <a:xfrm>
                <a:off x="1493639" y="1803291"/>
                <a:ext cx="87298" cy="92966"/>
              </a:xfrm>
              <a:custGeom>
                <a:avLst/>
                <a:gdLst/>
                <a:ahLst/>
                <a:cxnLst/>
                <a:rect l="l" t="t" r="r" b="b"/>
                <a:pathLst>
                  <a:path w="1186" h="1263" extrusionOk="0">
                    <a:moveTo>
                      <a:pt x="1186" y="224"/>
                    </a:moveTo>
                    <a:lnTo>
                      <a:pt x="1115" y="492"/>
                    </a:lnTo>
                    <a:cubicBezTo>
                      <a:pt x="1044" y="441"/>
                      <a:pt x="978" y="401"/>
                      <a:pt x="912" y="365"/>
                    </a:cubicBezTo>
                    <a:cubicBezTo>
                      <a:pt x="846" y="330"/>
                      <a:pt x="781" y="305"/>
                      <a:pt x="720" y="289"/>
                    </a:cubicBezTo>
                    <a:cubicBezTo>
                      <a:pt x="654" y="269"/>
                      <a:pt x="598" y="269"/>
                      <a:pt x="563" y="274"/>
                    </a:cubicBezTo>
                    <a:cubicBezTo>
                      <a:pt x="527" y="284"/>
                      <a:pt x="502" y="305"/>
                      <a:pt x="492" y="340"/>
                    </a:cubicBezTo>
                    <a:cubicBezTo>
                      <a:pt x="487" y="371"/>
                      <a:pt x="492" y="396"/>
                      <a:pt x="512" y="416"/>
                    </a:cubicBezTo>
                    <a:cubicBezTo>
                      <a:pt x="532" y="436"/>
                      <a:pt x="578" y="462"/>
                      <a:pt x="639" y="482"/>
                    </a:cubicBezTo>
                    <a:lnTo>
                      <a:pt x="699" y="507"/>
                    </a:lnTo>
                    <a:cubicBezTo>
                      <a:pt x="872" y="578"/>
                      <a:pt x="983" y="649"/>
                      <a:pt x="1034" y="720"/>
                    </a:cubicBezTo>
                    <a:cubicBezTo>
                      <a:pt x="1084" y="786"/>
                      <a:pt x="1095" y="877"/>
                      <a:pt x="1064" y="989"/>
                    </a:cubicBezTo>
                    <a:cubicBezTo>
                      <a:pt x="1034" y="1110"/>
                      <a:pt x="968" y="1186"/>
                      <a:pt x="862" y="1222"/>
                    </a:cubicBezTo>
                    <a:cubicBezTo>
                      <a:pt x="760" y="1262"/>
                      <a:pt x="623" y="1257"/>
                      <a:pt x="451" y="1211"/>
                    </a:cubicBezTo>
                    <a:cubicBezTo>
                      <a:pt x="375" y="1191"/>
                      <a:pt x="304" y="1166"/>
                      <a:pt x="228" y="1135"/>
                    </a:cubicBezTo>
                    <a:cubicBezTo>
                      <a:pt x="152" y="1100"/>
                      <a:pt x="76" y="1064"/>
                      <a:pt x="0" y="1019"/>
                    </a:cubicBezTo>
                    <a:lnTo>
                      <a:pt x="71" y="750"/>
                    </a:lnTo>
                    <a:cubicBezTo>
                      <a:pt x="132" y="801"/>
                      <a:pt x="198" y="847"/>
                      <a:pt x="269" y="882"/>
                    </a:cubicBezTo>
                    <a:cubicBezTo>
                      <a:pt x="335" y="918"/>
                      <a:pt x="411" y="948"/>
                      <a:pt x="487" y="968"/>
                    </a:cubicBezTo>
                    <a:cubicBezTo>
                      <a:pt x="558" y="989"/>
                      <a:pt x="608" y="989"/>
                      <a:pt x="649" y="978"/>
                    </a:cubicBezTo>
                    <a:cubicBezTo>
                      <a:pt x="689" y="968"/>
                      <a:pt x="715" y="948"/>
                      <a:pt x="725" y="907"/>
                    </a:cubicBezTo>
                    <a:cubicBezTo>
                      <a:pt x="735" y="877"/>
                      <a:pt x="730" y="852"/>
                      <a:pt x="710" y="831"/>
                    </a:cubicBezTo>
                    <a:cubicBezTo>
                      <a:pt x="689" y="806"/>
                      <a:pt x="644" y="781"/>
                      <a:pt x="573" y="755"/>
                    </a:cubicBezTo>
                    <a:lnTo>
                      <a:pt x="512" y="730"/>
                    </a:lnTo>
                    <a:cubicBezTo>
                      <a:pt x="360" y="669"/>
                      <a:pt x="259" y="604"/>
                      <a:pt x="208" y="533"/>
                    </a:cubicBezTo>
                    <a:cubicBezTo>
                      <a:pt x="163" y="467"/>
                      <a:pt x="152" y="376"/>
                      <a:pt x="178" y="264"/>
                    </a:cubicBezTo>
                    <a:cubicBezTo>
                      <a:pt x="208" y="148"/>
                      <a:pt x="274" y="72"/>
                      <a:pt x="370" y="36"/>
                    </a:cubicBezTo>
                    <a:cubicBezTo>
                      <a:pt x="461" y="1"/>
                      <a:pt x="593" y="6"/>
                      <a:pt x="760" y="46"/>
                    </a:cubicBezTo>
                    <a:cubicBezTo>
                      <a:pt x="826" y="67"/>
                      <a:pt x="892" y="87"/>
                      <a:pt x="963" y="117"/>
                    </a:cubicBezTo>
                    <a:cubicBezTo>
                      <a:pt x="1034" y="148"/>
                      <a:pt x="1105" y="183"/>
                      <a:pt x="1186" y="22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2311;p38">
                <a:extLst>
                  <a:ext uri="{FF2B5EF4-FFF2-40B4-BE49-F238E27FC236}">
                    <a16:creationId xmlns:a16="http://schemas.microsoft.com/office/drawing/2014/main" id="{A9FAB100-CB5C-4EA3-2294-8AAF9F52E9F5}"/>
                  </a:ext>
                </a:extLst>
              </p:cNvPr>
              <p:cNvSpPr/>
              <p:nvPr/>
            </p:nvSpPr>
            <p:spPr>
              <a:xfrm>
                <a:off x="884385" y="1494582"/>
                <a:ext cx="766328" cy="272642"/>
              </a:xfrm>
              <a:custGeom>
                <a:avLst/>
                <a:gdLst/>
                <a:ahLst/>
                <a:cxnLst/>
                <a:rect l="l" t="t" r="r" b="b"/>
                <a:pathLst>
                  <a:path w="10411" h="3704" extrusionOk="0">
                    <a:moveTo>
                      <a:pt x="10202" y="3703"/>
                    </a:moveTo>
                    <a:lnTo>
                      <a:pt x="10319" y="3263"/>
                    </a:lnTo>
                    <a:cubicBezTo>
                      <a:pt x="10410" y="2913"/>
                      <a:pt x="10202" y="2553"/>
                      <a:pt x="9853" y="2457"/>
                    </a:cubicBezTo>
                    <a:lnTo>
                      <a:pt x="917" y="92"/>
                    </a:lnTo>
                    <a:cubicBezTo>
                      <a:pt x="568" y="0"/>
                      <a:pt x="208" y="208"/>
                      <a:pt x="117" y="558"/>
                    </a:cubicBezTo>
                    <a:lnTo>
                      <a:pt x="0" y="100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2312;p38">
                <a:extLst>
                  <a:ext uri="{FF2B5EF4-FFF2-40B4-BE49-F238E27FC236}">
                    <a16:creationId xmlns:a16="http://schemas.microsoft.com/office/drawing/2014/main" id="{4C080AD0-098F-AFB9-CE17-67CA8539EFF9}"/>
                  </a:ext>
                </a:extLst>
              </p:cNvPr>
              <p:cNvSpPr/>
              <p:nvPr/>
            </p:nvSpPr>
            <p:spPr>
              <a:xfrm>
                <a:off x="1504459" y="1681397"/>
                <a:ext cx="26131" cy="26131"/>
              </a:xfrm>
              <a:custGeom>
                <a:avLst/>
                <a:gdLst/>
                <a:ahLst/>
                <a:cxnLst/>
                <a:rect l="l" t="t" r="r" b="b"/>
                <a:pathLst>
                  <a:path w="355" h="355" extrusionOk="0">
                    <a:moveTo>
                      <a:pt x="330" y="218"/>
                    </a:moveTo>
                    <a:cubicBezTo>
                      <a:pt x="309" y="304"/>
                      <a:pt x="218" y="355"/>
                      <a:pt x="137" y="335"/>
                    </a:cubicBezTo>
                    <a:cubicBezTo>
                      <a:pt x="51" y="309"/>
                      <a:pt x="0" y="223"/>
                      <a:pt x="21" y="137"/>
                    </a:cubicBezTo>
                    <a:cubicBezTo>
                      <a:pt x="46" y="51"/>
                      <a:pt x="132" y="0"/>
                      <a:pt x="218" y="26"/>
                    </a:cubicBezTo>
                    <a:cubicBezTo>
                      <a:pt x="304" y="46"/>
                      <a:pt x="355" y="137"/>
                      <a:pt x="330" y="21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2313;p38">
                <a:extLst>
                  <a:ext uri="{FF2B5EF4-FFF2-40B4-BE49-F238E27FC236}">
                    <a16:creationId xmlns:a16="http://schemas.microsoft.com/office/drawing/2014/main" id="{53F0E677-E3D3-38CE-4D92-4A7FDBB3CA61}"/>
                  </a:ext>
                </a:extLst>
              </p:cNvPr>
              <p:cNvSpPr/>
              <p:nvPr/>
            </p:nvSpPr>
            <p:spPr>
              <a:xfrm>
                <a:off x="1548477" y="1693321"/>
                <a:ext cx="26131" cy="26131"/>
              </a:xfrm>
              <a:custGeom>
                <a:avLst/>
                <a:gdLst/>
                <a:ahLst/>
                <a:cxnLst/>
                <a:rect l="l" t="t" r="r" b="b"/>
                <a:pathLst>
                  <a:path w="355" h="355" extrusionOk="0">
                    <a:moveTo>
                      <a:pt x="329" y="218"/>
                    </a:moveTo>
                    <a:cubicBezTo>
                      <a:pt x="309" y="304"/>
                      <a:pt x="223" y="355"/>
                      <a:pt x="137" y="330"/>
                    </a:cubicBezTo>
                    <a:cubicBezTo>
                      <a:pt x="51" y="309"/>
                      <a:pt x="0" y="223"/>
                      <a:pt x="25" y="137"/>
                    </a:cubicBezTo>
                    <a:cubicBezTo>
                      <a:pt x="46" y="51"/>
                      <a:pt x="132" y="0"/>
                      <a:pt x="218" y="21"/>
                    </a:cubicBezTo>
                    <a:cubicBezTo>
                      <a:pt x="304" y="46"/>
                      <a:pt x="355" y="132"/>
                      <a:pt x="329" y="21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2314;p38">
                <a:extLst>
                  <a:ext uri="{FF2B5EF4-FFF2-40B4-BE49-F238E27FC236}">
                    <a16:creationId xmlns:a16="http://schemas.microsoft.com/office/drawing/2014/main" id="{A0FDB913-1B95-0E2B-F871-2347F2EF9ED4}"/>
                  </a:ext>
                </a:extLst>
              </p:cNvPr>
              <p:cNvSpPr/>
              <p:nvPr/>
            </p:nvSpPr>
            <p:spPr>
              <a:xfrm>
                <a:off x="1592421" y="1704878"/>
                <a:ext cx="26204" cy="26131"/>
              </a:xfrm>
              <a:custGeom>
                <a:avLst/>
                <a:gdLst/>
                <a:ahLst/>
                <a:cxnLst/>
                <a:rect l="l" t="t" r="r" b="b"/>
                <a:pathLst>
                  <a:path w="356" h="355" extrusionOk="0">
                    <a:moveTo>
                      <a:pt x="335" y="218"/>
                    </a:moveTo>
                    <a:cubicBezTo>
                      <a:pt x="310" y="304"/>
                      <a:pt x="224" y="355"/>
                      <a:pt x="138" y="335"/>
                    </a:cubicBezTo>
                    <a:cubicBezTo>
                      <a:pt x="51" y="309"/>
                      <a:pt x="1" y="223"/>
                      <a:pt x="26" y="137"/>
                    </a:cubicBezTo>
                    <a:cubicBezTo>
                      <a:pt x="46" y="51"/>
                      <a:pt x="138" y="0"/>
                      <a:pt x="219" y="26"/>
                    </a:cubicBezTo>
                    <a:cubicBezTo>
                      <a:pt x="305" y="46"/>
                      <a:pt x="355" y="132"/>
                      <a:pt x="335" y="21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2818550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p28"/>
          <p:cNvSpPr txBox="1">
            <a:spLocks noGrp="1"/>
          </p:cNvSpPr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Application</a:t>
            </a:r>
            <a:endParaRPr sz="2400"/>
          </a:p>
        </p:txBody>
      </p:sp>
      <p:grpSp>
        <p:nvGrpSpPr>
          <p:cNvPr id="1452" name="Google Shape;1452;p28"/>
          <p:cNvGrpSpPr/>
          <p:nvPr/>
        </p:nvGrpSpPr>
        <p:grpSpPr>
          <a:xfrm>
            <a:off x="2973822" y="1574461"/>
            <a:ext cx="3196330" cy="3053852"/>
            <a:chOff x="2876875" y="1574475"/>
            <a:chExt cx="3196330" cy="3053852"/>
          </a:xfrm>
        </p:grpSpPr>
        <p:sp>
          <p:nvSpPr>
            <p:cNvPr id="1453" name="Google Shape;1453;p28"/>
            <p:cNvSpPr/>
            <p:nvPr/>
          </p:nvSpPr>
          <p:spPr>
            <a:xfrm>
              <a:off x="4716461" y="3537286"/>
              <a:ext cx="247781" cy="1068892"/>
            </a:xfrm>
            <a:custGeom>
              <a:avLst/>
              <a:gdLst/>
              <a:ahLst/>
              <a:cxnLst/>
              <a:rect l="l" t="t" r="r" b="b"/>
              <a:pathLst>
                <a:path w="2807" h="12109" extrusionOk="0">
                  <a:moveTo>
                    <a:pt x="2022" y="0"/>
                  </a:moveTo>
                  <a:cubicBezTo>
                    <a:pt x="1821" y="0"/>
                    <a:pt x="1600" y="8"/>
                    <a:pt x="1393" y="33"/>
                  </a:cubicBezTo>
                  <a:cubicBezTo>
                    <a:pt x="1039" y="68"/>
                    <a:pt x="725" y="154"/>
                    <a:pt x="618" y="316"/>
                  </a:cubicBezTo>
                  <a:cubicBezTo>
                    <a:pt x="507" y="489"/>
                    <a:pt x="694" y="1177"/>
                    <a:pt x="714" y="1390"/>
                  </a:cubicBezTo>
                  <a:cubicBezTo>
                    <a:pt x="720" y="1456"/>
                    <a:pt x="730" y="1527"/>
                    <a:pt x="735" y="1593"/>
                  </a:cubicBezTo>
                  <a:cubicBezTo>
                    <a:pt x="765" y="1902"/>
                    <a:pt x="795" y="2216"/>
                    <a:pt x="821" y="2520"/>
                  </a:cubicBezTo>
                  <a:cubicBezTo>
                    <a:pt x="947" y="4004"/>
                    <a:pt x="1044" y="5493"/>
                    <a:pt x="1110" y="6983"/>
                  </a:cubicBezTo>
                  <a:cubicBezTo>
                    <a:pt x="1130" y="7484"/>
                    <a:pt x="1145" y="7991"/>
                    <a:pt x="1160" y="8492"/>
                  </a:cubicBezTo>
                  <a:cubicBezTo>
                    <a:pt x="1170" y="8816"/>
                    <a:pt x="1175" y="9146"/>
                    <a:pt x="1180" y="9470"/>
                  </a:cubicBezTo>
                  <a:cubicBezTo>
                    <a:pt x="1186" y="9652"/>
                    <a:pt x="1186" y="9834"/>
                    <a:pt x="1130" y="10012"/>
                  </a:cubicBezTo>
                  <a:cubicBezTo>
                    <a:pt x="1069" y="10184"/>
                    <a:pt x="953" y="10331"/>
                    <a:pt x="831" y="10473"/>
                  </a:cubicBezTo>
                  <a:cubicBezTo>
                    <a:pt x="795" y="10513"/>
                    <a:pt x="755" y="10559"/>
                    <a:pt x="720" y="10599"/>
                  </a:cubicBezTo>
                  <a:cubicBezTo>
                    <a:pt x="527" y="10822"/>
                    <a:pt x="345" y="11055"/>
                    <a:pt x="183" y="11298"/>
                  </a:cubicBezTo>
                  <a:cubicBezTo>
                    <a:pt x="91" y="11435"/>
                    <a:pt x="0" y="11587"/>
                    <a:pt x="20" y="11754"/>
                  </a:cubicBezTo>
                  <a:cubicBezTo>
                    <a:pt x="56" y="11962"/>
                    <a:pt x="279" y="12104"/>
                    <a:pt x="492" y="12109"/>
                  </a:cubicBezTo>
                  <a:cubicBezTo>
                    <a:pt x="709" y="12109"/>
                    <a:pt x="907" y="12008"/>
                    <a:pt x="1094" y="11901"/>
                  </a:cubicBezTo>
                  <a:cubicBezTo>
                    <a:pt x="1535" y="11638"/>
                    <a:pt x="1940" y="11309"/>
                    <a:pt x="2285" y="10929"/>
                  </a:cubicBezTo>
                  <a:cubicBezTo>
                    <a:pt x="2442" y="10761"/>
                    <a:pt x="2589" y="10574"/>
                    <a:pt x="2660" y="10356"/>
                  </a:cubicBezTo>
                  <a:cubicBezTo>
                    <a:pt x="2690" y="10265"/>
                    <a:pt x="2710" y="10169"/>
                    <a:pt x="2720" y="10073"/>
                  </a:cubicBezTo>
                  <a:cubicBezTo>
                    <a:pt x="2731" y="9976"/>
                    <a:pt x="2736" y="9875"/>
                    <a:pt x="2736" y="9774"/>
                  </a:cubicBezTo>
                  <a:cubicBezTo>
                    <a:pt x="2746" y="9358"/>
                    <a:pt x="2756" y="8938"/>
                    <a:pt x="2761" y="8522"/>
                  </a:cubicBezTo>
                  <a:cubicBezTo>
                    <a:pt x="2807" y="5691"/>
                    <a:pt x="2771" y="2854"/>
                    <a:pt x="2644" y="22"/>
                  </a:cubicBezTo>
                  <a:cubicBezTo>
                    <a:pt x="2516" y="14"/>
                    <a:pt x="2285" y="0"/>
                    <a:pt x="2022" y="0"/>
                  </a:cubicBezTo>
                  <a:close/>
                </a:path>
              </a:pathLst>
            </a:custGeom>
            <a:solidFill>
              <a:srgbClr val="F5BD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8"/>
            <p:cNvSpPr/>
            <p:nvPr/>
          </p:nvSpPr>
          <p:spPr>
            <a:xfrm>
              <a:off x="4716461" y="4426359"/>
              <a:ext cx="240189" cy="179811"/>
            </a:xfrm>
            <a:custGeom>
              <a:avLst/>
              <a:gdLst/>
              <a:ahLst/>
              <a:cxnLst/>
              <a:rect l="l" t="t" r="r" b="b"/>
              <a:pathLst>
                <a:path w="2721" h="2037" extrusionOk="0">
                  <a:moveTo>
                    <a:pt x="2720" y="1"/>
                  </a:moveTo>
                  <a:cubicBezTo>
                    <a:pt x="2290" y="299"/>
                    <a:pt x="1925" y="705"/>
                    <a:pt x="1429" y="862"/>
                  </a:cubicBezTo>
                  <a:cubicBezTo>
                    <a:pt x="1353" y="886"/>
                    <a:pt x="1269" y="903"/>
                    <a:pt x="1188" y="903"/>
                  </a:cubicBezTo>
                  <a:cubicBezTo>
                    <a:pt x="1084" y="903"/>
                    <a:pt x="983" y="875"/>
                    <a:pt x="912" y="801"/>
                  </a:cubicBezTo>
                  <a:cubicBezTo>
                    <a:pt x="806" y="684"/>
                    <a:pt x="826" y="543"/>
                    <a:pt x="831" y="401"/>
                  </a:cubicBezTo>
                  <a:lnTo>
                    <a:pt x="831" y="401"/>
                  </a:lnTo>
                  <a:cubicBezTo>
                    <a:pt x="795" y="441"/>
                    <a:pt x="755" y="487"/>
                    <a:pt x="720" y="527"/>
                  </a:cubicBezTo>
                  <a:cubicBezTo>
                    <a:pt x="527" y="750"/>
                    <a:pt x="345" y="983"/>
                    <a:pt x="183" y="1226"/>
                  </a:cubicBezTo>
                  <a:cubicBezTo>
                    <a:pt x="91" y="1363"/>
                    <a:pt x="0" y="1515"/>
                    <a:pt x="20" y="1682"/>
                  </a:cubicBezTo>
                  <a:cubicBezTo>
                    <a:pt x="56" y="1890"/>
                    <a:pt x="279" y="2032"/>
                    <a:pt x="492" y="2037"/>
                  </a:cubicBezTo>
                  <a:cubicBezTo>
                    <a:pt x="709" y="2037"/>
                    <a:pt x="907" y="1941"/>
                    <a:pt x="1094" y="1829"/>
                  </a:cubicBezTo>
                  <a:cubicBezTo>
                    <a:pt x="1535" y="1566"/>
                    <a:pt x="1940" y="1237"/>
                    <a:pt x="2285" y="857"/>
                  </a:cubicBezTo>
                  <a:cubicBezTo>
                    <a:pt x="2442" y="689"/>
                    <a:pt x="2589" y="502"/>
                    <a:pt x="2660" y="284"/>
                  </a:cubicBezTo>
                  <a:cubicBezTo>
                    <a:pt x="2690" y="193"/>
                    <a:pt x="2710" y="97"/>
                    <a:pt x="2720" y="1"/>
                  </a:cubicBezTo>
                  <a:close/>
                </a:path>
              </a:pathLst>
            </a:custGeom>
            <a:solidFill>
              <a:srgbClr val="121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8"/>
            <p:cNvSpPr/>
            <p:nvPr/>
          </p:nvSpPr>
          <p:spPr>
            <a:xfrm>
              <a:off x="5002639" y="3540905"/>
              <a:ext cx="296507" cy="1059623"/>
            </a:xfrm>
            <a:custGeom>
              <a:avLst/>
              <a:gdLst/>
              <a:ahLst/>
              <a:cxnLst/>
              <a:rect l="l" t="t" r="r" b="b"/>
              <a:pathLst>
                <a:path w="3359" h="12004" extrusionOk="0">
                  <a:moveTo>
                    <a:pt x="1035" y="0"/>
                  </a:moveTo>
                  <a:cubicBezTo>
                    <a:pt x="618" y="0"/>
                    <a:pt x="193" y="48"/>
                    <a:pt x="0" y="73"/>
                  </a:cubicBezTo>
                  <a:cubicBezTo>
                    <a:pt x="51" y="2869"/>
                    <a:pt x="183" y="5660"/>
                    <a:pt x="400" y="8451"/>
                  </a:cubicBezTo>
                  <a:cubicBezTo>
                    <a:pt x="436" y="8902"/>
                    <a:pt x="471" y="9358"/>
                    <a:pt x="512" y="9814"/>
                  </a:cubicBezTo>
                  <a:cubicBezTo>
                    <a:pt x="522" y="9910"/>
                    <a:pt x="532" y="10011"/>
                    <a:pt x="547" y="10113"/>
                  </a:cubicBezTo>
                  <a:cubicBezTo>
                    <a:pt x="562" y="10204"/>
                    <a:pt x="588" y="10300"/>
                    <a:pt x="623" y="10391"/>
                  </a:cubicBezTo>
                  <a:cubicBezTo>
                    <a:pt x="709" y="10604"/>
                    <a:pt x="866" y="10776"/>
                    <a:pt x="1034" y="10938"/>
                  </a:cubicBezTo>
                  <a:cubicBezTo>
                    <a:pt x="1403" y="11298"/>
                    <a:pt x="1824" y="11597"/>
                    <a:pt x="2285" y="11835"/>
                  </a:cubicBezTo>
                  <a:cubicBezTo>
                    <a:pt x="2462" y="11924"/>
                    <a:pt x="2648" y="12004"/>
                    <a:pt x="2847" y="12004"/>
                  </a:cubicBezTo>
                  <a:cubicBezTo>
                    <a:pt x="2864" y="12004"/>
                    <a:pt x="2881" y="12003"/>
                    <a:pt x="2898" y="12002"/>
                  </a:cubicBezTo>
                  <a:cubicBezTo>
                    <a:pt x="3110" y="11987"/>
                    <a:pt x="3323" y="11830"/>
                    <a:pt x="3343" y="11617"/>
                  </a:cubicBezTo>
                  <a:cubicBezTo>
                    <a:pt x="3359" y="11455"/>
                    <a:pt x="3257" y="11303"/>
                    <a:pt x="3156" y="11176"/>
                  </a:cubicBezTo>
                  <a:cubicBezTo>
                    <a:pt x="2979" y="10943"/>
                    <a:pt x="2781" y="10720"/>
                    <a:pt x="2573" y="10513"/>
                  </a:cubicBezTo>
                  <a:cubicBezTo>
                    <a:pt x="2538" y="10472"/>
                    <a:pt x="2498" y="10432"/>
                    <a:pt x="2457" y="10391"/>
                  </a:cubicBezTo>
                  <a:cubicBezTo>
                    <a:pt x="2325" y="10260"/>
                    <a:pt x="2204" y="10118"/>
                    <a:pt x="2133" y="9945"/>
                  </a:cubicBezTo>
                  <a:cubicBezTo>
                    <a:pt x="2062" y="9778"/>
                    <a:pt x="2052" y="9591"/>
                    <a:pt x="2047" y="9408"/>
                  </a:cubicBezTo>
                  <a:cubicBezTo>
                    <a:pt x="2026" y="9029"/>
                    <a:pt x="2011" y="8649"/>
                    <a:pt x="2001" y="8264"/>
                  </a:cubicBezTo>
                  <a:cubicBezTo>
                    <a:pt x="1986" y="7818"/>
                    <a:pt x="1976" y="7372"/>
                    <a:pt x="1966" y="6926"/>
                  </a:cubicBezTo>
                  <a:cubicBezTo>
                    <a:pt x="1935" y="5437"/>
                    <a:pt x="1940" y="3943"/>
                    <a:pt x="1976" y="2453"/>
                  </a:cubicBezTo>
                  <a:cubicBezTo>
                    <a:pt x="1986" y="2079"/>
                    <a:pt x="1996" y="1699"/>
                    <a:pt x="2011" y="1319"/>
                  </a:cubicBezTo>
                  <a:cubicBezTo>
                    <a:pt x="2021" y="1106"/>
                    <a:pt x="2168" y="407"/>
                    <a:pt x="2042" y="240"/>
                  </a:cubicBezTo>
                  <a:cubicBezTo>
                    <a:pt x="1901" y="53"/>
                    <a:pt x="1473" y="0"/>
                    <a:pt x="1035" y="0"/>
                  </a:cubicBezTo>
                  <a:close/>
                </a:path>
              </a:pathLst>
            </a:custGeom>
            <a:solidFill>
              <a:srgbClr val="F5BD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28"/>
            <p:cNvSpPr/>
            <p:nvPr/>
          </p:nvSpPr>
          <p:spPr>
            <a:xfrm>
              <a:off x="5050923" y="4433509"/>
              <a:ext cx="248222" cy="167012"/>
            </a:xfrm>
            <a:custGeom>
              <a:avLst/>
              <a:gdLst/>
              <a:ahLst/>
              <a:cxnLst/>
              <a:rect l="l" t="t" r="r" b="b"/>
              <a:pathLst>
                <a:path w="2812" h="1892" extrusionOk="0">
                  <a:moveTo>
                    <a:pt x="0" y="1"/>
                  </a:moveTo>
                  <a:lnTo>
                    <a:pt x="0" y="1"/>
                  </a:lnTo>
                  <a:cubicBezTo>
                    <a:pt x="15" y="92"/>
                    <a:pt x="41" y="188"/>
                    <a:pt x="76" y="279"/>
                  </a:cubicBezTo>
                  <a:cubicBezTo>
                    <a:pt x="162" y="492"/>
                    <a:pt x="319" y="664"/>
                    <a:pt x="487" y="826"/>
                  </a:cubicBezTo>
                  <a:cubicBezTo>
                    <a:pt x="856" y="1186"/>
                    <a:pt x="1282" y="1485"/>
                    <a:pt x="1738" y="1723"/>
                  </a:cubicBezTo>
                  <a:cubicBezTo>
                    <a:pt x="1915" y="1812"/>
                    <a:pt x="2101" y="1892"/>
                    <a:pt x="2300" y="1892"/>
                  </a:cubicBezTo>
                  <a:cubicBezTo>
                    <a:pt x="2317" y="1892"/>
                    <a:pt x="2334" y="1891"/>
                    <a:pt x="2351" y="1890"/>
                  </a:cubicBezTo>
                  <a:cubicBezTo>
                    <a:pt x="2563" y="1875"/>
                    <a:pt x="2776" y="1718"/>
                    <a:pt x="2796" y="1505"/>
                  </a:cubicBezTo>
                  <a:cubicBezTo>
                    <a:pt x="2812" y="1343"/>
                    <a:pt x="2710" y="1191"/>
                    <a:pt x="2609" y="1064"/>
                  </a:cubicBezTo>
                  <a:cubicBezTo>
                    <a:pt x="2432" y="831"/>
                    <a:pt x="2234" y="608"/>
                    <a:pt x="2026" y="401"/>
                  </a:cubicBezTo>
                  <a:cubicBezTo>
                    <a:pt x="1991" y="360"/>
                    <a:pt x="1951" y="320"/>
                    <a:pt x="1910" y="279"/>
                  </a:cubicBezTo>
                  <a:lnTo>
                    <a:pt x="1910" y="279"/>
                  </a:lnTo>
                  <a:cubicBezTo>
                    <a:pt x="1925" y="421"/>
                    <a:pt x="1956" y="563"/>
                    <a:pt x="1854" y="684"/>
                  </a:cubicBezTo>
                  <a:cubicBezTo>
                    <a:pt x="1776" y="773"/>
                    <a:pt x="1659" y="804"/>
                    <a:pt x="1538" y="804"/>
                  </a:cubicBezTo>
                  <a:cubicBezTo>
                    <a:pt x="1472" y="804"/>
                    <a:pt x="1405" y="795"/>
                    <a:pt x="1343" y="781"/>
                  </a:cubicBezTo>
                  <a:cubicBezTo>
                    <a:pt x="841" y="649"/>
                    <a:pt x="446" y="269"/>
                    <a:pt x="0" y="1"/>
                  </a:cubicBezTo>
                  <a:close/>
                </a:path>
              </a:pathLst>
            </a:custGeom>
            <a:solidFill>
              <a:srgbClr val="121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28"/>
            <p:cNvSpPr/>
            <p:nvPr/>
          </p:nvSpPr>
          <p:spPr>
            <a:xfrm>
              <a:off x="4625188" y="2580508"/>
              <a:ext cx="146356" cy="358739"/>
            </a:xfrm>
            <a:custGeom>
              <a:avLst/>
              <a:gdLst/>
              <a:ahLst/>
              <a:cxnLst/>
              <a:rect l="l" t="t" r="r" b="b"/>
              <a:pathLst>
                <a:path w="1658" h="4064" extrusionOk="0">
                  <a:moveTo>
                    <a:pt x="1657" y="1"/>
                  </a:moveTo>
                  <a:lnTo>
                    <a:pt x="279" y="492"/>
                  </a:lnTo>
                  <a:cubicBezTo>
                    <a:pt x="279" y="533"/>
                    <a:pt x="1" y="4063"/>
                    <a:pt x="1" y="4063"/>
                  </a:cubicBezTo>
                  <a:lnTo>
                    <a:pt x="1389" y="3866"/>
                  </a:lnTo>
                  <a:lnTo>
                    <a:pt x="1657" y="1"/>
                  </a:lnTo>
                  <a:close/>
                </a:path>
              </a:pathLst>
            </a:custGeom>
            <a:solidFill>
              <a:srgbClr val="FAC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28"/>
            <p:cNvSpPr/>
            <p:nvPr/>
          </p:nvSpPr>
          <p:spPr>
            <a:xfrm>
              <a:off x="5156408" y="2580508"/>
              <a:ext cx="145914" cy="358739"/>
            </a:xfrm>
            <a:custGeom>
              <a:avLst/>
              <a:gdLst/>
              <a:ahLst/>
              <a:cxnLst/>
              <a:rect l="l" t="t" r="r" b="b"/>
              <a:pathLst>
                <a:path w="1653" h="4064" extrusionOk="0">
                  <a:moveTo>
                    <a:pt x="1" y="1"/>
                  </a:moveTo>
                  <a:lnTo>
                    <a:pt x="264" y="3866"/>
                  </a:lnTo>
                  <a:lnTo>
                    <a:pt x="1652" y="4063"/>
                  </a:lnTo>
                  <a:cubicBezTo>
                    <a:pt x="1652" y="4063"/>
                    <a:pt x="1379" y="533"/>
                    <a:pt x="1379" y="49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AC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28"/>
            <p:cNvSpPr/>
            <p:nvPr/>
          </p:nvSpPr>
          <p:spPr>
            <a:xfrm>
              <a:off x="4521910" y="1751107"/>
              <a:ext cx="797365" cy="835234"/>
            </a:xfrm>
            <a:custGeom>
              <a:avLst/>
              <a:gdLst/>
              <a:ahLst/>
              <a:cxnLst/>
              <a:rect l="l" t="t" r="r" b="b"/>
              <a:pathLst>
                <a:path w="9033" h="9462" extrusionOk="0">
                  <a:moveTo>
                    <a:pt x="4754" y="0"/>
                  </a:moveTo>
                  <a:cubicBezTo>
                    <a:pt x="3885" y="0"/>
                    <a:pt x="3012" y="344"/>
                    <a:pt x="2559" y="1008"/>
                  </a:cubicBezTo>
                  <a:cubicBezTo>
                    <a:pt x="2240" y="1485"/>
                    <a:pt x="2088" y="2057"/>
                    <a:pt x="2042" y="2629"/>
                  </a:cubicBezTo>
                  <a:cubicBezTo>
                    <a:pt x="2002" y="3070"/>
                    <a:pt x="2022" y="3521"/>
                    <a:pt x="1915" y="3951"/>
                  </a:cubicBezTo>
                  <a:cubicBezTo>
                    <a:pt x="1647" y="5061"/>
                    <a:pt x="644" y="5826"/>
                    <a:pt x="132" y="6844"/>
                  </a:cubicBezTo>
                  <a:cubicBezTo>
                    <a:pt x="61" y="6986"/>
                    <a:pt x="1" y="7148"/>
                    <a:pt x="56" y="7300"/>
                  </a:cubicBezTo>
                  <a:cubicBezTo>
                    <a:pt x="132" y="7502"/>
                    <a:pt x="381" y="7568"/>
                    <a:pt x="593" y="7609"/>
                  </a:cubicBezTo>
                  <a:cubicBezTo>
                    <a:pt x="355" y="7842"/>
                    <a:pt x="188" y="8156"/>
                    <a:pt x="132" y="8485"/>
                  </a:cubicBezTo>
                  <a:cubicBezTo>
                    <a:pt x="112" y="8591"/>
                    <a:pt x="107" y="8703"/>
                    <a:pt x="137" y="8804"/>
                  </a:cubicBezTo>
                  <a:cubicBezTo>
                    <a:pt x="178" y="8921"/>
                    <a:pt x="264" y="9012"/>
                    <a:pt x="360" y="9088"/>
                  </a:cubicBezTo>
                  <a:cubicBezTo>
                    <a:pt x="692" y="9358"/>
                    <a:pt x="1111" y="9461"/>
                    <a:pt x="1543" y="9461"/>
                  </a:cubicBezTo>
                  <a:cubicBezTo>
                    <a:pt x="1858" y="9461"/>
                    <a:pt x="2179" y="9406"/>
                    <a:pt x="2478" y="9321"/>
                  </a:cubicBezTo>
                  <a:cubicBezTo>
                    <a:pt x="2898" y="9204"/>
                    <a:pt x="3303" y="9037"/>
                    <a:pt x="3714" y="8885"/>
                  </a:cubicBezTo>
                  <a:cubicBezTo>
                    <a:pt x="3825" y="8845"/>
                    <a:pt x="3937" y="8804"/>
                    <a:pt x="4058" y="8799"/>
                  </a:cubicBezTo>
                  <a:cubicBezTo>
                    <a:pt x="4175" y="8799"/>
                    <a:pt x="4291" y="8835"/>
                    <a:pt x="4403" y="8870"/>
                  </a:cubicBezTo>
                  <a:cubicBezTo>
                    <a:pt x="5228" y="9118"/>
                    <a:pt x="6079" y="9270"/>
                    <a:pt x="6941" y="9311"/>
                  </a:cubicBezTo>
                  <a:cubicBezTo>
                    <a:pt x="7019" y="9314"/>
                    <a:pt x="7098" y="9317"/>
                    <a:pt x="7177" y="9317"/>
                  </a:cubicBezTo>
                  <a:cubicBezTo>
                    <a:pt x="7449" y="9317"/>
                    <a:pt x="7720" y="9288"/>
                    <a:pt x="7964" y="9174"/>
                  </a:cubicBezTo>
                  <a:cubicBezTo>
                    <a:pt x="8430" y="8956"/>
                    <a:pt x="8708" y="8424"/>
                    <a:pt x="8678" y="7913"/>
                  </a:cubicBezTo>
                  <a:cubicBezTo>
                    <a:pt x="8653" y="7401"/>
                    <a:pt x="8344" y="6925"/>
                    <a:pt x="7913" y="6646"/>
                  </a:cubicBezTo>
                  <a:lnTo>
                    <a:pt x="7913" y="6646"/>
                  </a:lnTo>
                  <a:cubicBezTo>
                    <a:pt x="7998" y="6686"/>
                    <a:pt x="8089" y="6704"/>
                    <a:pt x="8180" y="6704"/>
                  </a:cubicBezTo>
                  <a:cubicBezTo>
                    <a:pt x="8428" y="6704"/>
                    <a:pt x="8681" y="6570"/>
                    <a:pt x="8825" y="6363"/>
                  </a:cubicBezTo>
                  <a:cubicBezTo>
                    <a:pt x="9022" y="6079"/>
                    <a:pt x="9033" y="5694"/>
                    <a:pt x="8921" y="5365"/>
                  </a:cubicBezTo>
                  <a:cubicBezTo>
                    <a:pt x="8805" y="5041"/>
                    <a:pt x="8577" y="4762"/>
                    <a:pt x="8318" y="4529"/>
                  </a:cubicBezTo>
                  <a:cubicBezTo>
                    <a:pt x="8136" y="4362"/>
                    <a:pt x="7938" y="4210"/>
                    <a:pt x="7781" y="4017"/>
                  </a:cubicBezTo>
                  <a:cubicBezTo>
                    <a:pt x="7087" y="3151"/>
                    <a:pt x="7477" y="1753"/>
                    <a:pt x="6799" y="877"/>
                  </a:cubicBezTo>
                  <a:cubicBezTo>
                    <a:pt x="6337" y="287"/>
                    <a:pt x="5547" y="0"/>
                    <a:pt x="4754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28"/>
            <p:cNvSpPr/>
            <p:nvPr/>
          </p:nvSpPr>
          <p:spPr>
            <a:xfrm>
              <a:off x="4555895" y="2144446"/>
              <a:ext cx="888110" cy="2031856"/>
            </a:xfrm>
            <a:custGeom>
              <a:avLst/>
              <a:gdLst/>
              <a:ahLst/>
              <a:cxnLst/>
              <a:rect l="l" t="t" r="r" b="b"/>
              <a:pathLst>
                <a:path w="10061" h="23018" extrusionOk="0">
                  <a:moveTo>
                    <a:pt x="4380" y="0"/>
                  </a:moveTo>
                  <a:cubicBezTo>
                    <a:pt x="4189" y="0"/>
                    <a:pt x="4000" y="30"/>
                    <a:pt x="3800" y="48"/>
                  </a:cubicBezTo>
                  <a:cubicBezTo>
                    <a:pt x="3780" y="270"/>
                    <a:pt x="3759" y="498"/>
                    <a:pt x="3734" y="726"/>
                  </a:cubicBezTo>
                  <a:cubicBezTo>
                    <a:pt x="3714" y="980"/>
                    <a:pt x="3683" y="1243"/>
                    <a:pt x="3582" y="1476"/>
                  </a:cubicBezTo>
                  <a:cubicBezTo>
                    <a:pt x="3552" y="1542"/>
                    <a:pt x="3516" y="1603"/>
                    <a:pt x="3471" y="1658"/>
                  </a:cubicBezTo>
                  <a:cubicBezTo>
                    <a:pt x="3278" y="1917"/>
                    <a:pt x="2994" y="2038"/>
                    <a:pt x="2675" y="2124"/>
                  </a:cubicBezTo>
                  <a:cubicBezTo>
                    <a:pt x="2650" y="2130"/>
                    <a:pt x="2625" y="2140"/>
                    <a:pt x="2594" y="2145"/>
                  </a:cubicBezTo>
                  <a:cubicBezTo>
                    <a:pt x="2564" y="2155"/>
                    <a:pt x="2533" y="2160"/>
                    <a:pt x="2498" y="2170"/>
                  </a:cubicBezTo>
                  <a:cubicBezTo>
                    <a:pt x="2088" y="2266"/>
                    <a:pt x="1657" y="2342"/>
                    <a:pt x="1353" y="2616"/>
                  </a:cubicBezTo>
                  <a:cubicBezTo>
                    <a:pt x="1014" y="2915"/>
                    <a:pt x="902" y="3391"/>
                    <a:pt x="811" y="3837"/>
                  </a:cubicBezTo>
                  <a:cubicBezTo>
                    <a:pt x="639" y="4632"/>
                    <a:pt x="472" y="5427"/>
                    <a:pt x="305" y="6223"/>
                  </a:cubicBezTo>
                  <a:cubicBezTo>
                    <a:pt x="851" y="6329"/>
                    <a:pt x="1264" y="6386"/>
                    <a:pt x="1774" y="6386"/>
                  </a:cubicBezTo>
                  <a:cubicBezTo>
                    <a:pt x="1870" y="6386"/>
                    <a:pt x="1969" y="6384"/>
                    <a:pt x="2072" y="6380"/>
                  </a:cubicBezTo>
                  <a:lnTo>
                    <a:pt x="2072" y="6380"/>
                  </a:lnTo>
                  <a:cubicBezTo>
                    <a:pt x="1358" y="10447"/>
                    <a:pt x="426" y="21095"/>
                    <a:pt x="1" y="22529"/>
                  </a:cubicBezTo>
                  <a:cubicBezTo>
                    <a:pt x="991" y="22863"/>
                    <a:pt x="2507" y="23018"/>
                    <a:pt x="4093" y="23018"/>
                  </a:cubicBezTo>
                  <a:cubicBezTo>
                    <a:pt x="6404" y="23018"/>
                    <a:pt x="8863" y="22689"/>
                    <a:pt x="10061" y="22103"/>
                  </a:cubicBezTo>
                  <a:cubicBezTo>
                    <a:pt x="9058" y="16668"/>
                    <a:pt x="7989" y="11521"/>
                    <a:pt x="6839" y="6380"/>
                  </a:cubicBezTo>
                  <a:lnTo>
                    <a:pt x="6839" y="6380"/>
                  </a:lnTo>
                  <a:cubicBezTo>
                    <a:pt x="6944" y="6384"/>
                    <a:pt x="7043" y="6386"/>
                    <a:pt x="7139" y="6386"/>
                  </a:cubicBezTo>
                  <a:cubicBezTo>
                    <a:pt x="7651" y="6386"/>
                    <a:pt x="8061" y="6329"/>
                    <a:pt x="8607" y="6223"/>
                  </a:cubicBezTo>
                  <a:cubicBezTo>
                    <a:pt x="8440" y="5427"/>
                    <a:pt x="8273" y="4632"/>
                    <a:pt x="8106" y="3837"/>
                  </a:cubicBezTo>
                  <a:cubicBezTo>
                    <a:pt x="8009" y="3391"/>
                    <a:pt x="7898" y="2915"/>
                    <a:pt x="7559" y="2616"/>
                  </a:cubicBezTo>
                  <a:cubicBezTo>
                    <a:pt x="7260" y="2347"/>
                    <a:pt x="6839" y="2271"/>
                    <a:pt x="6434" y="2175"/>
                  </a:cubicBezTo>
                  <a:cubicBezTo>
                    <a:pt x="6424" y="2170"/>
                    <a:pt x="6414" y="2170"/>
                    <a:pt x="6409" y="2165"/>
                  </a:cubicBezTo>
                  <a:cubicBezTo>
                    <a:pt x="6388" y="2165"/>
                    <a:pt x="6373" y="2160"/>
                    <a:pt x="6358" y="2155"/>
                  </a:cubicBezTo>
                  <a:cubicBezTo>
                    <a:pt x="5998" y="2064"/>
                    <a:pt x="5659" y="1952"/>
                    <a:pt x="5441" y="1658"/>
                  </a:cubicBezTo>
                  <a:cubicBezTo>
                    <a:pt x="5401" y="1608"/>
                    <a:pt x="5370" y="1552"/>
                    <a:pt x="5345" y="1496"/>
                  </a:cubicBezTo>
                  <a:cubicBezTo>
                    <a:pt x="5228" y="1258"/>
                    <a:pt x="5203" y="985"/>
                    <a:pt x="5178" y="726"/>
                  </a:cubicBezTo>
                  <a:cubicBezTo>
                    <a:pt x="5157" y="498"/>
                    <a:pt x="5137" y="270"/>
                    <a:pt x="5112" y="48"/>
                  </a:cubicBezTo>
                  <a:cubicBezTo>
                    <a:pt x="4911" y="30"/>
                    <a:pt x="4723" y="0"/>
                    <a:pt x="4536" y="0"/>
                  </a:cubicBezTo>
                  <a:cubicBezTo>
                    <a:pt x="4510" y="0"/>
                    <a:pt x="4484" y="1"/>
                    <a:pt x="4458" y="2"/>
                  </a:cubicBezTo>
                  <a:cubicBezTo>
                    <a:pt x="4432" y="1"/>
                    <a:pt x="4406" y="0"/>
                    <a:pt x="4380" y="0"/>
                  </a:cubicBezTo>
                  <a:close/>
                </a:path>
              </a:pathLst>
            </a:custGeom>
            <a:solidFill>
              <a:srgbClr val="FFC1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28"/>
            <p:cNvSpPr/>
            <p:nvPr/>
          </p:nvSpPr>
          <p:spPr>
            <a:xfrm>
              <a:off x="4784872" y="2144446"/>
              <a:ext cx="336760" cy="393695"/>
            </a:xfrm>
            <a:custGeom>
              <a:avLst/>
              <a:gdLst/>
              <a:ahLst/>
              <a:cxnLst/>
              <a:rect l="l" t="t" r="r" b="b"/>
              <a:pathLst>
                <a:path w="3815" h="4460" extrusionOk="0">
                  <a:moveTo>
                    <a:pt x="1786" y="0"/>
                  </a:moveTo>
                  <a:cubicBezTo>
                    <a:pt x="1595" y="0"/>
                    <a:pt x="1406" y="30"/>
                    <a:pt x="1206" y="48"/>
                  </a:cubicBezTo>
                  <a:cubicBezTo>
                    <a:pt x="1186" y="270"/>
                    <a:pt x="1165" y="498"/>
                    <a:pt x="1140" y="726"/>
                  </a:cubicBezTo>
                  <a:cubicBezTo>
                    <a:pt x="1120" y="980"/>
                    <a:pt x="1089" y="1243"/>
                    <a:pt x="988" y="1476"/>
                  </a:cubicBezTo>
                  <a:cubicBezTo>
                    <a:pt x="958" y="1542"/>
                    <a:pt x="922" y="1603"/>
                    <a:pt x="877" y="1658"/>
                  </a:cubicBezTo>
                  <a:cubicBezTo>
                    <a:pt x="684" y="1917"/>
                    <a:pt x="400" y="2038"/>
                    <a:pt x="81" y="2124"/>
                  </a:cubicBezTo>
                  <a:cubicBezTo>
                    <a:pt x="56" y="2130"/>
                    <a:pt x="31" y="2140"/>
                    <a:pt x="0" y="2145"/>
                  </a:cubicBezTo>
                  <a:cubicBezTo>
                    <a:pt x="86" y="2287"/>
                    <a:pt x="162" y="2428"/>
                    <a:pt x="248" y="2565"/>
                  </a:cubicBezTo>
                  <a:cubicBezTo>
                    <a:pt x="669" y="3264"/>
                    <a:pt x="1110" y="3989"/>
                    <a:pt x="1793" y="4424"/>
                  </a:cubicBezTo>
                  <a:cubicBezTo>
                    <a:pt x="1799" y="4429"/>
                    <a:pt x="1804" y="4429"/>
                    <a:pt x="1809" y="4434"/>
                  </a:cubicBezTo>
                  <a:cubicBezTo>
                    <a:pt x="1824" y="4444"/>
                    <a:pt x="1839" y="4455"/>
                    <a:pt x="1859" y="4455"/>
                  </a:cubicBezTo>
                  <a:cubicBezTo>
                    <a:pt x="1859" y="4460"/>
                    <a:pt x="1864" y="4460"/>
                    <a:pt x="1869" y="4460"/>
                  </a:cubicBezTo>
                  <a:cubicBezTo>
                    <a:pt x="1905" y="4460"/>
                    <a:pt x="1940" y="4429"/>
                    <a:pt x="1966" y="4399"/>
                  </a:cubicBezTo>
                  <a:cubicBezTo>
                    <a:pt x="2614" y="3680"/>
                    <a:pt x="3227" y="2935"/>
                    <a:pt x="3815" y="2165"/>
                  </a:cubicBezTo>
                  <a:cubicBezTo>
                    <a:pt x="3794" y="2165"/>
                    <a:pt x="3779" y="2160"/>
                    <a:pt x="3764" y="2155"/>
                  </a:cubicBezTo>
                  <a:cubicBezTo>
                    <a:pt x="3404" y="2064"/>
                    <a:pt x="3065" y="1952"/>
                    <a:pt x="2847" y="1658"/>
                  </a:cubicBezTo>
                  <a:cubicBezTo>
                    <a:pt x="2807" y="1608"/>
                    <a:pt x="2776" y="1552"/>
                    <a:pt x="2751" y="1496"/>
                  </a:cubicBezTo>
                  <a:cubicBezTo>
                    <a:pt x="2634" y="1263"/>
                    <a:pt x="2609" y="985"/>
                    <a:pt x="2584" y="726"/>
                  </a:cubicBezTo>
                  <a:cubicBezTo>
                    <a:pt x="2563" y="498"/>
                    <a:pt x="2543" y="270"/>
                    <a:pt x="2518" y="48"/>
                  </a:cubicBezTo>
                  <a:cubicBezTo>
                    <a:pt x="2317" y="30"/>
                    <a:pt x="2129" y="0"/>
                    <a:pt x="1942" y="0"/>
                  </a:cubicBezTo>
                  <a:cubicBezTo>
                    <a:pt x="1916" y="0"/>
                    <a:pt x="1890" y="1"/>
                    <a:pt x="1864" y="2"/>
                  </a:cubicBezTo>
                  <a:cubicBezTo>
                    <a:pt x="1838" y="1"/>
                    <a:pt x="1812" y="0"/>
                    <a:pt x="1786" y="0"/>
                  </a:cubicBezTo>
                  <a:close/>
                </a:path>
              </a:pathLst>
            </a:custGeom>
            <a:solidFill>
              <a:srgbClr val="FAC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28"/>
            <p:cNvSpPr/>
            <p:nvPr/>
          </p:nvSpPr>
          <p:spPr>
            <a:xfrm>
              <a:off x="4643990" y="2431329"/>
              <a:ext cx="147768" cy="155624"/>
            </a:xfrm>
            <a:custGeom>
              <a:avLst/>
              <a:gdLst/>
              <a:ahLst/>
              <a:cxnLst/>
              <a:rect l="l" t="t" r="r" b="b"/>
              <a:pathLst>
                <a:path w="1674" h="1763" extrusionOk="0">
                  <a:moveTo>
                    <a:pt x="982" y="94"/>
                  </a:moveTo>
                  <a:cubicBezTo>
                    <a:pt x="987" y="94"/>
                    <a:pt x="993" y="96"/>
                    <a:pt x="998" y="100"/>
                  </a:cubicBezTo>
                  <a:cubicBezTo>
                    <a:pt x="1019" y="116"/>
                    <a:pt x="1029" y="141"/>
                    <a:pt x="1029" y="161"/>
                  </a:cubicBezTo>
                  <a:cubicBezTo>
                    <a:pt x="1044" y="283"/>
                    <a:pt x="1024" y="399"/>
                    <a:pt x="998" y="516"/>
                  </a:cubicBezTo>
                  <a:cubicBezTo>
                    <a:pt x="968" y="632"/>
                    <a:pt x="917" y="728"/>
                    <a:pt x="862" y="820"/>
                  </a:cubicBezTo>
                  <a:cubicBezTo>
                    <a:pt x="847" y="718"/>
                    <a:pt x="852" y="612"/>
                    <a:pt x="862" y="506"/>
                  </a:cubicBezTo>
                  <a:cubicBezTo>
                    <a:pt x="867" y="450"/>
                    <a:pt x="882" y="389"/>
                    <a:pt x="892" y="333"/>
                  </a:cubicBezTo>
                  <a:cubicBezTo>
                    <a:pt x="907" y="262"/>
                    <a:pt x="928" y="192"/>
                    <a:pt x="948" y="126"/>
                  </a:cubicBezTo>
                  <a:cubicBezTo>
                    <a:pt x="955" y="107"/>
                    <a:pt x="968" y="94"/>
                    <a:pt x="982" y="94"/>
                  </a:cubicBezTo>
                  <a:close/>
                  <a:moveTo>
                    <a:pt x="446" y="440"/>
                  </a:moveTo>
                  <a:cubicBezTo>
                    <a:pt x="535" y="440"/>
                    <a:pt x="633" y="553"/>
                    <a:pt x="674" y="612"/>
                  </a:cubicBezTo>
                  <a:cubicBezTo>
                    <a:pt x="730" y="693"/>
                    <a:pt x="765" y="789"/>
                    <a:pt x="781" y="885"/>
                  </a:cubicBezTo>
                  <a:cubicBezTo>
                    <a:pt x="781" y="885"/>
                    <a:pt x="781" y="891"/>
                    <a:pt x="781" y="896"/>
                  </a:cubicBezTo>
                  <a:cubicBezTo>
                    <a:pt x="705" y="845"/>
                    <a:pt x="634" y="794"/>
                    <a:pt x="563" y="739"/>
                  </a:cubicBezTo>
                  <a:cubicBezTo>
                    <a:pt x="512" y="693"/>
                    <a:pt x="279" y="485"/>
                    <a:pt x="416" y="445"/>
                  </a:cubicBezTo>
                  <a:cubicBezTo>
                    <a:pt x="426" y="442"/>
                    <a:pt x="436" y="440"/>
                    <a:pt x="446" y="440"/>
                  </a:cubicBezTo>
                  <a:close/>
                  <a:moveTo>
                    <a:pt x="1474" y="615"/>
                  </a:moveTo>
                  <a:cubicBezTo>
                    <a:pt x="1502" y="615"/>
                    <a:pt x="1541" y="624"/>
                    <a:pt x="1541" y="652"/>
                  </a:cubicBezTo>
                  <a:cubicBezTo>
                    <a:pt x="1541" y="693"/>
                    <a:pt x="1495" y="723"/>
                    <a:pt x="1465" y="744"/>
                  </a:cubicBezTo>
                  <a:cubicBezTo>
                    <a:pt x="1454" y="749"/>
                    <a:pt x="1444" y="754"/>
                    <a:pt x="1434" y="759"/>
                  </a:cubicBezTo>
                  <a:cubicBezTo>
                    <a:pt x="1272" y="855"/>
                    <a:pt x="1090" y="911"/>
                    <a:pt x="907" y="956"/>
                  </a:cubicBezTo>
                  <a:cubicBezTo>
                    <a:pt x="902" y="956"/>
                    <a:pt x="897" y="951"/>
                    <a:pt x="887" y="951"/>
                  </a:cubicBezTo>
                  <a:cubicBezTo>
                    <a:pt x="912" y="885"/>
                    <a:pt x="983" y="840"/>
                    <a:pt x="1054" y="794"/>
                  </a:cubicBezTo>
                  <a:cubicBezTo>
                    <a:pt x="1135" y="739"/>
                    <a:pt x="1221" y="693"/>
                    <a:pt x="1313" y="658"/>
                  </a:cubicBezTo>
                  <a:cubicBezTo>
                    <a:pt x="1358" y="642"/>
                    <a:pt x="1409" y="627"/>
                    <a:pt x="1454" y="617"/>
                  </a:cubicBezTo>
                  <a:cubicBezTo>
                    <a:pt x="1460" y="616"/>
                    <a:pt x="1466" y="615"/>
                    <a:pt x="1474" y="615"/>
                  </a:cubicBezTo>
                  <a:close/>
                  <a:moveTo>
                    <a:pt x="450" y="975"/>
                  </a:moveTo>
                  <a:cubicBezTo>
                    <a:pt x="481" y="975"/>
                    <a:pt x="511" y="975"/>
                    <a:pt x="543" y="977"/>
                  </a:cubicBezTo>
                  <a:cubicBezTo>
                    <a:pt x="603" y="977"/>
                    <a:pt x="669" y="987"/>
                    <a:pt x="730" y="1002"/>
                  </a:cubicBezTo>
                  <a:cubicBezTo>
                    <a:pt x="624" y="1032"/>
                    <a:pt x="512" y="1063"/>
                    <a:pt x="401" y="1073"/>
                  </a:cubicBezTo>
                  <a:cubicBezTo>
                    <a:pt x="373" y="1075"/>
                    <a:pt x="346" y="1077"/>
                    <a:pt x="320" y="1077"/>
                  </a:cubicBezTo>
                  <a:cubicBezTo>
                    <a:pt x="293" y="1077"/>
                    <a:pt x="267" y="1075"/>
                    <a:pt x="239" y="1073"/>
                  </a:cubicBezTo>
                  <a:cubicBezTo>
                    <a:pt x="223" y="1073"/>
                    <a:pt x="208" y="1073"/>
                    <a:pt x="193" y="1063"/>
                  </a:cubicBezTo>
                  <a:cubicBezTo>
                    <a:pt x="178" y="1053"/>
                    <a:pt x="168" y="1043"/>
                    <a:pt x="163" y="1027"/>
                  </a:cubicBezTo>
                  <a:cubicBezTo>
                    <a:pt x="163" y="1002"/>
                    <a:pt x="183" y="987"/>
                    <a:pt x="203" y="987"/>
                  </a:cubicBezTo>
                  <a:cubicBezTo>
                    <a:pt x="285" y="979"/>
                    <a:pt x="366" y="975"/>
                    <a:pt x="450" y="975"/>
                  </a:cubicBezTo>
                  <a:close/>
                  <a:moveTo>
                    <a:pt x="786" y="1083"/>
                  </a:moveTo>
                  <a:lnTo>
                    <a:pt x="786" y="1083"/>
                  </a:lnTo>
                  <a:cubicBezTo>
                    <a:pt x="781" y="1179"/>
                    <a:pt x="760" y="1276"/>
                    <a:pt x="735" y="1367"/>
                  </a:cubicBezTo>
                  <a:cubicBezTo>
                    <a:pt x="725" y="1412"/>
                    <a:pt x="710" y="1458"/>
                    <a:pt x="695" y="1503"/>
                  </a:cubicBezTo>
                  <a:cubicBezTo>
                    <a:pt x="684" y="1529"/>
                    <a:pt x="674" y="1559"/>
                    <a:pt x="659" y="1585"/>
                  </a:cubicBezTo>
                  <a:cubicBezTo>
                    <a:pt x="649" y="1610"/>
                    <a:pt x="639" y="1630"/>
                    <a:pt x="624" y="1650"/>
                  </a:cubicBezTo>
                  <a:cubicBezTo>
                    <a:pt x="619" y="1655"/>
                    <a:pt x="608" y="1661"/>
                    <a:pt x="603" y="1661"/>
                  </a:cubicBezTo>
                  <a:cubicBezTo>
                    <a:pt x="599" y="1662"/>
                    <a:pt x="594" y="1663"/>
                    <a:pt x="589" y="1663"/>
                  </a:cubicBezTo>
                  <a:cubicBezTo>
                    <a:pt x="560" y="1663"/>
                    <a:pt x="536" y="1637"/>
                    <a:pt x="527" y="1615"/>
                  </a:cubicBezTo>
                  <a:cubicBezTo>
                    <a:pt x="512" y="1579"/>
                    <a:pt x="527" y="1549"/>
                    <a:pt x="532" y="1514"/>
                  </a:cubicBezTo>
                  <a:cubicBezTo>
                    <a:pt x="548" y="1468"/>
                    <a:pt x="563" y="1422"/>
                    <a:pt x="583" y="1382"/>
                  </a:cubicBezTo>
                  <a:cubicBezTo>
                    <a:pt x="629" y="1291"/>
                    <a:pt x="689" y="1210"/>
                    <a:pt x="750" y="1134"/>
                  </a:cubicBezTo>
                  <a:cubicBezTo>
                    <a:pt x="760" y="1113"/>
                    <a:pt x="776" y="1098"/>
                    <a:pt x="786" y="1083"/>
                  </a:cubicBezTo>
                  <a:close/>
                  <a:moveTo>
                    <a:pt x="889" y="1074"/>
                  </a:moveTo>
                  <a:cubicBezTo>
                    <a:pt x="1030" y="1175"/>
                    <a:pt x="1161" y="1281"/>
                    <a:pt x="1247" y="1433"/>
                  </a:cubicBezTo>
                  <a:cubicBezTo>
                    <a:pt x="1267" y="1473"/>
                    <a:pt x="1287" y="1514"/>
                    <a:pt x="1297" y="1554"/>
                  </a:cubicBezTo>
                  <a:cubicBezTo>
                    <a:pt x="1302" y="1585"/>
                    <a:pt x="1307" y="1615"/>
                    <a:pt x="1292" y="1640"/>
                  </a:cubicBezTo>
                  <a:cubicBezTo>
                    <a:pt x="1283" y="1662"/>
                    <a:pt x="1263" y="1677"/>
                    <a:pt x="1238" y="1677"/>
                  </a:cubicBezTo>
                  <a:cubicBezTo>
                    <a:pt x="1234" y="1677"/>
                    <a:pt x="1230" y="1676"/>
                    <a:pt x="1226" y="1676"/>
                  </a:cubicBezTo>
                  <a:cubicBezTo>
                    <a:pt x="1211" y="1676"/>
                    <a:pt x="1201" y="1666"/>
                    <a:pt x="1186" y="1655"/>
                  </a:cubicBezTo>
                  <a:cubicBezTo>
                    <a:pt x="1156" y="1625"/>
                    <a:pt x="1130" y="1585"/>
                    <a:pt x="1105" y="1544"/>
                  </a:cubicBezTo>
                  <a:cubicBezTo>
                    <a:pt x="1074" y="1503"/>
                    <a:pt x="1049" y="1453"/>
                    <a:pt x="1029" y="1402"/>
                  </a:cubicBezTo>
                  <a:cubicBezTo>
                    <a:pt x="983" y="1316"/>
                    <a:pt x="938" y="1225"/>
                    <a:pt x="902" y="1129"/>
                  </a:cubicBezTo>
                  <a:cubicBezTo>
                    <a:pt x="902" y="1119"/>
                    <a:pt x="898" y="1083"/>
                    <a:pt x="889" y="1074"/>
                  </a:cubicBezTo>
                  <a:close/>
                  <a:moveTo>
                    <a:pt x="1005" y="1"/>
                  </a:moveTo>
                  <a:cubicBezTo>
                    <a:pt x="907" y="1"/>
                    <a:pt x="838" y="202"/>
                    <a:pt x="821" y="267"/>
                  </a:cubicBezTo>
                  <a:cubicBezTo>
                    <a:pt x="791" y="389"/>
                    <a:pt x="776" y="511"/>
                    <a:pt x="781" y="632"/>
                  </a:cubicBezTo>
                  <a:cubicBezTo>
                    <a:pt x="710" y="490"/>
                    <a:pt x="593" y="364"/>
                    <a:pt x="436" y="359"/>
                  </a:cubicBezTo>
                  <a:cubicBezTo>
                    <a:pt x="432" y="358"/>
                    <a:pt x="428" y="358"/>
                    <a:pt x="423" y="358"/>
                  </a:cubicBezTo>
                  <a:cubicBezTo>
                    <a:pt x="351" y="358"/>
                    <a:pt x="274" y="399"/>
                    <a:pt x="274" y="480"/>
                  </a:cubicBezTo>
                  <a:cubicBezTo>
                    <a:pt x="269" y="597"/>
                    <a:pt x="421" y="728"/>
                    <a:pt x="502" y="799"/>
                  </a:cubicBezTo>
                  <a:cubicBezTo>
                    <a:pt x="543" y="835"/>
                    <a:pt x="583" y="865"/>
                    <a:pt x="629" y="901"/>
                  </a:cubicBezTo>
                  <a:cubicBezTo>
                    <a:pt x="573" y="893"/>
                    <a:pt x="516" y="889"/>
                    <a:pt x="459" y="889"/>
                  </a:cubicBezTo>
                  <a:cubicBezTo>
                    <a:pt x="402" y="889"/>
                    <a:pt x="345" y="893"/>
                    <a:pt x="289" y="901"/>
                  </a:cubicBezTo>
                  <a:cubicBezTo>
                    <a:pt x="208" y="916"/>
                    <a:pt x="1" y="961"/>
                    <a:pt x="82" y="1093"/>
                  </a:cubicBezTo>
                  <a:cubicBezTo>
                    <a:pt x="116" y="1152"/>
                    <a:pt x="191" y="1169"/>
                    <a:pt x="273" y="1169"/>
                  </a:cubicBezTo>
                  <a:cubicBezTo>
                    <a:pt x="360" y="1169"/>
                    <a:pt x="455" y="1149"/>
                    <a:pt x="512" y="1139"/>
                  </a:cubicBezTo>
                  <a:cubicBezTo>
                    <a:pt x="558" y="1134"/>
                    <a:pt x="603" y="1124"/>
                    <a:pt x="649" y="1113"/>
                  </a:cubicBezTo>
                  <a:lnTo>
                    <a:pt x="649" y="1113"/>
                  </a:lnTo>
                  <a:cubicBezTo>
                    <a:pt x="598" y="1184"/>
                    <a:pt x="553" y="1255"/>
                    <a:pt x="512" y="1336"/>
                  </a:cubicBezTo>
                  <a:cubicBezTo>
                    <a:pt x="467" y="1433"/>
                    <a:pt x="401" y="1574"/>
                    <a:pt x="446" y="1681"/>
                  </a:cubicBezTo>
                  <a:cubicBezTo>
                    <a:pt x="469" y="1733"/>
                    <a:pt x="516" y="1763"/>
                    <a:pt x="567" y="1763"/>
                  </a:cubicBezTo>
                  <a:cubicBezTo>
                    <a:pt x="594" y="1763"/>
                    <a:pt x="622" y="1754"/>
                    <a:pt x="649" y="1737"/>
                  </a:cubicBezTo>
                  <a:cubicBezTo>
                    <a:pt x="760" y="1666"/>
                    <a:pt x="791" y="1468"/>
                    <a:pt x="821" y="1352"/>
                  </a:cubicBezTo>
                  <a:cubicBezTo>
                    <a:pt x="831" y="1306"/>
                    <a:pt x="841" y="1265"/>
                    <a:pt x="852" y="1220"/>
                  </a:cubicBezTo>
                  <a:cubicBezTo>
                    <a:pt x="907" y="1377"/>
                    <a:pt x="978" y="1544"/>
                    <a:pt x="1090" y="1666"/>
                  </a:cubicBezTo>
                  <a:cubicBezTo>
                    <a:pt x="1129" y="1711"/>
                    <a:pt x="1196" y="1745"/>
                    <a:pt x="1258" y="1745"/>
                  </a:cubicBezTo>
                  <a:cubicBezTo>
                    <a:pt x="1306" y="1745"/>
                    <a:pt x="1352" y="1724"/>
                    <a:pt x="1378" y="1671"/>
                  </a:cubicBezTo>
                  <a:cubicBezTo>
                    <a:pt x="1444" y="1539"/>
                    <a:pt x="1318" y="1357"/>
                    <a:pt x="1237" y="1260"/>
                  </a:cubicBezTo>
                  <a:cubicBezTo>
                    <a:pt x="1161" y="1169"/>
                    <a:pt x="1069" y="1098"/>
                    <a:pt x="978" y="1027"/>
                  </a:cubicBezTo>
                  <a:cubicBezTo>
                    <a:pt x="1039" y="1012"/>
                    <a:pt x="1100" y="992"/>
                    <a:pt x="1156" y="972"/>
                  </a:cubicBezTo>
                  <a:cubicBezTo>
                    <a:pt x="1302" y="921"/>
                    <a:pt x="1551" y="855"/>
                    <a:pt x="1622" y="703"/>
                  </a:cubicBezTo>
                  <a:cubicBezTo>
                    <a:pt x="1674" y="594"/>
                    <a:pt x="1585" y="530"/>
                    <a:pt x="1486" y="530"/>
                  </a:cubicBezTo>
                  <a:cubicBezTo>
                    <a:pt x="1479" y="530"/>
                    <a:pt x="1472" y="530"/>
                    <a:pt x="1465" y="531"/>
                  </a:cubicBezTo>
                  <a:cubicBezTo>
                    <a:pt x="1313" y="551"/>
                    <a:pt x="1156" y="622"/>
                    <a:pt x="1019" y="708"/>
                  </a:cubicBezTo>
                  <a:cubicBezTo>
                    <a:pt x="1039" y="673"/>
                    <a:pt x="1049" y="637"/>
                    <a:pt x="1064" y="597"/>
                  </a:cubicBezTo>
                  <a:cubicBezTo>
                    <a:pt x="1095" y="501"/>
                    <a:pt x="1110" y="394"/>
                    <a:pt x="1115" y="293"/>
                  </a:cubicBezTo>
                  <a:cubicBezTo>
                    <a:pt x="1120" y="222"/>
                    <a:pt x="1135" y="100"/>
                    <a:pt x="1080" y="40"/>
                  </a:cubicBezTo>
                  <a:cubicBezTo>
                    <a:pt x="1053" y="12"/>
                    <a:pt x="1028" y="1"/>
                    <a:pt x="10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28"/>
            <p:cNvSpPr/>
            <p:nvPr/>
          </p:nvSpPr>
          <p:spPr>
            <a:xfrm>
              <a:off x="5075904" y="2485440"/>
              <a:ext cx="147680" cy="155624"/>
            </a:xfrm>
            <a:custGeom>
              <a:avLst/>
              <a:gdLst/>
              <a:ahLst/>
              <a:cxnLst/>
              <a:rect l="l" t="t" r="r" b="b"/>
              <a:pathLst>
                <a:path w="1673" h="1763" extrusionOk="0">
                  <a:moveTo>
                    <a:pt x="984" y="94"/>
                  </a:moveTo>
                  <a:cubicBezTo>
                    <a:pt x="990" y="94"/>
                    <a:pt x="997" y="96"/>
                    <a:pt x="1004" y="100"/>
                  </a:cubicBezTo>
                  <a:cubicBezTo>
                    <a:pt x="1019" y="115"/>
                    <a:pt x="1029" y="141"/>
                    <a:pt x="1029" y="161"/>
                  </a:cubicBezTo>
                  <a:cubicBezTo>
                    <a:pt x="1044" y="283"/>
                    <a:pt x="1024" y="399"/>
                    <a:pt x="999" y="516"/>
                  </a:cubicBezTo>
                  <a:cubicBezTo>
                    <a:pt x="968" y="627"/>
                    <a:pt x="918" y="728"/>
                    <a:pt x="862" y="820"/>
                  </a:cubicBezTo>
                  <a:cubicBezTo>
                    <a:pt x="852" y="713"/>
                    <a:pt x="852" y="612"/>
                    <a:pt x="862" y="506"/>
                  </a:cubicBezTo>
                  <a:cubicBezTo>
                    <a:pt x="872" y="445"/>
                    <a:pt x="882" y="389"/>
                    <a:pt x="892" y="328"/>
                  </a:cubicBezTo>
                  <a:cubicBezTo>
                    <a:pt x="913" y="262"/>
                    <a:pt x="928" y="191"/>
                    <a:pt x="948" y="126"/>
                  </a:cubicBezTo>
                  <a:cubicBezTo>
                    <a:pt x="956" y="107"/>
                    <a:pt x="968" y="94"/>
                    <a:pt x="984" y="94"/>
                  </a:cubicBezTo>
                  <a:close/>
                  <a:moveTo>
                    <a:pt x="446" y="440"/>
                  </a:moveTo>
                  <a:cubicBezTo>
                    <a:pt x="535" y="440"/>
                    <a:pt x="634" y="553"/>
                    <a:pt x="675" y="612"/>
                  </a:cubicBezTo>
                  <a:cubicBezTo>
                    <a:pt x="730" y="693"/>
                    <a:pt x="766" y="784"/>
                    <a:pt x="781" y="880"/>
                  </a:cubicBezTo>
                  <a:cubicBezTo>
                    <a:pt x="781" y="885"/>
                    <a:pt x="781" y="890"/>
                    <a:pt x="781" y="896"/>
                  </a:cubicBezTo>
                  <a:cubicBezTo>
                    <a:pt x="705" y="845"/>
                    <a:pt x="634" y="794"/>
                    <a:pt x="568" y="739"/>
                  </a:cubicBezTo>
                  <a:cubicBezTo>
                    <a:pt x="518" y="693"/>
                    <a:pt x="285" y="485"/>
                    <a:pt x="416" y="445"/>
                  </a:cubicBezTo>
                  <a:cubicBezTo>
                    <a:pt x="426" y="442"/>
                    <a:pt x="436" y="440"/>
                    <a:pt x="446" y="440"/>
                  </a:cubicBezTo>
                  <a:close/>
                  <a:moveTo>
                    <a:pt x="1474" y="615"/>
                  </a:moveTo>
                  <a:cubicBezTo>
                    <a:pt x="1503" y="615"/>
                    <a:pt x="1541" y="624"/>
                    <a:pt x="1541" y="652"/>
                  </a:cubicBezTo>
                  <a:cubicBezTo>
                    <a:pt x="1541" y="688"/>
                    <a:pt x="1495" y="723"/>
                    <a:pt x="1465" y="739"/>
                  </a:cubicBezTo>
                  <a:cubicBezTo>
                    <a:pt x="1455" y="749"/>
                    <a:pt x="1445" y="754"/>
                    <a:pt x="1434" y="759"/>
                  </a:cubicBezTo>
                  <a:cubicBezTo>
                    <a:pt x="1272" y="850"/>
                    <a:pt x="1090" y="906"/>
                    <a:pt x="913" y="956"/>
                  </a:cubicBezTo>
                  <a:cubicBezTo>
                    <a:pt x="903" y="951"/>
                    <a:pt x="898" y="951"/>
                    <a:pt x="887" y="951"/>
                  </a:cubicBezTo>
                  <a:cubicBezTo>
                    <a:pt x="913" y="880"/>
                    <a:pt x="984" y="840"/>
                    <a:pt x="1055" y="789"/>
                  </a:cubicBezTo>
                  <a:cubicBezTo>
                    <a:pt x="1136" y="739"/>
                    <a:pt x="1222" y="693"/>
                    <a:pt x="1318" y="657"/>
                  </a:cubicBezTo>
                  <a:cubicBezTo>
                    <a:pt x="1364" y="642"/>
                    <a:pt x="1409" y="627"/>
                    <a:pt x="1455" y="617"/>
                  </a:cubicBezTo>
                  <a:cubicBezTo>
                    <a:pt x="1460" y="616"/>
                    <a:pt x="1467" y="615"/>
                    <a:pt x="1474" y="615"/>
                  </a:cubicBezTo>
                  <a:close/>
                  <a:moveTo>
                    <a:pt x="452" y="975"/>
                  </a:moveTo>
                  <a:cubicBezTo>
                    <a:pt x="483" y="975"/>
                    <a:pt x="513" y="975"/>
                    <a:pt x="543" y="977"/>
                  </a:cubicBezTo>
                  <a:cubicBezTo>
                    <a:pt x="609" y="977"/>
                    <a:pt x="670" y="987"/>
                    <a:pt x="730" y="997"/>
                  </a:cubicBezTo>
                  <a:cubicBezTo>
                    <a:pt x="730" y="1002"/>
                    <a:pt x="730" y="1002"/>
                    <a:pt x="730" y="1002"/>
                  </a:cubicBezTo>
                  <a:cubicBezTo>
                    <a:pt x="624" y="1027"/>
                    <a:pt x="513" y="1058"/>
                    <a:pt x="401" y="1073"/>
                  </a:cubicBezTo>
                  <a:cubicBezTo>
                    <a:pt x="376" y="1075"/>
                    <a:pt x="349" y="1077"/>
                    <a:pt x="323" y="1077"/>
                  </a:cubicBezTo>
                  <a:cubicBezTo>
                    <a:pt x="296" y="1077"/>
                    <a:pt x="269" y="1075"/>
                    <a:pt x="244" y="1073"/>
                  </a:cubicBezTo>
                  <a:cubicBezTo>
                    <a:pt x="224" y="1073"/>
                    <a:pt x="209" y="1068"/>
                    <a:pt x="193" y="1063"/>
                  </a:cubicBezTo>
                  <a:cubicBezTo>
                    <a:pt x="178" y="1053"/>
                    <a:pt x="168" y="1042"/>
                    <a:pt x="168" y="1022"/>
                  </a:cubicBezTo>
                  <a:cubicBezTo>
                    <a:pt x="163" y="997"/>
                    <a:pt x="183" y="987"/>
                    <a:pt x="204" y="987"/>
                  </a:cubicBezTo>
                  <a:cubicBezTo>
                    <a:pt x="285" y="979"/>
                    <a:pt x="369" y="975"/>
                    <a:pt x="452" y="975"/>
                  </a:cubicBezTo>
                  <a:close/>
                  <a:moveTo>
                    <a:pt x="786" y="1078"/>
                  </a:moveTo>
                  <a:lnTo>
                    <a:pt x="786" y="1078"/>
                  </a:lnTo>
                  <a:cubicBezTo>
                    <a:pt x="781" y="1179"/>
                    <a:pt x="766" y="1275"/>
                    <a:pt x="741" y="1367"/>
                  </a:cubicBezTo>
                  <a:cubicBezTo>
                    <a:pt x="725" y="1412"/>
                    <a:pt x="710" y="1458"/>
                    <a:pt x="695" y="1503"/>
                  </a:cubicBezTo>
                  <a:cubicBezTo>
                    <a:pt x="685" y="1529"/>
                    <a:pt x="675" y="1559"/>
                    <a:pt x="665" y="1584"/>
                  </a:cubicBezTo>
                  <a:cubicBezTo>
                    <a:pt x="654" y="1610"/>
                    <a:pt x="639" y="1630"/>
                    <a:pt x="624" y="1645"/>
                  </a:cubicBezTo>
                  <a:cubicBezTo>
                    <a:pt x="619" y="1655"/>
                    <a:pt x="609" y="1660"/>
                    <a:pt x="604" y="1660"/>
                  </a:cubicBezTo>
                  <a:cubicBezTo>
                    <a:pt x="600" y="1662"/>
                    <a:pt x="595" y="1662"/>
                    <a:pt x="591" y="1662"/>
                  </a:cubicBezTo>
                  <a:cubicBezTo>
                    <a:pt x="564" y="1662"/>
                    <a:pt x="537" y="1636"/>
                    <a:pt x="528" y="1610"/>
                  </a:cubicBezTo>
                  <a:cubicBezTo>
                    <a:pt x="513" y="1574"/>
                    <a:pt x="528" y="1544"/>
                    <a:pt x="533" y="1514"/>
                  </a:cubicBezTo>
                  <a:cubicBezTo>
                    <a:pt x="548" y="1468"/>
                    <a:pt x="563" y="1422"/>
                    <a:pt x="589" y="1377"/>
                  </a:cubicBezTo>
                  <a:cubicBezTo>
                    <a:pt x="629" y="1291"/>
                    <a:pt x="690" y="1210"/>
                    <a:pt x="751" y="1129"/>
                  </a:cubicBezTo>
                  <a:cubicBezTo>
                    <a:pt x="761" y="1113"/>
                    <a:pt x="776" y="1098"/>
                    <a:pt x="786" y="1078"/>
                  </a:cubicBezTo>
                  <a:close/>
                  <a:moveTo>
                    <a:pt x="889" y="1074"/>
                  </a:moveTo>
                  <a:lnTo>
                    <a:pt x="889" y="1074"/>
                  </a:lnTo>
                  <a:cubicBezTo>
                    <a:pt x="1030" y="1170"/>
                    <a:pt x="1166" y="1281"/>
                    <a:pt x="1247" y="1433"/>
                  </a:cubicBezTo>
                  <a:cubicBezTo>
                    <a:pt x="1267" y="1468"/>
                    <a:pt x="1288" y="1514"/>
                    <a:pt x="1298" y="1554"/>
                  </a:cubicBezTo>
                  <a:cubicBezTo>
                    <a:pt x="1303" y="1579"/>
                    <a:pt x="1313" y="1615"/>
                    <a:pt x="1298" y="1640"/>
                  </a:cubicBezTo>
                  <a:cubicBezTo>
                    <a:pt x="1284" y="1662"/>
                    <a:pt x="1264" y="1677"/>
                    <a:pt x="1238" y="1677"/>
                  </a:cubicBezTo>
                  <a:cubicBezTo>
                    <a:pt x="1235" y="1677"/>
                    <a:pt x="1231" y="1676"/>
                    <a:pt x="1227" y="1676"/>
                  </a:cubicBezTo>
                  <a:cubicBezTo>
                    <a:pt x="1212" y="1671"/>
                    <a:pt x="1201" y="1666"/>
                    <a:pt x="1186" y="1655"/>
                  </a:cubicBezTo>
                  <a:cubicBezTo>
                    <a:pt x="1156" y="1625"/>
                    <a:pt x="1131" y="1579"/>
                    <a:pt x="1105" y="1544"/>
                  </a:cubicBezTo>
                  <a:cubicBezTo>
                    <a:pt x="1075" y="1498"/>
                    <a:pt x="1050" y="1453"/>
                    <a:pt x="1029" y="1402"/>
                  </a:cubicBezTo>
                  <a:cubicBezTo>
                    <a:pt x="984" y="1316"/>
                    <a:pt x="938" y="1225"/>
                    <a:pt x="908" y="1129"/>
                  </a:cubicBezTo>
                  <a:cubicBezTo>
                    <a:pt x="903" y="1119"/>
                    <a:pt x="898" y="1082"/>
                    <a:pt x="889" y="1074"/>
                  </a:cubicBezTo>
                  <a:close/>
                  <a:moveTo>
                    <a:pt x="1006" y="1"/>
                  </a:moveTo>
                  <a:cubicBezTo>
                    <a:pt x="909" y="1"/>
                    <a:pt x="842" y="202"/>
                    <a:pt x="822" y="267"/>
                  </a:cubicBezTo>
                  <a:cubicBezTo>
                    <a:pt x="791" y="389"/>
                    <a:pt x="781" y="511"/>
                    <a:pt x="786" y="632"/>
                  </a:cubicBezTo>
                  <a:cubicBezTo>
                    <a:pt x="710" y="490"/>
                    <a:pt x="594" y="364"/>
                    <a:pt x="437" y="359"/>
                  </a:cubicBezTo>
                  <a:cubicBezTo>
                    <a:pt x="432" y="358"/>
                    <a:pt x="428" y="358"/>
                    <a:pt x="424" y="358"/>
                  </a:cubicBezTo>
                  <a:cubicBezTo>
                    <a:pt x="351" y="358"/>
                    <a:pt x="274" y="399"/>
                    <a:pt x="274" y="480"/>
                  </a:cubicBezTo>
                  <a:cubicBezTo>
                    <a:pt x="274" y="597"/>
                    <a:pt x="421" y="728"/>
                    <a:pt x="502" y="799"/>
                  </a:cubicBezTo>
                  <a:cubicBezTo>
                    <a:pt x="543" y="835"/>
                    <a:pt x="583" y="865"/>
                    <a:pt x="629" y="896"/>
                  </a:cubicBezTo>
                  <a:cubicBezTo>
                    <a:pt x="579" y="891"/>
                    <a:pt x="529" y="888"/>
                    <a:pt x="478" y="888"/>
                  </a:cubicBezTo>
                  <a:cubicBezTo>
                    <a:pt x="416" y="888"/>
                    <a:pt x="354" y="892"/>
                    <a:pt x="290" y="901"/>
                  </a:cubicBezTo>
                  <a:cubicBezTo>
                    <a:pt x="209" y="911"/>
                    <a:pt x="1" y="956"/>
                    <a:pt x="82" y="1093"/>
                  </a:cubicBezTo>
                  <a:cubicBezTo>
                    <a:pt x="116" y="1152"/>
                    <a:pt x="192" y="1169"/>
                    <a:pt x="273" y="1169"/>
                  </a:cubicBezTo>
                  <a:cubicBezTo>
                    <a:pt x="361" y="1169"/>
                    <a:pt x="455" y="1149"/>
                    <a:pt x="513" y="1139"/>
                  </a:cubicBezTo>
                  <a:cubicBezTo>
                    <a:pt x="558" y="1129"/>
                    <a:pt x="604" y="1118"/>
                    <a:pt x="654" y="1108"/>
                  </a:cubicBezTo>
                  <a:lnTo>
                    <a:pt x="654" y="1108"/>
                  </a:lnTo>
                  <a:cubicBezTo>
                    <a:pt x="599" y="1184"/>
                    <a:pt x="553" y="1255"/>
                    <a:pt x="513" y="1336"/>
                  </a:cubicBezTo>
                  <a:cubicBezTo>
                    <a:pt x="467" y="1427"/>
                    <a:pt x="406" y="1574"/>
                    <a:pt x="447" y="1676"/>
                  </a:cubicBezTo>
                  <a:cubicBezTo>
                    <a:pt x="470" y="1732"/>
                    <a:pt x="519" y="1762"/>
                    <a:pt x="570" y="1762"/>
                  </a:cubicBezTo>
                  <a:cubicBezTo>
                    <a:pt x="597" y="1762"/>
                    <a:pt x="625" y="1754"/>
                    <a:pt x="649" y="1736"/>
                  </a:cubicBezTo>
                  <a:cubicBezTo>
                    <a:pt x="766" y="1660"/>
                    <a:pt x="791" y="1468"/>
                    <a:pt x="822" y="1346"/>
                  </a:cubicBezTo>
                  <a:cubicBezTo>
                    <a:pt x="832" y="1306"/>
                    <a:pt x="842" y="1260"/>
                    <a:pt x="852" y="1220"/>
                  </a:cubicBezTo>
                  <a:cubicBezTo>
                    <a:pt x="913" y="1377"/>
                    <a:pt x="979" y="1544"/>
                    <a:pt x="1090" y="1666"/>
                  </a:cubicBezTo>
                  <a:cubicBezTo>
                    <a:pt x="1133" y="1709"/>
                    <a:pt x="1201" y="1744"/>
                    <a:pt x="1262" y="1744"/>
                  </a:cubicBezTo>
                  <a:cubicBezTo>
                    <a:pt x="1309" y="1744"/>
                    <a:pt x="1352" y="1723"/>
                    <a:pt x="1379" y="1671"/>
                  </a:cubicBezTo>
                  <a:cubicBezTo>
                    <a:pt x="1445" y="1539"/>
                    <a:pt x="1318" y="1357"/>
                    <a:pt x="1237" y="1260"/>
                  </a:cubicBezTo>
                  <a:cubicBezTo>
                    <a:pt x="1166" y="1169"/>
                    <a:pt x="1075" y="1098"/>
                    <a:pt x="979" y="1027"/>
                  </a:cubicBezTo>
                  <a:cubicBezTo>
                    <a:pt x="1039" y="1012"/>
                    <a:pt x="1100" y="992"/>
                    <a:pt x="1161" y="972"/>
                  </a:cubicBezTo>
                  <a:cubicBezTo>
                    <a:pt x="1303" y="921"/>
                    <a:pt x="1556" y="855"/>
                    <a:pt x="1622" y="703"/>
                  </a:cubicBezTo>
                  <a:cubicBezTo>
                    <a:pt x="1672" y="593"/>
                    <a:pt x="1590" y="529"/>
                    <a:pt x="1495" y="529"/>
                  </a:cubicBezTo>
                  <a:cubicBezTo>
                    <a:pt x="1485" y="529"/>
                    <a:pt x="1475" y="529"/>
                    <a:pt x="1465" y="531"/>
                  </a:cubicBezTo>
                  <a:cubicBezTo>
                    <a:pt x="1313" y="546"/>
                    <a:pt x="1156" y="622"/>
                    <a:pt x="1024" y="708"/>
                  </a:cubicBezTo>
                  <a:cubicBezTo>
                    <a:pt x="1039" y="673"/>
                    <a:pt x="1055" y="632"/>
                    <a:pt x="1065" y="597"/>
                  </a:cubicBezTo>
                  <a:cubicBezTo>
                    <a:pt x="1095" y="500"/>
                    <a:pt x="1115" y="394"/>
                    <a:pt x="1120" y="293"/>
                  </a:cubicBezTo>
                  <a:cubicBezTo>
                    <a:pt x="1120" y="222"/>
                    <a:pt x="1136" y="95"/>
                    <a:pt x="1080" y="39"/>
                  </a:cubicBezTo>
                  <a:cubicBezTo>
                    <a:pt x="1054" y="12"/>
                    <a:pt x="1029" y="1"/>
                    <a:pt x="10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28"/>
            <p:cNvSpPr/>
            <p:nvPr/>
          </p:nvSpPr>
          <p:spPr>
            <a:xfrm>
              <a:off x="4783548" y="2831995"/>
              <a:ext cx="147592" cy="155624"/>
            </a:xfrm>
            <a:custGeom>
              <a:avLst/>
              <a:gdLst/>
              <a:ahLst/>
              <a:cxnLst/>
              <a:rect l="l" t="t" r="r" b="b"/>
              <a:pathLst>
                <a:path w="1672" h="1763" extrusionOk="0">
                  <a:moveTo>
                    <a:pt x="981" y="94"/>
                  </a:moveTo>
                  <a:cubicBezTo>
                    <a:pt x="987" y="94"/>
                    <a:pt x="992" y="96"/>
                    <a:pt x="998" y="100"/>
                  </a:cubicBezTo>
                  <a:cubicBezTo>
                    <a:pt x="1018" y="115"/>
                    <a:pt x="1028" y="141"/>
                    <a:pt x="1028" y="161"/>
                  </a:cubicBezTo>
                  <a:cubicBezTo>
                    <a:pt x="1044" y="282"/>
                    <a:pt x="1023" y="399"/>
                    <a:pt x="998" y="515"/>
                  </a:cubicBezTo>
                  <a:cubicBezTo>
                    <a:pt x="968" y="627"/>
                    <a:pt x="917" y="728"/>
                    <a:pt x="861" y="819"/>
                  </a:cubicBezTo>
                  <a:cubicBezTo>
                    <a:pt x="846" y="713"/>
                    <a:pt x="851" y="612"/>
                    <a:pt x="861" y="505"/>
                  </a:cubicBezTo>
                  <a:cubicBezTo>
                    <a:pt x="866" y="445"/>
                    <a:pt x="881" y="389"/>
                    <a:pt x="892" y="328"/>
                  </a:cubicBezTo>
                  <a:cubicBezTo>
                    <a:pt x="907" y="262"/>
                    <a:pt x="927" y="191"/>
                    <a:pt x="947" y="125"/>
                  </a:cubicBezTo>
                  <a:cubicBezTo>
                    <a:pt x="955" y="107"/>
                    <a:pt x="967" y="94"/>
                    <a:pt x="981" y="94"/>
                  </a:cubicBezTo>
                  <a:close/>
                  <a:moveTo>
                    <a:pt x="445" y="440"/>
                  </a:moveTo>
                  <a:cubicBezTo>
                    <a:pt x="534" y="440"/>
                    <a:pt x="633" y="552"/>
                    <a:pt x="674" y="612"/>
                  </a:cubicBezTo>
                  <a:cubicBezTo>
                    <a:pt x="729" y="693"/>
                    <a:pt x="765" y="784"/>
                    <a:pt x="780" y="880"/>
                  </a:cubicBezTo>
                  <a:cubicBezTo>
                    <a:pt x="780" y="885"/>
                    <a:pt x="780" y="890"/>
                    <a:pt x="780" y="895"/>
                  </a:cubicBezTo>
                  <a:cubicBezTo>
                    <a:pt x="704" y="845"/>
                    <a:pt x="633" y="794"/>
                    <a:pt x="562" y="738"/>
                  </a:cubicBezTo>
                  <a:cubicBezTo>
                    <a:pt x="512" y="693"/>
                    <a:pt x="279" y="485"/>
                    <a:pt x="415" y="445"/>
                  </a:cubicBezTo>
                  <a:cubicBezTo>
                    <a:pt x="425" y="441"/>
                    <a:pt x="435" y="440"/>
                    <a:pt x="445" y="440"/>
                  </a:cubicBezTo>
                  <a:close/>
                  <a:moveTo>
                    <a:pt x="1473" y="615"/>
                  </a:moveTo>
                  <a:cubicBezTo>
                    <a:pt x="1502" y="615"/>
                    <a:pt x="1540" y="624"/>
                    <a:pt x="1540" y="652"/>
                  </a:cubicBezTo>
                  <a:cubicBezTo>
                    <a:pt x="1540" y="688"/>
                    <a:pt x="1494" y="723"/>
                    <a:pt x="1464" y="738"/>
                  </a:cubicBezTo>
                  <a:cubicBezTo>
                    <a:pt x="1454" y="748"/>
                    <a:pt x="1444" y="754"/>
                    <a:pt x="1434" y="759"/>
                  </a:cubicBezTo>
                  <a:cubicBezTo>
                    <a:pt x="1271" y="850"/>
                    <a:pt x="1089" y="905"/>
                    <a:pt x="907" y="956"/>
                  </a:cubicBezTo>
                  <a:cubicBezTo>
                    <a:pt x="902" y="951"/>
                    <a:pt x="897" y="951"/>
                    <a:pt x="887" y="951"/>
                  </a:cubicBezTo>
                  <a:cubicBezTo>
                    <a:pt x="912" y="880"/>
                    <a:pt x="983" y="840"/>
                    <a:pt x="1054" y="789"/>
                  </a:cubicBezTo>
                  <a:cubicBezTo>
                    <a:pt x="1135" y="738"/>
                    <a:pt x="1221" y="693"/>
                    <a:pt x="1312" y="657"/>
                  </a:cubicBezTo>
                  <a:cubicBezTo>
                    <a:pt x="1358" y="642"/>
                    <a:pt x="1408" y="627"/>
                    <a:pt x="1454" y="617"/>
                  </a:cubicBezTo>
                  <a:cubicBezTo>
                    <a:pt x="1459" y="616"/>
                    <a:pt x="1466" y="615"/>
                    <a:pt x="1473" y="615"/>
                  </a:cubicBezTo>
                  <a:close/>
                  <a:moveTo>
                    <a:pt x="452" y="974"/>
                  </a:moveTo>
                  <a:cubicBezTo>
                    <a:pt x="482" y="974"/>
                    <a:pt x="512" y="975"/>
                    <a:pt x="542" y="976"/>
                  </a:cubicBezTo>
                  <a:cubicBezTo>
                    <a:pt x="603" y="976"/>
                    <a:pt x="669" y="987"/>
                    <a:pt x="729" y="997"/>
                  </a:cubicBezTo>
                  <a:cubicBezTo>
                    <a:pt x="729" y="1002"/>
                    <a:pt x="729" y="1002"/>
                    <a:pt x="729" y="1002"/>
                  </a:cubicBezTo>
                  <a:cubicBezTo>
                    <a:pt x="623" y="1027"/>
                    <a:pt x="512" y="1057"/>
                    <a:pt x="400" y="1073"/>
                  </a:cubicBezTo>
                  <a:cubicBezTo>
                    <a:pt x="372" y="1075"/>
                    <a:pt x="346" y="1076"/>
                    <a:pt x="319" y="1076"/>
                  </a:cubicBezTo>
                  <a:cubicBezTo>
                    <a:pt x="293" y="1076"/>
                    <a:pt x="266" y="1075"/>
                    <a:pt x="238" y="1073"/>
                  </a:cubicBezTo>
                  <a:cubicBezTo>
                    <a:pt x="223" y="1073"/>
                    <a:pt x="208" y="1068"/>
                    <a:pt x="193" y="1063"/>
                  </a:cubicBezTo>
                  <a:cubicBezTo>
                    <a:pt x="177" y="1052"/>
                    <a:pt x="167" y="1042"/>
                    <a:pt x="162" y="1022"/>
                  </a:cubicBezTo>
                  <a:cubicBezTo>
                    <a:pt x="162" y="997"/>
                    <a:pt x="182" y="987"/>
                    <a:pt x="203" y="987"/>
                  </a:cubicBezTo>
                  <a:cubicBezTo>
                    <a:pt x="284" y="979"/>
                    <a:pt x="369" y="974"/>
                    <a:pt x="452" y="974"/>
                  </a:cubicBezTo>
                  <a:close/>
                  <a:moveTo>
                    <a:pt x="785" y="1078"/>
                  </a:moveTo>
                  <a:cubicBezTo>
                    <a:pt x="780" y="1179"/>
                    <a:pt x="760" y="1275"/>
                    <a:pt x="735" y="1366"/>
                  </a:cubicBezTo>
                  <a:cubicBezTo>
                    <a:pt x="724" y="1412"/>
                    <a:pt x="709" y="1458"/>
                    <a:pt x="694" y="1503"/>
                  </a:cubicBezTo>
                  <a:cubicBezTo>
                    <a:pt x="684" y="1529"/>
                    <a:pt x="674" y="1559"/>
                    <a:pt x="659" y="1584"/>
                  </a:cubicBezTo>
                  <a:cubicBezTo>
                    <a:pt x="648" y="1610"/>
                    <a:pt x="638" y="1630"/>
                    <a:pt x="623" y="1645"/>
                  </a:cubicBezTo>
                  <a:cubicBezTo>
                    <a:pt x="618" y="1655"/>
                    <a:pt x="608" y="1660"/>
                    <a:pt x="603" y="1660"/>
                  </a:cubicBezTo>
                  <a:cubicBezTo>
                    <a:pt x="598" y="1662"/>
                    <a:pt x="593" y="1662"/>
                    <a:pt x="589" y="1662"/>
                  </a:cubicBezTo>
                  <a:cubicBezTo>
                    <a:pt x="560" y="1662"/>
                    <a:pt x="536" y="1636"/>
                    <a:pt x="527" y="1610"/>
                  </a:cubicBezTo>
                  <a:cubicBezTo>
                    <a:pt x="512" y="1574"/>
                    <a:pt x="527" y="1544"/>
                    <a:pt x="532" y="1513"/>
                  </a:cubicBezTo>
                  <a:cubicBezTo>
                    <a:pt x="547" y="1468"/>
                    <a:pt x="562" y="1422"/>
                    <a:pt x="583" y="1377"/>
                  </a:cubicBezTo>
                  <a:cubicBezTo>
                    <a:pt x="628" y="1290"/>
                    <a:pt x="689" y="1209"/>
                    <a:pt x="750" y="1128"/>
                  </a:cubicBezTo>
                  <a:cubicBezTo>
                    <a:pt x="760" y="1113"/>
                    <a:pt x="775" y="1098"/>
                    <a:pt x="785" y="1078"/>
                  </a:cubicBezTo>
                  <a:close/>
                  <a:moveTo>
                    <a:pt x="888" y="1074"/>
                  </a:moveTo>
                  <a:lnTo>
                    <a:pt x="888" y="1074"/>
                  </a:lnTo>
                  <a:cubicBezTo>
                    <a:pt x="1029" y="1170"/>
                    <a:pt x="1165" y="1281"/>
                    <a:pt x="1246" y="1432"/>
                  </a:cubicBezTo>
                  <a:cubicBezTo>
                    <a:pt x="1266" y="1468"/>
                    <a:pt x="1287" y="1513"/>
                    <a:pt x="1297" y="1554"/>
                  </a:cubicBezTo>
                  <a:cubicBezTo>
                    <a:pt x="1302" y="1579"/>
                    <a:pt x="1307" y="1615"/>
                    <a:pt x="1292" y="1640"/>
                  </a:cubicBezTo>
                  <a:cubicBezTo>
                    <a:pt x="1283" y="1662"/>
                    <a:pt x="1263" y="1676"/>
                    <a:pt x="1237" y="1676"/>
                  </a:cubicBezTo>
                  <a:cubicBezTo>
                    <a:pt x="1234" y="1676"/>
                    <a:pt x="1230" y="1676"/>
                    <a:pt x="1226" y="1675"/>
                  </a:cubicBezTo>
                  <a:cubicBezTo>
                    <a:pt x="1211" y="1670"/>
                    <a:pt x="1201" y="1665"/>
                    <a:pt x="1185" y="1655"/>
                  </a:cubicBezTo>
                  <a:cubicBezTo>
                    <a:pt x="1155" y="1625"/>
                    <a:pt x="1130" y="1579"/>
                    <a:pt x="1104" y="1544"/>
                  </a:cubicBezTo>
                  <a:cubicBezTo>
                    <a:pt x="1074" y="1498"/>
                    <a:pt x="1049" y="1453"/>
                    <a:pt x="1028" y="1402"/>
                  </a:cubicBezTo>
                  <a:cubicBezTo>
                    <a:pt x="983" y="1316"/>
                    <a:pt x="937" y="1225"/>
                    <a:pt x="902" y="1128"/>
                  </a:cubicBezTo>
                  <a:cubicBezTo>
                    <a:pt x="902" y="1119"/>
                    <a:pt x="897" y="1082"/>
                    <a:pt x="888" y="1074"/>
                  </a:cubicBezTo>
                  <a:close/>
                  <a:moveTo>
                    <a:pt x="1004" y="1"/>
                  </a:moveTo>
                  <a:cubicBezTo>
                    <a:pt x="906" y="1"/>
                    <a:pt x="837" y="202"/>
                    <a:pt x="821" y="267"/>
                  </a:cubicBezTo>
                  <a:cubicBezTo>
                    <a:pt x="790" y="389"/>
                    <a:pt x="780" y="510"/>
                    <a:pt x="780" y="632"/>
                  </a:cubicBezTo>
                  <a:cubicBezTo>
                    <a:pt x="709" y="490"/>
                    <a:pt x="593" y="363"/>
                    <a:pt x="436" y="358"/>
                  </a:cubicBezTo>
                  <a:cubicBezTo>
                    <a:pt x="431" y="358"/>
                    <a:pt x="427" y="358"/>
                    <a:pt x="423" y="358"/>
                  </a:cubicBezTo>
                  <a:cubicBezTo>
                    <a:pt x="350" y="358"/>
                    <a:pt x="274" y="399"/>
                    <a:pt x="274" y="480"/>
                  </a:cubicBezTo>
                  <a:cubicBezTo>
                    <a:pt x="269" y="596"/>
                    <a:pt x="420" y="728"/>
                    <a:pt x="502" y="799"/>
                  </a:cubicBezTo>
                  <a:cubicBezTo>
                    <a:pt x="542" y="835"/>
                    <a:pt x="583" y="865"/>
                    <a:pt x="628" y="895"/>
                  </a:cubicBezTo>
                  <a:cubicBezTo>
                    <a:pt x="578" y="891"/>
                    <a:pt x="527" y="888"/>
                    <a:pt x="476" y="888"/>
                  </a:cubicBezTo>
                  <a:cubicBezTo>
                    <a:pt x="413" y="888"/>
                    <a:pt x="350" y="892"/>
                    <a:pt x="289" y="900"/>
                  </a:cubicBezTo>
                  <a:cubicBezTo>
                    <a:pt x="208" y="911"/>
                    <a:pt x="0" y="956"/>
                    <a:pt x="81" y="1093"/>
                  </a:cubicBezTo>
                  <a:cubicBezTo>
                    <a:pt x="115" y="1152"/>
                    <a:pt x="191" y="1169"/>
                    <a:pt x="272" y="1169"/>
                  </a:cubicBezTo>
                  <a:cubicBezTo>
                    <a:pt x="360" y="1169"/>
                    <a:pt x="454" y="1149"/>
                    <a:pt x="512" y="1139"/>
                  </a:cubicBezTo>
                  <a:cubicBezTo>
                    <a:pt x="557" y="1128"/>
                    <a:pt x="603" y="1118"/>
                    <a:pt x="648" y="1108"/>
                  </a:cubicBezTo>
                  <a:lnTo>
                    <a:pt x="648" y="1108"/>
                  </a:lnTo>
                  <a:cubicBezTo>
                    <a:pt x="598" y="1184"/>
                    <a:pt x="552" y="1255"/>
                    <a:pt x="512" y="1336"/>
                  </a:cubicBezTo>
                  <a:cubicBezTo>
                    <a:pt x="466" y="1427"/>
                    <a:pt x="400" y="1574"/>
                    <a:pt x="446" y="1675"/>
                  </a:cubicBezTo>
                  <a:cubicBezTo>
                    <a:pt x="469" y="1732"/>
                    <a:pt x="518" y="1762"/>
                    <a:pt x="569" y="1762"/>
                  </a:cubicBezTo>
                  <a:cubicBezTo>
                    <a:pt x="596" y="1762"/>
                    <a:pt x="624" y="1754"/>
                    <a:pt x="648" y="1736"/>
                  </a:cubicBezTo>
                  <a:cubicBezTo>
                    <a:pt x="760" y="1660"/>
                    <a:pt x="790" y="1468"/>
                    <a:pt x="821" y="1346"/>
                  </a:cubicBezTo>
                  <a:cubicBezTo>
                    <a:pt x="831" y="1306"/>
                    <a:pt x="841" y="1260"/>
                    <a:pt x="851" y="1220"/>
                  </a:cubicBezTo>
                  <a:cubicBezTo>
                    <a:pt x="907" y="1377"/>
                    <a:pt x="978" y="1544"/>
                    <a:pt x="1089" y="1665"/>
                  </a:cubicBezTo>
                  <a:cubicBezTo>
                    <a:pt x="1132" y="1708"/>
                    <a:pt x="1200" y="1743"/>
                    <a:pt x="1261" y="1743"/>
                  </a:cubicBezTo>
                  <a:cubicBezTo>
                    <a:pt x="1308" y="1743"/>
                    <a:pt x="1352" y="1723"/>
                    <a:pt x="1378" y="1670"/>
                  </a:cubicBezTo>
                  <a:cubicBezTo>
                    <a:pt x="1444" y="1539"/>
                    <a:pt x="1317" y="1356"/>
                    <a:pt x="1236" y="1260"/>
                  </a:cubicBezTo>
                  <a:cubicBezTo>
                    <a:pt x="1160" y="1169"/>
                    <a:pt x="1069" y="1098"/>
                    <a:pt x="978" y="1027"/>
                  </a:cubicBezTo>
                  <a:cubicBezTo>
                    <a:pt x="1038" y="1012"/>
                    <a:pt x="1099" y="992"/>
                    <a:pt x="1155" y="971"/>
                  </a:cubicBezTo>
                  <a:cubicBezTo>
                    <a:pt x="1302" y="921"/>
                    <a:pt x="1550" y="855"/>
                    <a:pt x="1621" y="703"/>
                  </a:cubicBezTo>
                  <a:cubicBezTo>
                    <a:pt x="1671" y="593"/>
                    <a:pt x="1589" y="528"/>
                    <a:pt x="1494" y="528"/>
                  </a:cubicBezTo>
                  <a:cubicBezTo>
                    <a:pt x="1484" y="528"/>
                    <a:pt x="1474" y="529"/>
                    <a:pt x="1464" y="531"/>
                  </a:cubicBezTo>
                  <a:cubicBezTo>
                    <a:pt x="1312" y="546"/>
                    <a:pt x="1155" y="622"/>
                    <a:pt x="1018" y="708"/>
                  </a:cubicBezTo>
                  <a:cubicBezTo>
                    <a:pt x="1038" y="672"/>
                    <a:pt x="1049" y="632"/>
                    <a:pt x="1064" y="596"/>
                  </a:cubicBezTo>
                  <a:cubicBezTo>
                    <a:pt x="1094" y="500"/>
                    <a:pt x="1114" y="394"/>
                    <a:pt x="1120" y="293"/>
                  </a:cubicBezTo>
                  <a:cubicBezTo>
                    <a:pt x="1120" y="222"/>
                    <a:pt x="1135" y="95"/>
                    <a:pt x="1079" y="39"/>
                  </a:cubicBezTo>
                  <a:cubicBezTo>
                    <a:pt x="1053" y="12"/>
                    <a:pt x="1028" y="1"/>
                    <a:pt x="10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28"/>
            <p:cNvSpPr/>
            <p:nvPr/>
          </p:nvSpPr>
          <p:spPr>
            <a:xfrm>
              <a:off x="5075904" y="3128941"/>
              <a:ext cx="147768" cy="155713"/>
            </a:xfrm>
            <a:custGeom>
              <a:avLst/>
              <a:gdLst/>
              <a:ahLst/>
              <a:cxnLst/>
              <a:rect l="l" t="t" r="r" b="b"/>
              <a:pathLst>
                <a:path w="1674" h="1764" extrusionOk="0">
                  <a:moveTo>
                    <a:pt x="981" y="95"/>
                  </a:moveTo>
                  <a:cubicBezTo>
                    <a:pt x="988" y="95"/>
                    <a:pt x="996" y="98"/>
                    <a:pt x="1004" y="105"/>
                  </a:cubicBezTo>
                  <a:cubicBezTo>
                    <a:pt x="1019" y="115"/>
                    <a:pt x="1029" y="140"/>
                    <a:pt x="1029" y="160"/>
                  </a:cubicBezTo>
                  <a:cubicBezTo>
                    <a:pt x="1044" y="282"/>
                    <a:pt x="1024" y="398"/>
                    <a:pt x="999" y="515"/>
                  </a:cubicBezTo>
                  <a:cubicBezTo>
                    <a:pt x="968" y="631"/>
                    <a:pt x="918" y="728"/>
                    <a:pt x="862" y="819"/>
                  </a:cubicBezTo>
                  <a:cubicBezTo>
                    <a:pt x="852" y="718"/>
                    <a:pt x="852" y="611"/>
                    <a:pt x="862" y="505"/>
                  </a:cubicBezTo>
                  <a:cubicBezTo>
                    <a:pt x="872" y="449"/>
                    <a:pt x="882" y="388"/>
                    <a:pt x="892" y="333"/>
                  </a:cubicBezTo>
                  <a:cubicBezTo>
                    <a:pt x="913" y="262"/>
                    <a:pt x="928" y="191"/>
                    <a:pt x="948" y="125"/>
                  </a:cubicBezTo>
                  <a:cubicBezTo>
                    <a:pt x="955" y="108"/>
                    <a:pt x="967" y="95"/>
                    <a:pt x="981" y="95"/>
                  </a:cubicBezTo>
                  <a:close/>
                  <a:moveTo>
                    <a:pt x="442" y="441"/>
                  </a:moveTo>
                  <a:cubicBezTo>
                    <a:pt x="533" y="441"/>
                    <a:pt x="633" y="551"/>
                    <a:pt x="675" y="611"/>
                  </a:cubicBezTo>
                  <a:cubicBezTo>
                    <a:pt x="730" y="692"/>
                    <a:pt x="766" y="789"/>
                    <a:pt x="781" y="885"/>
                  </a:cubicBezTo>
                  <a:cubicBezTo>
                    <a:pt x="781" y="885"/>
                    <a:pt x="781" y="890"/>
                    <a:pt x="781" y="895"/>
                  </a:cubicBezTo>
                  <a:cubicBezTo>
                    <a:pt x="705" y="844"/>
                    <a:pt x="634" y="794"/>
                    <a:pt x="568" y="738"/>
                  </a:cubicBezTo>
                  <a:cubicBezTo>
                    <a:pt x="518" y="692"/>
                    <a:pt x="285" y="485"/>
                    <a:pt x="416" y="444"/>
                  </a:cubicBezTo>
                  <a:cubicBezTo>
                    <a:pt x="425" y="442"/>
                    <a:pt x="434" y="441"/>
                    <a:pt x="442" y="441"/>
                  </a:cubicBezTo>
                  <a:close/>
                  <a:moveTo>
                    <a:pt x="1474" y="615"/>
                  </a:moveTo>
                  <a:cubicBezTo>
                    <a:pt x="1503" y="615"/>
                    <a:pt x="1541" y="624"/>
                    <a:pt x="1541" y="652"/>
                  </a:cubicBezTo>
                  <a:cubicBezTo>
                    <a:pt x="1541" y="692"/>
                    <a:pt x="1495" y="723"/>
                    <a:pt x="1465" y="743"/>
                  </a:cubicBezTo>
                  <a:cubicBezTo>
                    <a:pt x="1455" y="748"/>
                    <a:pt x="1445" y="753"/>
                    <a:pt x="1434" y="758"/>
                  </a:cubicBezTo>
                  <a:cubicBezTo>
                    <a:pt x="1272" y="854"/>
                    <a:pt x="1090" y="910"/>
                    <a:pt x="913" y="956"/>
                  </a:cubicBezTo>
                  <a:cubicBezTo>
                    <a:pt x="903" y="956"/>
                    <a:pt x="898" y="951"/>
                    <a:pt x="887" y="951"/>
                  </a:cubicBezTo>
                  <a:cubicBezTo>
                    <a:pt x="913" y="885"/>
                    <a:pt x="984" y="839"/>
                    <a:pt x="1055" y="794"/>
                  </a:cubicBezTo>
                  <a:cubicBezTo>
                    <a:pt x="1136" y="738"/>
                    <a:pt x="1222" y="692"/>
                    <a:pt x="1318" y="662"/>
                  </a:cubicBezTo>
                  <a:cubicBezTo>
                    <a:pt x="1364" y="642"/>
                    <a:pt x="1409" y="626"/>
                    <a:pt x="1455" y="616"/>
                  </a:cubicBezTo>
                  <a:cubicBezTo>
                    <a:pt x="1460" y="615"/>
                    <a:pt x="1467" y="615"/>
                    <a:pt x="1474" y="615"/>
                  </a:cubicBezTo>
                  <a:close/>
                  <a:moveTo>
                    <a:pt x="452" y="974"/>
                  </a:moveTo>
                  <a:cubicBezTo>
                    <a:pt x="483" y="974"/>
                    <a:pt x="513" y="975"/>
                    <a:pt x="543" y="976"/>
                  </a:cubicBezTo>
                  <a:cubicBezTo>
                    <a:pt x="609" y="976"/>
                    <a:pt x="670" y="986"/>
                    <a:pt x="730" y="1001"/>
                  </a:cubicBezTo>
                  <a:cubicBezTo>
                    <a:pt x="624" y="1032"/>
                    <a:pt x="513" y="1062"/>
                    <a:pt x="401" y="1072"/>
                  </a:cubicBezTo>
                  <a:cubicBezTo>
                    <a:pt x="376" y="1075"/>
                    <a:pt x="349" y="1076"/>
                    <a:pt x="323" y="1076"/>
                  </a:cubicBezTo>
                  <a:cubicBezTo>
                    <a:pt x="296" y="1076"/>
                    <a:pt x="269" y="1075"/>
                    <a:pt x="244" y="1072"/>
                  </a:cubicBezTo>
                  <a:cubicBezTo>
                    <a:pt x="224" y="1072"/>
                    <a:pt x="209" y="1072"/>
                    <a:pt x="193" y="1062"/>
                  </a:cubicBezTo>
                  <a:cubicBezTo>
                    <a:pt x="178" y="1057"/>
                    <a:pt x="168" y="1042"/>
                    <a:pt x="168" y="1027"/>
                  </a:cubicBezTo>
                  <a:cubicBezTo>
                    <a:pt x="163" y="1001"/>
                    <a:pt x="183" y="986"/>
                    <a:pt x="204" y="986"/>
                  </a:cubicBezTo>
                  <a:cubicBezTo>
                    <a:pt x="285" y="979"/>
                    <a:pt x="369" y="974"/>
                    <a:pt x="452" y="974"/>
                  </a:cubicBezTo>
                  <a:close/>
                  <a:moveTo>
                    <a:pt x="786" y="1082"/>
                  </a:moveTo>
                  <a:lnTo>
                    <a:pt x="786" y="1082"/>
                  </a:lnTo>
                  <a:cubicBezTo>
                    <a:pt x="781" y="1179"/>
                    <a:pt x="766" y="1275"/>
                    <a:pt x="741" y="1366"/>
                  </a:cubicBezTo>
                  <a:cubicBezTo>
                    <a:pt x="725" y="1412"/>
                    <a:pt x="710" y="1457"/>
                    <a:pt x="695" y="1503"/>
                  </a:cubicBezTo>
                  <a:cubicBezTo>
                    <a:pt x="685" y="1528"/>
                    <a:pt x="675" y="1558"/>
                    <a:pt x="665" y="1584"/>
                  </a:cubicBezTo>
                  <a:cubicBezTo>
                    <a:pt x="654" y="1609"/>
                    <a:pt x="639" y="1629"/>
                    <a:pt x="624" y="1650"/>
                  </a:cubicBezTo>
                  <a:cubicBezTo>
                    <a:pt x="619" y="1655"/>
                    <a:pt x="609" y="1660"/>
                    <a:pt x="604" y="1660"/>
                  </a:cubicBezTo>
                  <a:cubicBezTo>
                    <a:pt x="600" y="1661"/>
                    <a:pt x="595" y="1662"/>
                    <a:pt x="591" y="1662"/>
                  </a:cubicBezTo>
                  <a:cubicBezTo>
                    <a:pt x="564" y="1662"/>
                    <a:pt x="537" y="1636"/>
                    <a:pt x="528" y="1614"/>
                  </a:cubicBezTo>
                  <a:cubicBezTo>
                    <a:pt x="513" y="1579"/>
                    <a:pt x="528" y="1548"/>
                    <a:pt x="533" y="1513"/>
                  </a:cubicBezTo>
                  <a:cubicBezTo>
                    <a:pt x="548" y="1467"/>
                    <a:pt x="563" y="1422"/>
                    <a:pt x="589" y="1381"/>
                  </a:cubicBezTo>
                  <a:cubicBezTo>
                    <a:pt x="629" y="1290"/>
                    <a:pt x="690" y="1209"/>
                    <a:pt x="751" y="1133"/>
                  </a:cubicBezTo>
                  <a:cubicBezTo>
                    <a:pt x="761" y="1113"/>
                    <a:pt x="776" y="1098"/>
                    <a:pt x="786" y="1082"/>
                  </a:cubicBezTo>
                  <a:close/>
                  <a:moveTo>
                    <a:pt x="889" y="1073"/>
                  </a:moveTo>
                  <a:lnTo>
                    <a:pt x="889" y="1073"/>
                  </a:lnTo>
                  <a:cubicBezTo>
                    <a:pt x="1030" y="1174"/>
                    <a:pt x="1166" y="1280"/>
                    <a:pt x="1247" y="1432"/>
                  </a:cubicBezTo>
                  <a:cubicBezTo>
                    <a:pt x="1267" y="1472"/>
                    <a:pt x="1288" y="1513"/>
                    <a:pt x="1298" y="1553"/>
                  </a:cubicBezTo>
                  <a:cubicBezTo>
                    <a:pt x="1303" y="1584"/>
                    <a:pt x="1313" y="1614"/>
                    <a:pt x="1298" y="1640"/>
                  </a:cubicBezTo>
                  <a:cubicBezTo>
                    <a:pt x="1284" y="1662"/>
                    <a:pt x="1264" y="1676"/>
                    <a:pt x="1238" y="1676"/>
                  </a:cubicBezTo>
                  <a:cubicBezTo>
                    <a:pt x="1235" y="1676"/>
                    <a:pt x="1231" y="1676"/>
                    <a:pt x="1227" y="1675"/>
                  </a:cubicBezTo>
                  <a:cubicBezTo>
                    <a:pt x="1212" y="1675"/>
                    <a:pt x="1201" y="1665"/>
                    <a:pt x="1186" y="1655"/>
                  </a:cubicBezTo>
                  <a:cubicBezTo>
                    <a:pt x="1156" y="1624"/>
                    <a:pt x="1131" y="1584"/>
                    <a:pt x="1105" y="1543"/>
                  </a:cubicBezTo>
                  <a:cubicBezTo>
                    <a:pt x="1075" y="1503"/>
                    <a:pt x="1050" y="1452"/>
                    <a:pt x="1029" y="1407"/>
                  </a:cubicBezTo>
                  <a:cubicBezTo>
                    <a:pt x="984" y="1315"/>
                    <a:pt x="938" y="1224"/>
                    <a:pt x="908" y="1128"/>
                  </a:cubicBezTo>
                  <a:cubicBezTo>
                    <a:pt x="903" y="1118"/>
                    <a:pt x="898" y="1082"/>
                    <a:pt x="889" y="1073"/>
                  </a:cubicBezTo>
                  <a:close/>
                  <a:moveTo>
                    <a:pt x="1006" y="0"/>
                  </a:moveTo>
                  <a:cubicBezTo>
                    <a:pt x="909" y="0"/>
                    <a:pt x="842" y="201"/>
                    <a:pt x="822" y="267"/>
                  </a:cubicBezTo>
                  <a:cubicBezTo>
                    <a:pt x="791" y="388"/>
                    <a:pt x="781" y="510"/>
                    <a:pt x="786" y="631"/>
                  </a:cubicBezTo>
                  <a:cubicBezTo>
                    <a:pt x="710" y="490"/>
                    <a:pt x="594" y="363"/>
                    <a:pt x="437" y="358"/>
                  </a:cubicBezTo>
                  <a:cubicBezTo>
                    <a:pt x="432" y="358"/>
                    <a:pt x="428" y="358"/>
                    <a:pt x="424" y="358"/>
                  </a:cubicBezTo>
                  <a:cubicBezTo>
                    <a:pt x="351" y="358"/>
                    <a:pt x="274" y="398"/>
                    <a:pt x="274" y="480"/>
                  </a:cubicBezTo>
                  <a:cubicBezTo>
                    <a:pt x="274" y="596"/>
                    <a:pt x="421" y="728"/>
                    <a:pt x="502" y="799"/>
                  </a:cubicBezTo>
                  <a:cubicBezTo>
                    <a:pt x="543" y="834"/>
                    <a:pt x="583" y="870"/>
                    <a:pt x="629" y="900"/>
                  </a:cubicBezTo>
                  <a:cubicBezTo>
                    <a:pt x="573" y="892"/>
                    <a:pt x="518" y="889"/>
                    <a:pt x="461" y="889"/>
                  </a:cubicBezTo>
                  <a:cubicBezTo>
                    <a:pt x="405" y="889"/>
                    <a:pt x="348" y="892"/>
                    <a:pt x="290" y="900"/>
                  </a:cubicBezTo>
                  <a:cubicBezTo>
                    <a:pt x="209" y="915"/>
                    <a:pt x="1" y="961"/>
                    <a:pt x="82" y="1092"/>
                  </a:cubicBezTo>
                  <a:cubicBezTo>
                    <a:pt x="116" y="1151"/>
                    <a:pt x="192" y="1169"/>
                    <a:pt x="273" y="1169"/>
                  </a:cubicBezTo>
                  <a:cubicBezTo>
                    <a:pt x="361" y="1169"/>
                    <a:pt x="455" y="1149"/>
                    <a:pt x="513" y="1138"/>
                  </a:cubicBezTo>
                  <a:cubicBezTo>
                    <a:pt x="558" y="1133"/>
                    <a:pt x="604" y="1123"/>
                    <a:pt x="654" y="1113"/>
                  </a:cubicBezTo>
                  <a:lnTo>
                    <a:pt x="654" y="1113"/>
                  </a:lnTo>
                  <a:cubicBezTo>
                    <a:pt x="599" y="1184"/>
                    <a:pt x="553" y="1255"/>
                    <a:pt x="513" y="1336"/>
                  </a:cubicBezTo>
                  <a:cubicBezTo>
                    <a:pt x="467" y="1432"/>
                    <a:pt x="406" y="1574"/>
                    <a:pt x="447" y="1680"/>
                  </a:cubicBezTo>
                  <a:cubicBezTo>
                    <a:pt x="469" y="1735"/>
                    <a:pt x="517" y="1763"/>
                    <a:pt x="566" y="1763"/>
                  </a:cubicBezTo>
                  <a:cubicBezTo>
                    <a:pt x="595" y="1763"/>
                    <a:pt x="624" y="1754"/>
                    <a:pt x="649" y="1736"/>
                  </a:cubicBezTo>
                  <a:cubicBezTo>
                    <a:pt x="766" y="1665"/>
                    <a:pt x="791" y="1467"/>
                    <a:pt x="822" y="1351"/>
                  </a:cubicBezTo>
                  <a:cubicBezTo>
                    <a:pt x="832" y="1305"/>
                    <a:pt x="842" y="1265"/>
                    <a:pt x="852" y="1219"/>
                  </a:cubicBezTo>
                  <a:cubicBezTo>
                    <a:pt x="913" y="1376"/>
                    <a:pt x="979" y="1543"/>
                    <a:pt x="1090" y="1665"/>
                  </a:cubicBezTo>
                  <a:cubicBezTo>
                    <a:pt x="1133" y="1710"/>
                    <a:pt x="1199" y="1745"/>
                    <a:pt x="1260" y="1745"/>
                  </a:cubicBezTo>
                  <a:cubicBezTo>
                    <a:pt x="1308" y="1745"/>
                    <a:pt x="1352" y="1723"/>
                    <a:pt x="1379" y="1670"/>
                  </a:cubicBezTo>
                  <a:cubicBezTo>
                    <a:pt x="1445" y="1538"/>
                    <a:pt x="1318" y="1356"/>
                    <a:pt x="1237" y="1260"/>
                  </a:cubicBezTo>
                  <a:cubicBezTo>
                    <a:pt x="1166" y="1174"/>
                    <a:pt x="1075" y="1098"/>
                    <a:pt x="979" y="1027"/>
                  </a:cubicBezTo>
                  <a:cubicBezTo>
                    <a:pt x="1039" y="1011"/>
                    <a:pt x="1100" y="991"/>
                    <a:pt x="1161" y="971"/>
                  </a:cubicBezTo>
                  <a:cubicBezTo>
                    <a:pt x="1303" y="920"/>
                    <a:pt x="1556" y="854"/>
                    <a:pt x="1622" y="702"/>
                  </a:cubicBezTo>
                  <a:cubicBezTo>
                    <a:pt x="1674" y="594"/>
                    <a:pt x="1585" y="529"/>
                    <a:pt x="1486" y="529"/>
                  </a:cubicBezTo>
                  <a:cubicBezTo>
                    <a:pt x="1479" y="529"/>
                    <a:pt x="1472" y="529"/>
                    <a:pt x="1465" y="530"/>
                  </a:cubicBezTo>
                  <a:cubicBezTo>
                    <a:pt x="1313" y="550"/>
                    <a:pt x="1156" y="621"/>
                    <a:pt x="1024" y="707"/>
                  </a:cubicBezTo>
                  <a:cubicBezTo>
                    <a:pt x="1039" y="672"/>
                    <a:pt x="1055" y="637"/>
                    <a:pt x="1065" y="596"/>
                  </a:cubicBezTo>
                  <a:cubicBezTo>
                    <a:pt x="1095" y="500"/>
                    <a:pt x="1115" y="398"/>
                    <a:pt x="1120" y="292"/>
                  </a:cubicBezTo>
                  <a:cubicBezTo>
                    <a:pt x="1120" y="221"/>
                    <a:pt x="1136" y="100"/>
                    <a:pt x="1080" y="39"/>
                  </a:cubicBezTo>
                  <a:cubicBezTo>
                    <a:pt x="1054" y="12"/>
                    <a:pt x="1029" y="0"/>
                    <a:pt x="10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8"/>
            <p:cNvSpPr/>
            <p:nvPr/>
          </p:nvSpPr>
          <p:spPr>
            <a:xfrm>
              <a:off x="4711518" y="3457577"/>
              <a:ext cx="147592" cy="155536"/>
            </a:xfrm>
            <a:custGeom>
              <a:avLst/>
              <a:gdLst/>
              <a:ahLst/>
              <a:cxnLst/>
              <a:rect l="l" t="t" r="r" b="b"/>
              <a:pathLst>
                <a:path w="1672" h="1762" extrusionOk="0">
                  <a:moveTo>
                    <a:pt x="982" y="94"/>
                  </a:moveTo>
                  <a:cubicBezTo>
                    <a:pt x="987" y="94"/>
                    <a:pt x="993" y="96"/>
                    <a:pt x="998" y="100"/>
                  </a:cubicBezTo>
                  <a:cubicBezTo>
                    <a:pt x="1019" y="115"/>
                    <a:pt x="1029" y="140"/>
                    <a:pt x="1029" y="161"/>
                  </a:cubicBezTo>
                  <a:cubicBezTo>
                    <a:pt x="1044" y="282"/>
                    <a:pt x="1024" y="399"/>
                    <a:pt x="993" y="515"/>
                  </a:cubicBezTo>
                  <a:cubicBezTo>
                    <a:pt x="968" y="627"/>
                    <a:pt x="917" y="728"/>
                    <a:pt x="857" y="819"/>
                  </a:cubicBezTo>
                  <a:cubicBezTo>
                    <a:pt x="846" y="713"/>
                    <a:pt x="851" y="611"/>
                    <a:pt x="862" y="505"/>
                  </a:cubicBezTo>
                  <a:cubicBezTo>
                    <a:pt x="867" y="449"/>
                    <a:pt x="877" y="389"/>
                    <a:pt x="892" y="328"/>
                  </a:cubicBezTo>
                  <a:cubicBezTo>
                    <a:pt x="907" y="262"/>
                    <a:pt x="927" y="191"/>
                    <a:pt x="948" y="125"/>
                  </a:cubicBezTo>
                  <a:cubicBezTo>
                    <a:pt x="955" y="107"/>
                    <a:pt x="968" y="94"/>
                    <a:pt x="982" y="94"/>
                  </a:cubicBezTo>
                  <a:close/>
                  <a:moveTo>
                    <a:pt x="446" y="440"/>
                  </a:moveTo>
                  <a:cubicBezTo>
                    <a:pt x="535" y="440"/>
                    <a:pt x="633" y="552"/>
                    <a:pt x="674" y="611"/>
                  </a:cubicBezTo>
                  <a:cubicBezTo>
                    <a:pt x="730" y="692"/>
                    <a:pt x="765" y="784"/>
                    <a:pt x="781" y="880"/>
                  </a:cubicBezTo>
                  <a:cubicBezTo>
                    <a:pt x="781" y="885"/>
                    <a:pt x="781" y="890"/>
                    <a:pt x="781" y="895"/>
                  </a:cubicBezTo>
                  <a:cubicBezTo>
                    <a:pt x="705" y="844"/>
                    <a:pt x="634" y="794"/>
                    <a:pt x="563" y="738"/>
                  </a:cubicBezTo>
                  <a:cubicBezTo>
                    <a:pt x="512" y="692"/>
                    <a:pt x="279" y="485"/>
                    <a:pt x="416" y="444"/>
                  </a:cubicBezTo>
                  <a:cubicBezTo>
                    <a:pt x="426" y="441"/>
                    <a:pt x="435" y="440"/>
                    <a:pt x="446" y="440"/>
                  </a:cubicBezTo>
                  <a:close/>
                  <a:moveTo>
                    <a:pt x="1474" y="615"/>
                  </a:moveTo>
                  <a:cubicBezTo>
                    <a:pt x="1502" y="615"/>
                    <a:pt x="1540" y="624"/>
                    <a:pt x="1540" y="652"/>
                  </a:cubicBezTo>
                  <a:cubicBezTo>
                    <a:pt x="1540" y="692"/>
                    <a:pt x="1495" y="723"/>
                    <a:pt x="1464" y="738"/>
                  </a:cubicBezTo>
                  <a:cubicBezTo>
                    <a:pt x="1454" y="748"/>
                    <a:pt x="1444" y="753"/>
                    <a:pt x="1434" y="758"/>
                  </a:cubicBezTo>
                  <a:cubicBezTo>
                    <a:pt x="1272" y="849"/>
                    <a:pt x="1090" y="905"/>
                    <a:pt x="907" y="956"/>
                  </a:cubicBezTo>
                  <a:cubicBezTo>
                    <a:pt x="902" y="951"/>
                    <a:pt x="897" y="951"/>
                    <a:pt x="887" y="951"/>
                  </a:cubicBezTo>
                  <a:cubicBezTo>
                    <a:pt x="912" y="885"/>
                    <a:pt x="983" y="839"/>
                    <a:pt x="1054" y="789"/>
                  </a:cubicBezTo>
                  <a:cubicBezTo>
                    <a:pt x="1135" y="738"/>
                    <a:pt x="1221" y="692"/>
                    <a:pt x="1312" y="657"/>
                  </a:cubicBezTo>
                  <a:cubicBezTo>
                    <a:pt x="1358" y="642"/>
                    <a:pt x="1409" y="627"/>
                    <a:pt x="1454" y="616"/>
                  </a:cubicBezTo>
                  <a:cubicBezTo>
                    <a:pt x="1460" y="615"/>
                    <a:pt x="1466" y="615"/>
                    <a:pt x="1474" y="615"/>
                  </a:cubicBezTo>
                  <a:close/>
                  <a:moveTo>
                    <a:pt x="450" y="974"/>
                  </a:moveTo>
                  <a:cubicBezTo>
                    <a:pt x="480" y="974"/>
                    <a:pt x="511" y="975"/>
                    <a:pt x="542" y="976"/>
                  </a:cubicBezTo>
                  <a:cubicBezTo>
                    <a:pt x="603" y="976"/>
                    <a:pt x="669" y="986"/>
                    <a:pt x="730" y="996"/>
                  </a:cubicBezTo>
                  <a:cubicBezTo>
                    <a:pt x="730" y="1001"/>
                    <a:pt x="730" y="1001"/>
                    <a:pt x="730" y="1001"/>
                  </a:cubicBezTo>
                  <a:cubicBezTo>
                    <a:pt x="624" y="1027"/>
                    <a:pt x="512" y="1057"/>
                    <a:pt x="401" y="1072"/>
                  </a:cubicBezTo>
                  <a:cubicBezTo>
                    <a:pt x="373" y="1075"/>
                    <a:pt x="346" y="1076"/>
                    <a:pt x="320" y="1076"/>
                  </a:cubicBezTo>
                  <a:cubicBezTo>
                    <a:pt x="293" y="1076"/>
                    <a:pt x="266" y="1075"/>
                    <a:pt x="239" y="1072"/>
                  </a:cubicBezTo>
                  <a:cubicBezTo>
                    <a:pt x="223" y="1072"/>
                    <a:pt x="208" y="1067"/>
                    <a:pt x="193" y="1062"/>
                  </a:cubicBezTo>
                  <a:cubicBezTo>
                    <a:pt x="178" y="1052"/>
                    <a:pt x="168" y="1042"/>
                    <a:pt x="163" y="1022"/>
                  </a:cubicBezTo>
                  <a:cubicBezTo>
                    <a:pt x="163" y="996"/>
                    <a:pt x="183" y="986"/>
                    <a:pt x="203" y="986"/>
                  </a:cubicBezTo>
                  <a:cubicBezTo>
                    <a:pt x="285" y="979"/>
                    <a:pt x="366" y="974"/>
                    <a:pt x="450" y="974"/>
                  </a:cubicBezTo>
                  <a:close/>
                  <a:moveTo>
                    <a:pt x="786" y="1077"/>
                  </a:moveTo>
                  <a:lnTo>
                    <a:pt x="786" y="1077"/>
                  </a:lnTo>
                  <a:cubicBezTo>
                    <a:pt x="781" y="1179"/>
                    <a:pt x="760" y="1275"/>
                    <a:pt x="735" y="1366"/>
                  </a:cubicBezTo>
                  <a:cubicBezTo>
                    <a:pt x="725" y="1412"/>
                    <a:pt x="710" y="1457"/>
                    <a:pt x="689" y="1503"/>
                  </a:cubicBezTo>
                  <a:cubicBezTo>
                    <a:pt x="684" y="1528"/>
                    <a:pt x="674" y="1559"/>
                    <a:pt x="659" y="1584"/>
                  </a:cubicBezTo>
                  <a:cubicBezTo>
                    <a:pt x="649" y="1609"/>
                    <a:pt x="639" y="1630"/>
                    <a:pt x="624" y="1645"/>
                  </a:cubicBezTo>
                  <a:cubicBezTo>
                    <a:pt x="613" y="1655"/>
                    <a:pt x="608" y="1660"/>
                    <a:pt x="603" y="1660"/>
                  </a:cubicBezTo>
                  <a:cubicBezTo>
                    <a:pt x="599" y="1661"/>
                    <a:pt x="594" y="1662"/>
                    <a:pt x="589" y="1662"/>
                  </a:cubicBezTo>
                  <a:cubicBezTo>
                    <a:pt x="560" y="1662"/>
                    <a:pt x="536" y="1636"/>
                    <a:pt x="527" y="1609"/>
                  </a:cubicBezTo>
                  <a:cubicBezTo>
                    <a:pt x="512" y="1574"/>
                    <a:pt x="522" y="1549"/>
                    <a:pt x="532" y="1513"/>
                  </a:cubicBezTo>
                  <a:cubicBezTo>
                    <a:pt x="548" y="1467"/>
                    <a:pt x="563" y="1422"/>
                    <a:pt x="583" y="1376"/>
                  </a:cubicBezTo>
                  <a:cubicBezTo>
                    <a:pt x="629" y="1290"/>
                    <a:pt x="689" y="1209"/>
                    <a:pt x="745" y="1128"/>
                  </a:cubicBezTo>
                  <a:cubicBezTo>
                    <a:pt x="760" y="1113"/>
                    <a:pt x="776" y="1098"/>
                    <a:pt x="786" y="1077"/>
                  </a:cubicBezTo>
                  <a:close/>
                  <a:moveTo>
                    <a:pt x="887" y="1072"/>
                  </a:moveTo>
                  <a:lnTo>
                    <a:pt x="887" y="1072"/>
                  </a:lnTo>
                  <a:cubicBezTo>
                    <a:pt x="1029" y="1169"/>
                    <a:pt x="1160" y="1280"/>
                    <a:pt x="1247" y="1432"/>
                  </a:cubicBezTo>
                  <a:cubicBezTo>
                    <a:pt x="1267" y="1473"/>
                    <a:pt x="1287" y="1513"/>
                    <a:pt x="1297" y="1554"/>
                  </a:cubicBezTo>
                  <a:cubicBezTo>
                    <a:pt x="1302" y="1579"/>
                    <a:pt x="1307" y="1614"/>
                    <a:pt x="1292" y="1640"/>
                  </a:cubicBezTo>
                  <a:cubicBezTo>
                    <a:pt x="1283" y="1662"/>
                    <a:pt x="1263" y="1676"/>
                    <a:pt x="1238" y="1676"/>
                  </a:cubicBezTo>
                  <a:cubicBezTo>
                    <a:pt x="1234" y="1676"/>
                    <a:pt x="1230" y="1676"/>
                    <a:pt x="1226" y="1675"/>
                  </a:cubicBezTo>
                  <a:cubicBezTo>
                    <a:pt x="1211" y="1670"/>
                    <a:pt x="1201" y="1665"/>
                    <a:pt x="1186" y="1655"/>
                  </a:cubicBezTo>
                  <a:cubicBezTo>
                    <a:pt x="1155" y="1625"/>
                    <a:pt x="1130" y="1579"/>
                    <a:pt x="1105" y="1543"/>
                  </a:cubicBezTo>
                  <a:cubicBezTo>
                    <a:pt x="1074" y="1498"/>
                    <a:pt x="1049" y="1452"/>
                    <a:pt x="1024" y="1402"/>
                  </a:cubicBezTo>
                  <a:cubicBezTo>
                    <a:pt x="983" y="1316"/>
                    <a:pt x="938" y="1224"/>
                    <a:pt x="902" y="1128"/>
                  </a:cubicBezTo>
                  <a:cubicBezTo>
                    <a:pt x="902" y="1118"/>
                    <a:pt x="892" y="1077"/>
                    <a:pt x="887" y="1072"/>
                  </a:cubicBezTo>
                  <a:close/>
                  <a:moveTo>
                    <a:pt x="1005" y="0"/>
                  </a:moveTo>
                  <a:cubicBezTo>
                    <a:pt x="907" y="0"/>
                    <a:pt x="837" y="201"/>
                    <a:pt x="821" y="267"/>
                  </a:cubicBezTo>
                  <a:cubicBezTo>
                    <a:pt x="791" y="389"/>
                    <a:pt x="776" y="510"/>
                    <a:pt x="781" y="632"/>
                  </a:cubicBezTo>
                  <a:cubicBezTo>
                    <a:pt x="710" y="490"/>
                    <a:pt x="593" y="363"/>
                    <a:pt x="436" y="358"/>
                  </a:cubicBezTo>
                  <a:cubicBezTo>
                    <a:pt x="432" y="358"/>
                    <a:pt x="428" y="358"/>
                    <a:pt x="423" y="358"/>
                  </a:cubicBezTo>
                  <a:cubicBezTo>
                    <a:pt x="351" y="358"/>
                    <a:pt x="274" y="398"/>
                    <a:pt x="274" y="480"/>
                  </a:cubicBezTo>
                  <a:cubicBezTo>
                    <a:pt x="269" y="596"/>
                    <a:pt x="421" y="728"/>
                    <a:pt x="502" y="799"/>
                  </a:cubicBezTo>
                  <a:cubicBezTo>
                    <a:pt x="542" y="834"/>
                    <a:pt x="583" y="865"/>
                    <a:pt x="629" y="895"/>
                  </a:cubicBezTo>
                  <a:cubicBezTo>
                    <a:pt x="579" y="891"/>
                    <a:pt x="527" y="888"/>
                    <a:pt x="476" y="888"/>
                  </a:cubicBezTo>
                  <a:cubicBezTo>
                    <a:pt x="413" y="888"/>
                    <a:pt x="351" y="892"/>
                    <a:pt x="289" y="900"/>
                  </a:cubicBezTo>
                  <a:cubicBezTo>
                    <a:pt x="208" y="910"/>
                    <a:pt x="0" y="961"/>
                    <a:pt x="82" y="1093"/>
                  </a:cubicBezTo>
                  <a:cubicBezTo>
                    <a:pt x="116" y="1151"/>
                    <a:pt x="191" y="1169"/>
                    <a:pt x="273" y="1169"/>
                  </a:cubicBezTo>
                  <a:cubicBezTo>
                    <a:pt x="360" y="1169"/>
                    <a:pt x="454" y="1149"/>
                    <a:pt x="512" y="1138"/>
                  </a:cubicBezTo>
                  <a:cubicBezTo>
                    <a:pt x="558" y="1128"/>
                    <a:pt x="603" y="1123"/>
                    <a:pt x="649" y="1113"/>
                  </a:cubicBezTo>
                  <a:lnTo>
                    <a:pt x="649" y="1113"/>
                  </a:lnTo>
                  <a:cubicBezTo>
                    <a:pt x="598" y="1184"/>
                    <a:pt x="553" y="1255"/>
                    <a:pt x="512" y="1336"/>
                  </a:cubicBezTo>
                  <a:cubicBezTo>
                    <a:pt x="461" y="1427"/>
                    <a:pt x="401" y="1574"/>
                    <a:pt x="446" y="1675"/>
                  </a:cubicBezTo>
                  <a:cubicBezTo>
                    <a:pt x="469" y="1732"/>
                    <a:pt x="517" y="1762"/>
                    <a:pt x="568" y="1762"/>
                  </a:cubicBezTo>
                  <a:cubicBezTo>
                    <a:pt x="595" y="1762"/>
                    <a:pt x="623" y="1753"/>
                    <a:pt x="649" y="1736"/>
                  </a:cubicBezTo>
                  <a:cubicBezTo>
                    <a:pt x="760" y="1660"/>
                    <a:pt x="791" y="1467"/>
                    <a:pt x="821" y="1346"/>
                  </a:cubicBezTo>
                  <a:cubicBezTo>
                    <a:pt x="831" y="1305"/>
                    <a:pt x="841" y="1260"/>
                    <a:pt x="846" y="1219"/>
                  </a:cubicBezTo>
                  <a:cubicBezTo>
                    <a:pt x="907" y="1376"/>
                    <a:pt x="978" y="1543"/>
                    <a:pt x="1090" y="1665"/>
                  </a:cubicBezTo>
                  <a:cubicBezTo>
                    <a:pt x="1130" y="1708"/>
                    <a:pt x="1198" y="1743"/>
                    <a:pt x="1260" y="1743"/>
                  </a:cubicBezTo>
                  <a:cubicBezTo>
                    <a:pt x="1308" y="1743"/>
                    <a:pt x="1352" y="1723"/>
                    <a:pt x="1378" y="1670"/>
                  </a:cubicBezTo>
                  <a:cubicBezTo>
                    <a:pt x="1439" y="1538"/>
                    <a:pt x="1318" y="1356"/>
                    <a:pt x="1236" y="1260"/>
                  </a:cubicBezTo>
                  <a:cubicBezTo>
                    <a:pt x="1160" y="1169"/>
                    <a:pt x="1069" y="1098"/>
                    <a:pt x="978" y="1027"/>
                  </a:cubicBezTo>
                  <a:cubicBezTo>
                    <a:pt x="1039" y="1012"/>
                    <a:pt x="1100" y="991"/>
                    <a:pt x="1155" y="971"/>
                  </a:cubicBezTo>
                  <a:cubicBezTo>
                    <a:pt x="1302" y="920"/>
                    <a:pt x="1551" y="855"/>
                    <a:pt x="1621" y="703"/>
                  </a:cubicBezTo>
                  <a:cubicBezTo>
                    <a:pt x="1672" y="593"/>
                    <a:pt x="1590" y="528"/>
                    <a:pt x="1495" y="528"/>
                  </a:cubicBezTo>
                  <a:cubicBezTo>
                    <a:pt x="1485" y="528"/>
                    <a:pt x="1475" y="529"/>
                    <a:pt x="1464" y="530"/>
                  </a:cubicBezTo>
                  <a:cubicBezTo>
                    <a:pt x="1312" y="546"/>
                    <a:pt x="1155" y="622"/>
                    <a:pt x="1019" y="708"/>
                  </a:cubicBezTo>
                  <a:cubicBezTo>
                    <a:pt x="1039" y="672"/>
                    <a:pt x="1049" y="632"/>
                    <a:pt x="1064" y="596"/>
                  </a:cubicBezTo>
                  <a:cubicBezTo>
                    <a:pt x="1095" y="500"/>
                    <a:pt x="1110" y="394"/>
                    <a:pt x="1115" y="292"/>
                  </a:cubicBezTo>
                  <a:cubicBezTo>
                    <a:pt x="1120" y="221"/>
                    <a:pt x="1135" y="95"/>
                    <a:pt x="1079" y="39"/>
                  </a:cubicBezTo>
                  <a:cubicBezTo>
                    <a:pt x="1053" y="12"/>
                    <a:pt x="1028" y="0"/>
                    <a:pt x="10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8"/>
            <p:cNvSpPr/>
            <p:nvPr/>
          </p:nvSpPr>
          <p:spPr>
            <a:xfrm>
              <a:off x="5075904" y="3655570"/>
              <a:ext cx="147680" cy="155448"/>
            </a:xfrm>
            <a:custGeom>
              <a:avLst/>
              <a:gdLst/>
              <a:ahLst/>
              <a:cxnLst/>
              <a:rect l="l" t="t" r="r" b="b"/>
              <a:pathLst>
                <a:path w="1673" h="1761" extrusionOk="0">
                  <a:moveTo>
                    <a:pt x="984" y="93"/>
                  </a:moveTo>
                  <a:cubicBezTo>
                    <a:pt x="990" y="93"/>
                    <a:pt x="997" y="95"/>
                    <a:pt x="1004" y="101"/>
                  </a:cubicBezTo>
                  <a:cubicBezTo>
                    <a:pt x="1019" y="116"/>
                    <a:pt x="1029" y="141"/>
                    <a:pt x="1029" y="162"/>
                  </a:cubicBezTo>
                  <a:cubicBezTo>
                    <a:pt x="1044" y="283"/>
                    <a:pt x="1024" y="400"/>
                    <a:pt x="999" y="516"/>
                  </a:cubicBezTo>
                  <a:cubicBezTo>
                    <a:pt x="968" y="628"/>
                    <a:pt x="918" y="724"/>
                    <a:pt x="862" y="820"/>
                  </a:cubicBezTo>
                  <a:cubicBezTo>
                    <a:pt x="852" y="714"/>
                    <a:pt x="852" y="607"/>
                    <a:pt x="862" y="506"/>
                  </a:cubicBezTo>
                  <a:cubicBezTo>
                    <a:pt x="872" y="445"/>
                    <a:pt x="882" y="390"/>
                    <a:pt x="892" y="329"/>
                  </a:cubicBezTo>
                  <a:cubicBezTo>
                    <a:pt x="913" y="263"/>
                    <a:pt x="928" y="192"/>
                    <a:pt x="948" y="126"/>
                  </a:cubicBezTo>
                  <a:cubicBezTo>
                    <a:pt x="955" y="108"/>
                    <a:pt x="968" y="93"/>
                    <a:pt x="984" y="93"/>
                  </a:cubicBezTo>
                  <a:close/>
                  <a:moveTo>
                    <a:pt x="446" y="441"/>
                  </a:moveTo>
                  <a:cubicBezTo>
                    <a:pt x="535" y="441"/>
                    <a:pt x="634" y="553"/>
                    <a:pt x="675" y="612"/>
                  </a:cubicBezTo>
                  <a:cubicBezTo>
                    <a:pt x="730" y="688"/>
                    <a:pt x="766" y="785"/>
                    <a:pt x="781" y="881"/>
                  </a:cubicBezTo>
                  <a:cubicBezTo>
                    <a:pt x="781" y="886"/>
                    <a:pt x="781" y="891"/>
                    <a:pt x="781" y="896"/>
                  </a:cubicBezTo>
                  <a:cubicBezTo>
                    <a:pt x="705" y="845"/>
                    <a:pt x="634" y="795"/>
                    <a:pt x="568" y="734"/>
                  </a:cubicBezTo>
                  <a:cubicBezTo>
                    <a:pt x="518" y="694"/>
                    <a:pt x="285" y="486"/>
                    <a:pt x="416" y="445"/>
                  </a:cubicBezTo>
                  <a:cubicBezTo>
                    <a:pt x="426" y="442"/>
                    <a:pt x="436" y="441"/>
                    <a:pt x="446" y="441"/>
                  </a:cubicBezTo>
                  <a:close/>
                  <a:moveTo>
                    <a:pt x="1480" y="615"/>
                  </a:moveTo>
                  <a:cubicBezTo>
                    <a:pt x="1508" y="615"/>
                    <a:pt x="1541" y="623"/>
                    <a:pt x="1541" y="653"/>
                  </a:cubicBezTo>
                  <a:cubicBezTo>
                    <a:pt x="1541" y="688"/>
                    <a:pt x="1495" y="724"/>
                    <a:pt x="1465" y="739"/>
                  </a:cubicBezTo>
                  <a:cubicBezTo>
                    <a:pt x="1455" y="749"/>
                    <a:pt x="1445" y="754"/>
                    <a:pt x="1434" y="759"/>
                  </a:cubicBezTo>
                  <a:cubicBezTo>
                    <a:pt x="1272" y="851"/>
                    <a:pt x="1090" y="906"/>
                    <a:pt x="913" y="957"/>
                  </a:cubicBezTo>
                  <a:cubicBezTo>
                    <a:pt x="903" y="952"/>
                    <a:pt x="898" y="952"/>
                    <a:pt x="887" y="952"/>
                  </a:cubicBezTo>
                  <a:cubicBezTo>
                    <a:pt x="913" y="881"/>
                    <a:pt x="984" y="840"/>
                    <a:pt x="1055" y="790"/>
                  </a:cubicBezTo>
                  <a:cubicBezTo>
                    <a:pt x="1136" y="739"/>
                    <a:pt x="1222" y="694"/>
                    <a:pt x="1318" y="658"/>
                  </a:cubicBezTo>
                  <a:cubicBezTo>
                    <a:pt x="1364" y="643"/>
                    <a:pt x="1409" y="628"/>
                    <a:pt x="1455" y="618"/>
                  </a:cubicBezTo>
                  <a:cubicBezTo>
                    <a:pt x="1461" y="616"/>
                    <a:pt x="1470" y="615"/>
                    <a:pt x="1480" y="615"/>
                  </a:cubicBezTo>
                  <a:close/>
                  <a:moveTo>
                    <a:pt x="481" y="971"/>
                  </a:moveTo>
                  <a:cubicBezTo>
                    <a:pt x="502" y="971"/>
                    <a:pt x="522" y="971"/>
                    <a:pt x="543" y="972"/>
                  </a:cubicBezTo>
                  <a:cubicBezTo>
                    <a:pt x="609" y="977"/>
                    <a:pt x="670" y="987"/>
                    <a:pt x="730" y="997"/>
                  </a:cubicBezTo>
                  <a:cubicBezTo>
                    <a:pt x="730" y="1000"/>
                    <a:pt x="730" y="1000"/>
                    <a:pt x="730" y="1000"/>
                  </a:cubicBezTo>
                  <a:cubicBezTo>
                    <a:pt x="730" y="1000"/>
                    <a:pt x="730" y="1000"/>
                    <a:pt x="730" y="1003"/>
                  </a:cubicBezTo>
                  <a:cubicBezTo>
                    <a:pt x="624" y="1028"/>
                    <a:pt x="513" y="1058"/>
                    <a:pt x="401" y="1073"/>
                  </a:cubicBezTo>
                  <a:cubicBezTo>
                    <a:pt x="376" y="1076"/>
                    <a:pt x="349" y="1077"/>
                    <a:pt x="323" y="1077"/>
                  </a:cubicBezTo>
                  <a:cubicBezTo>
                    <a:pt x="296" y="1077"/>
                    <a:pt x="269" y="1076"/>
                    <a:pt x="244" y="1073"/>
                  </a:cubicBezTo>
                  <a:cubicBezTo>
                    <a:pt x="224" y="1073"/>
                    <a:pt x="209" y="1068"/>
                    <a:pt x="193" y="1063"/>
                  </a:cubicBezTo>
                  <a:cubicBezTo>
                    <a:pt x="178" y="1053"/>
                    <a:pt x="168" y="1038"/>
                    <a:pt x="168" y="1023"/>
                  </a:cubicBezTo>
                  <a:cubicBezTo>
                    <a:pt x="163" y="997"/>
                    <a:pt x="183" y="987"/>
                    <a:pt x="204" y="987"/>
                  </a:cubicBezTo>
                  <a:cubicBezTo>
                    <a:pt x="295" y="979"/>
                    <a:pt x="389" y="971"/>
                    <a:pt x="481" y="971"/>
                  </a:cubicBezTo>
                  <a:close/>
                  <a:moveTo>
                    <a:pt x="786" y="1078"/>
                  </a:moveTo>
                  <a:cubicBezTo>
                    <a:pt x="781" y="1175"/>
                    <a:pt x="766" y="1271"/>
                    <a:pt x="741" y="1367"/>
                  </a:cubicBezTo>
                  <a:cubicBezTo>
                    <a:pt x="725" y="1413"/>
                    <a:pt x="710" y="1458"/>
                    <a:pt x="695" y="1504"/>
                  </a:cubicBezTo>
                  <a:cubicBezTo>
                    <a:pt x="685" y="1529"/>
                    <a:pt x="675" y="1560"/>
                    <a:pt x="665" y="1585"/>
                  </a:cubicBezTo>
                  <a:cubicBezTo>
                    <a:pt x="654" y="1605"/>
                    <a:pt x="639" y="1631"/>
                    <a:pt x="624" y="1646"/>
                  </a:cubicBezTo>
                  <a:cubicBezTo>
                    <a:pt x="619" y="1651"/>
                    <a:pt x="609" y="1661"/>
                    <a:pt x="604" y="1661"/>
                  </a:cubicBezTo>
                  <a:cubicBezTo>
                    <a:pt x="600" y="1662"/>
                    <a:pt x="596" y="1663"/>
                    <a:pt x="593" y="1663"/>
                  </a:cubicBezTo>
                  <a:cubicBezTo>
                    <a:pt x="565" y="1663"/>
                    <a:pt x="537" y="1633"/>
                    <a:pt x="528" y="1610"/>
                  </a:cubicBezTo>
                  <a:cubicBezTo>
                    <a:pt x="513" y="1575"/>
                    <a:pt x="528" y="1545"/>
                    <a:pt x="533" y="1509"/>
                  </a:cubicBezTo>
                  <a:cubicBezTo>
                    <a:pt x="548" y="1463"/>
                    <a:pt x="563" y="1423"/>
                    <a:pt x="589" y="1377"/>
                  </a:cubicBezTo>
                  <a:cubicBezTo>
                    <a:pt x="629" y="1291"/>
                    <a:pt x="690" y="1210"/>
                    <a:pt x="751" y="1129"/>
                  </a:cubicBezTo>
                  <a:cubicBezTo>
                    <a:pt x="761" y="1114"/>
                    <a:pt x="776" y="1099"/>
                    <a:pt x="786" y="1078"/>
                  </a:cubicBezTo>
                  <a:close/>
                  <a:moveTo>
                    <a:pt x="889" y="1074"/>
                  </a:moveTo>
                  <a:lnTo>
                    <a:pt x="889" y="1074"/>
                  </a:lnTo>
                  <a:cubicBezTo>
                    <a:pt x="1030" y="1170"/>
                    <a:pt x="1166" y="1282"/>
                    <a:pt x="1247" y="1433"/>
                  </a:cubicBezTo>
                  <a:cubicBezTo>
                    <a:pt x="1267" y="1469"/>
                    <a:pt x="1288" y="1509"/>
                    <a:pt x="1298" y="1555"/>
                  </a:cubicBezTo>
                  <a:cubicBezTo>
                    <a:pt x="1303" y="1580"/>
                    <a:pt x="1313" y="1615"/>
                    <a:pt x="1298" y="1641"/>
                  </a:cubicBezTo>
                  <a:cubicBezTo>
                    <a:pt x="1284" y="1663"/>
                    <a:pt x="1264" y="1677"/>
                    <a:pt x="1238" y="1677"/>
                  </a:cubicBezTo>
                  <a:cubicBezTo>
                    <a:pt x="1235" y="1677"/>
                    <a:pt x="1231" y="1677"/>
                    <a:pt x="1227" y="1676"/>
                  </a:cubicBezTo>
                  <a:cubicBezTo>
                    <a:pt x="1212" y="1671"/>
                    <a:pt x="1201" y="1666"/>
                    <a:pt x="1186" y="1656"/>
                  </a:cubicBezTo>
                  <a:cubicBezTo>
                    <a:pt x="1156" y="1626"/>
                    <a:pt x="1131" y="1580"/>
                    <a:pt x="1105" y="1545"/>
                  </a:cubicBezTo>
                  <a:cubicBezTo>
                    <a:pt x="1075" y="1499"/>
                    <a:pt x="1050" y="1453"/>
                    <a:pt x="1029" y="1403"/>
                  </a:cubicBezTo>
                  <a:cubicBezTo>
                    <a:pt x="984" y="1312"/>
                    <a:pt x="938" y="1220"/>
                    <a:pt x="908" y="1129"/>
                  </a:cubicBezTo>
                  <a:cubicBezTo>
                    <a:pt x="903" y="1120"/>
                    <a:pt x="898" y="1082"/>
                    <a:pt x="889" y="1074"/>
                  </a:cubicBezTo>
                  <a:close/>
                  <a:moveTo>
                    <a:pt x="1005" y="1"/>
                  </a:moveTo>
                  <a:cubicBezTo>
                    <a:pt x="908" y="1"/>
                    <a:pt x="842" y="199"/>
                    <a:pt x="822" y="268"/>
                  </a:cubicBezTo>
                  <a:cubicBezTo>
                    <a:pt x="791" y="390"/>
                    <a:pt x="781" y="511"/>
                    <a:pt x="786" y="633"/>
                  </a:cubicBezTo>
                  <a:cubicBezTo>
                    <a:pt x="710" y="486"/>
                    <a:pt x="594" y="364"/>
                    <a:pt x="437" y="359"/>
                  </a:cubicBezTo>
                  <a:cubicBezTo>
                    <a:pt x="432" y="359"/>
                    <a:pt x="427" y="359"/>
                    <a:pt x="422" y="359"/>
                  </a:cubicBezTo>
                  <a:cubicBezTo>
                    <a:pt x="350" y="359"/>
                    <a:pt x="274" y="395"/>
                    <a:pt x="274" y="476"/>
                  </a:cubicBezTo>
                  <a:cubicBezTo>
                    <a:pt x="274" y="597"/>
                    <a:pt x="421" y="729"/>
                    <a:pt x="502" y="800"/>
                  </a:cubicBezTo>
                  <a:cubicBezTo>
                    <a:pt x="543" y="835"/>
                    <a:pt x="583" y="866"/>
                    <a:pt x="629" y="896"/>
                  </a:cubicBezTo>
                  <a:cubicBezTo>
                    <a:pt x="579" y="892"/>
                    <a:pt x="529" y="889"/>
                    <a:pt x="478" y="889"/>
                  </a:cubicBezTo>
                  <a:cubicBezTo>
                    <a:pt x="416" y="889"/>
                    <a:pt x="354" y="893"/>
                    <a:pt x="290" y="901"/>
                  </a:cubicBezTo>
                  <a:cubicBezTo>
                    <a:pt x="209" y="911"/>
                    <a:pt x="1" y="957"/>
                    <a:pt x="82" y="1094"/>
                  </a:cubicBezTo>
                  <a:cubicBezTo>
                    <a:pt x="116" y="1152"/>
                    <a:pt x="192" y="1170"/>
                    <a:pt x="273" y="1170"/>
                  </a:cubicBezTo>
                  <a:cubicBezTo>
                    <a:pt x="361" y="1170"/>
                    <a:pt x="455" y="1150"/>
                    <a:pt x="513" y="1139"/>
                  </a:cubicBezTo>
                  <a:cubicBezTo>
                    <a:pt x="558" y="1129"/>
                    <a:pt x="604" y="1119"/>
                    <a:pt x="654" y="1109"/>
                  </a:cubicBezTo>
                  <a:lnTo>
                    <a:pt x="654" y="1109"/>
                  </a:lnTo>
                  <a:cubicBezTo>
                    <a:pt x="599" y="1180"/>
                    <a:pt x="553" y="1256"/>
                    <a:pt x="513" y="1337"/>
                  </a:cubicBezTo>
                  <a:cubicBezTo>
                    <a:pt x="467" y="1428"/>
                    <a:pt x="406" y="1570"/>
                    <a:pt x="447" y="1676"/>
                  </a:cubicBezTo>
                  <a:cubicBezTo>
                    <a:pt x="470" y="1733"/>
                    <a:pt x="519" y="1761"/>
                    <a:pt x="570" y="1761"/>
                  </a:cubicBezTo>
                  <a:cubicBezTo>
                    <a:pt x="597" y="1761"/>
                    <a:pt x="625" y="1753"/>
                    <a:pt x="649" y="1737"/>
                  </a:cubicBezTo>
                  <a:cubicBezTo>
                    <a:pt x="766" y="1661"/>
                    <a:pt x="791" y="1469"/>
                    <a:pt x="822" y="1347"/>
                  </a:cubicBezTo>
                  <a:cubicBezTo>
                    <a:pt x="832" y="1306"/>
                    <a:pt x="842" y="1261"/>
                    <a:pt x="852" y="1220"/>
                  </a:cubicBezTo>
                  <a:cubicBezTo>
                    <a:pt x="913" y="1372"/>
                    <a:pt x="979" y="1545"/>
                    <a:pt x="1090" y="1661"/>
                  </a:cubicBezTo>
                  <a:cubicBezTo>
                    <a:pt x="1133" y="1707"/>
                    <a:pt x="1200" y="1743"/>
                    <a:pt x="1261" y="1743"/>
                  </a:cubicBezTo>
                  <a:cubicBezTo>
                    <a:pt x="1308" y="1743"/>
                    <a:pt x="1352" y="1721"/>
                    <a:pt x="1379" y="1666"/>
                  </a:cubicBezTo>
                  <a:cubicBezTo>
                    <a:pt x="1445" y="1539"/>
                    <a:pt x="1318" y="1357"/>
                    <a:pt x="1237" y="1261"/>
                  </a:cubicBezTo>
                  <a:cubicBezTo>
                    <a:pt x="1166" y="1170"/>
                    <a:pt x="1075" y="1094"/>
                    <a:pt x="979" y="1028"/>
                  </a:cubicBezTo>
                  <a:cubicBezTo>
                    <a:pt x="1039" y="1008"/>
                    <a:pt x="1100" y="992"/>
                    <a:pt x="1161" y="972"/>
                  </a:cubicBezTo>
                  <a:cubicBezTo>
                    <a:pt x="1303" y="921"/>
                    <a:pt x="1556" y="851"/>
                    <a:pt x="1622" y="699"/>
                  </a:cubicBezTo>
                  <a:cubicBezTo>
                    <a:pt x="1672" y="593"/>
                    <a:pt x="1590" y="529"/>
                    <a:pt x="1495" y="529"/>
                  </a:cubicBezTo>
                  <a:cubicBezTo>
                    <a:pt x="1485" y="529"/>
                    <a:pt x="1475" y="530"/>
                    <a:pt x="1465" y="531"/>
                  </a:cubicBezTo>
                  <a:cubicBezTo>
                    <a:pt x="1313" y="547"/>
                    <a:pt x="1156" y="623"/>
                    <a:pt x="1024" y="709"/>
                  </a:cubicBezTo>
                  <a:cubicBezTo>
                    <a:pt x="1039" y="673"/>
                    <a:pt x="1055" y="633"/>
                    <a:pt x="1065" y="597"/>
                  </a:cubicBezTo>
                  <a:cubicBezTo>
                    <a:pt x="1095" y="496"/>
                    <a:pt x="1115" y="395"/>
                    <a:pt x="1120" y="293"/>
                  </a:cubicBezTo>
                  <a:cubicBezTo>
                    <a:pt x="1120" y="222"/>
                    <a:pt x="1136" y="96"/>
                    <a:pt x="1080" y="40"/>
                  </a:cubicBezTo>
                  <a:cubicBezTo>
                    <a:pt x="1053" y="12"/>
                    <a:pt x="1028" y="1"/>
                    <a:pt x="10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8"/>
            <p:cNvSpPr/>
            <p:nvPr/>
          </p:nvSpPr>
          <p:spPr>
            <a:xfrm>
              <a:off x="4643990" y="3916766"/>
              <a:ext cx="147768" cy="155360"/>
            </a:xfrm>
            <a:custGeom>
              <a:avLst/>
              <a:gdLst/>
              <a:ahLst/>
              <a:cxnLst/>
              <a:rect l="l" t="t" r="r" b="b"/>
              <a:pathLst>
                <a:path w="1674" h="1760" extrusionOk="0">
                  <a:moveTo>
                    <a:pt x="981" y="92"/>
                  </a:moveTo>
                  <a:cubicBezTo>
                    <a:pt x="987" y="92"/>
                    <a:pt x="993" y="94"/>
                    <a:pt x="998" y="100"/>
                  </a:cubicBezTo>
                  <a:cubicBezTo>
                    <a:pt x="1019" y="115"/>
                    <a:pt x="1029" y="141"/>
                    <a:pt x="1029" y="161"/>
                  </a:cubicBezTo>
                  <a:cubicBezTo>
                    <a:pt x="1044" y="282"/>
                    <a:pt x="1024" y="394"/>
                    <a:pt x="998" y="516"/>
                  </a:cubicBezTo>
                  <a:cubicBezTo>
                    <a:pt x="968" y="627"/>
                    <a:pt x="917" y="723"/>
                    <a:pt x="862" y="814"/>
                  </a:cubicBezTo>
                  <a:cubicBezTo>
                    <a:pt x="847" y="713"/>
                    <a:pt x="852" y="607"/>
                    <a:pt x="862" y="505"/>
                  </a:cubicBezTo>
                  <a:cubicBezTo>
                    <a:pt x="867" y="445"/>
                    <a:pt x="882" y="384"/>
                    <a:pt x="892" y="328"/>
                  </a:cubicBezTo>
                  <a:cubicBezTo>
                    <a:pt x="907" y="257"/>
                    <a:pt x="928" y="191"/>
                    <a:pt x="948" y="120"/>
                  </a:cubicBezTo>
                  <a:cubicBezTo>
                    <a:pt x="955" y="106"/>
                    <a:pt x="967" y="92"/>
                    <a:pt x="981" y="92"/>
                  </a:cubicBezTo>
                  <a:close/>
                  <a:moveTo>
                    <a:pt x="442" y="436"/>
                  </a:moveTo>
                  <a:cubicBezTo>
                    <a:pt x="532" y="436"/>
                    <a:pt x="633" y="547"/>
                    <a:pt x="674" y="607"/>
                  </a:cubicBezTo>
                  <a:cubicBezTo>
                    <a:pt x="730" y="688"/>
                    <a:pt x="765" y="784"/>
                    <a:pt x="781" y="880"/>
                  </a:cubicBezTo>
                  <a:cubicBezTo>
                    <a:pt x="781" y="885"/>
                    <a:pt x="781" y="890"/>
                    <a:pt x="781" y="890"/>
                  </a:cubicBezTo>
                  <a:cubicBezTo>
                    <a:pt x="705" y="845"/>
                    <a:pt x="634" y="794"/>
                    <a:pt x="563" y="733"/>
                  </a:cubicBezTo>
                  <a:cubicBezTo>
                    <a:pt x="512" y="693"/>
                    <a:pt x="279" y="485"/>
                    <a:pt x="416" y="440"/>
                  </a:cubicBezTo>
                  <a:cubicBezTo>
                    <a:pt x="424" y="437"/>
                    <a:pt x="433" y="436"/>
                    <a:pt x="442" y="436"/>
                  </a:cubicBezTo>
                  <a:close/>
                  <a:moveTo>
                    <a:pt x="1480" y="615"/>
                  </a:moveTo>
                  <a:cubicBezTo>
                    <a:pt x="1507" y="615"/>
                    <a:pt x="1541" y="622"/>
                    <a:pt x="1541" y="652"/>
                  </a:cubicBezTo>
                  <a:cubicBezTo>
                    <a:pt x="1541" y="688"/>
                    <a:pt x="1495" y="723"/>
                    <a:pt x="1465" y="738"/>
                  </a:cubicBezTo>
                  <a:cubicBezTo>
                    <a:pt x="1454" y="743"/>
                    <a:pt x="1444" y="754"/>
                    <a:pt x="1434" y="759"/>
                  </a:cubicBezTo>
                  <a:cubicBezTo>
                    <a:pt x="1272" y="850"/>
                    <a:pt x="1090" y="906"/>
                    <a:pt x="907" y="951"/>
                  </a:cubicBezTo>
                  <a:cubicBezTo>
                    <a:pt x="902" y="951"/>
                    <a:pt x="897" y="951"/>
                    <a:pt x="887" y="946"/>
                  </a:cubicBezTo>
                  <a:cubicBezTo>
                    <a:pt x="912" y="880"/>
                    <a:pt x="983" y="835"/>
                    <a:pt x="1054" y="789"/>
                  </a:cubicBezTo>
                  <a:cubicBezTo>
                    <a:pt x="1135" y="733"/>
                    <a:pt x="1221" y="693"/>
                    <a:pt x="1313" y="657"/>
                  </a:cubicBezTo>
                  <a:cubicBezTo>
                    <a:pt x="1358" y="642"/>
                    <a:pt x="1409" y="627"/>
                    <a:pt x="1454" y="617"/>
                  </a:cubicBezTo>
                  <a:cubicBezTo>
                    <a:pt x="1461" y="615"/>
                    <a:pt x="1470" y="615"/>
                    <a:pt x="1480" y="615"/>
                  </a:cubicBezTo>
                  <a:close/>
                  <a:moveTo>
                    <a:pt x="476" y="970"/>
                  </a:moveTo>
                  <a:cubicBezTo>
                    <a:pt x="498" y="970"/>
                    <a:pt x="520" y="970"/>
                    <a:pt x="543" y="971"/>
                  </a:cubicBezTo>
                  <a:cubicBezTo>
                    <a:pt x="603" y="976"/>
                    <a:pt x="669" y="982"/>
                    <a:pt x="730" y="997"/>
                  </a:cubicBezTo>
                  <a:cubicBezTo>
                    <a:pt x="730" y="997"/>
                    <a:pt x="730" y="997"/>
                    <a:pt x="730" y="1002"/>
                  </a:cubicBezTo>
                  <a:cubicBezTo>
                    <a:pt x="624" y="1027"/>
                    <a:pt x="512" y="1058"/>
                    <a:pt x="401" y="1068"/>
                  </a:cubicBezTo>
                  <a:cubicBezTo>
                    <a:pt x="361" y="1071"/>
                    <a:pt x="324" y="1075"/>
                    <a:pt x="287" y="1075"/>
                  </a:cubicBezTo>
                  <a:cubicBezTo>
                    <a:pt x="271" y="1075"/>
                    <a:pt x="255" y="1074"/>
                    <a:pt x="239" y="1073"/>
                  </a:cubicBezTo>
                  <a:cubicBezTo>
                    <a:pt x="223" y="1068"/>
                    <a:pt x="208" y="1068"/>
                    <a:pt x="193" y="1058"/>
                  </a:cubicBezTo>
                  <a:cubicBezTo>
                    <a:pt x="178" y="1052"/>
                    <a:pt x="168" y="1037"/>
                    <a:pt x="163" y="1022"/>
                  </a:cubicBezTo>
                  <a:cubicBezTo>
                    <a:pt x="163" y="997"/>
                    <a:pt x="183" y="987"/>
                    <a:pt x="203" y="982"/>
                  </a:cubicBezTo>
                  <a:cubicBezTo>
                    <a:pt x="293" y="977"/>
                    <a:pt x="384" y="970"/>
                    <a:pt x="476" y="970"/>
                  </a:cubicBezTo>
                  <a:close/>
                  <a:moveTo>
                    <a:pt x="786" y="1078"/>
                  </a:moveTo>
                  <a:lnTo>
                    <a:pt x="786" y="1078"/>
                  </a:lnTo>
                  <a:cubicBezTo>
                    <a:pt x="781" y="1174"/>
                    <a:pt x="760" y="1270"/>
                    <a:pt x="735" y="1367"/>
                  </a:cubicBezTo>
                  <a:cubicBezTo>
                    <a:pt x="725" y="1412"/>
                    <a:pt x="710" y="1458"/>
                    <a:pt x="695" y="1503"/>
                  </a:cubicBezTo>
                  <a:cubicBezTo>
                    <a:pt x="684" y="1529"/>
                    <a:pt x="674" y="1554"/>
                    <a:pt x="659" y="1584"/>
                  </a:cubicBezTo>
                  <a:cubicBezTo>
                    <a:pt x="649" y="1605"/>
                    <a:pt x="639" y="1630"/>
                    <a:pt x="624" y="1645"/>
                  </a:cubicBezTo>
                  <a:cubicBezTo>
                    <a:pt x="619" y="1650"/>
                    <a:pt x="608" y="1655"/>
                    <a:pt x="603" y="1660"/>
                  </a:cubicBezTo>
                  <a:cubicBezTo>
                    <a:pt x="599" y="1662"/>
                    <a:pt x="595" y="1662"/>
                    <a:pt x="591" y="1662"/>
                  </a:cubicBezTo>
                  <a:cubicBezTo>
                    <a:pt x="561" y="1662"/>
                    <a:pt x="536" y="1632"/>
                    <a:pt x="527" y="1610"/>
                  </a:cubicBezTo>
                  <a:cubicBezTo>
                    <a:pt x="512" y="1574"/>
                    <a:pt x="527" y="1544"/>
                    <a:pt x="532" y="1508"/>
                  </a:cubicBezTo>
                  <a:cubicBezTo>
                    <a:pt x="548" y="1463"/>
                    <a:pt x="563" y="1417"/>
                    <a:pt x="583" y="1377"/>
                  </a:cubicBezTo>
                  <a:cubicBezTo>
                    <a:pt x="629" y="1285"/>
                    <a:pt x="689" y="1209"/>
                    <a:pt x="750" y="1128"/>
                  </a:cubicBezTo>
                  <a:cubicBezTo>
                    <a:pt x="760" y="1113"/>
                    <a:pt x="776" y="1093"/>
                    <a:pt x="786" y="1078"/>
                  </a:cubicBezTo>
                  <a:close/>
                  <a:moveTo>
                    <a:pt x="888" y="1074"/>
                  </a:moveTo>
                  <a:lnTo>
                    <a:pt x="888" y="1074"/>
                  </a:lnTo>
                  <a:cubicBezTo>
                    <a:pt x="1030" y="1170"/>
                    <a:pt x="1161" y="1276"/>
                    <a:pt x="1247" y="1432"/>
                  </a:cubicBezTo>
                  <a:cubicBezTo>
                    <a:pt x="1267" y="1468"/>
                    <a:pt x="1287" y="1508"/>
                    <a:pt x="1297" y="1549"/>
                  </a:cubicBezTo>
                  <a:cubicBezTo>
                    <a:pt x="1302" y="1579"/>
                    <a:pt x="1307" y="1610"/>
                    <a:pt x="1292" y="1640"/>
                  </a:cubicBezTo>
                  <a:cubicBezTo>
                    <a:pt x="1283" y="1658"/>
                    <a:pt x="1262" y="1676"/>
                    <a:pt x="1236" y="1676"/>
                  </a:cubicBezTo>
                  <a:cubicBezTo>
                    <a:pt x="1233" y="1676"/>
                    <a:pt x="1230" y="1676"/>
                    <a:pt x="1226" y="1676"/>
                  </a:cubicBezTo>
                  <a:cubicBezTo>
                    <a:pt x="1211" y="1670"/>
                    <a:pt x="1201" y="1660"/>
                    <a:pt x="1186" y="1650"/>
                  </a:cubicBezTo>
                  <a:cubicBezTo>
                    <a:pt x="1156" y="1620"/>
                    <a:pt x="1130" y="1579"/>
                    <a:pt x="1105" y="1544"/>
                  </a:cubicBezTo>
                  <a:cubicBezTo>
                    <a:pt x="1074" y="1498"/>
                    <a:pt x="1049" y="1448"/>
                    <a:pt x="1029" y="1402"/>
                  </a:cubicBezTo>
                  <a:cubicBezTo>
                    <a:pt x="983" y="1311"/>
                    <a:pt x="938" y="1220"/>
                    <a:pt x="902" y="1128"/>
                  </a:cubicBezTo>
                  <a:cubicBezTo>
                    <a:pt x="902" y="1119"/>
                    <a:pt x="898" y="1082"/>
                    <a:pt x="888" y="1074"/>
                  </a:cubicBezTo>
                  <a:close/>
                  <a:moveTo>
                    <a:pt x="1004" y="0"/>
                  </a:moveTo>
                  <a:cubicBezTo>
                    <a:pt x="906" y="0"/>
                    <a:pt x="838" y="198"/>
                    <a:pt x="821" y="267"/>
                  </a:cubicBezTo>
                  <a:cubicBezTo>
                    <a:pt x="791" y="389"/>
                    <a:pt x="776" y="510"/>
                    <a:pt x="781" y="632"/>
                  </a:cubicBezTo>
                  <a:cubicBezTo>
                    <a:pt x="710" y="485"/>
                    <a:pt x="593" y="358"/>
                    <a:pt x="436" y="353"/>
                  </a:cubicBezTo>
                  <a:cubicBezTo>
                    <a:pt x="360" y="353"/>
                    <a:pt x="274" y="389"/>
                    <a:pt x="274" y="475"/>
                  </a:cubicBezTo>
                  <a:cubicBezTo>
                    <a:pt x="269" y="597"/>
                    <a:pt x="421" y="728"/>
                    <a:pt x="502" y="799"/>
                  </a:cubicBezTo>
                  <a:cubicBezTo>
                    <a:pt x="543" y="835"/>
                    <a:pt x="583" y="865"/>
                    <a:pt x="629" y="895"/>
                  </a:cubicBezTo>
                  <a:cubicBezTo>
                    <a:pt x="579" y="891"/>
                    <a:pt x="527" y="888"/>
                    <a:pt x="476" y="888"/>
                  </a:cubicBezTo>
                  <a:cubicBezTo>
                    <a:pt x="414" y="888"/>
                    <a:pt x="351" y="892"/>
                    <a:pt x="289" y="900"/>
                  </a:cubicBezTo>
                  <a:cubicBezTo>
                    <a:pt x="208" y="911"/>
                    <a:pt x="1" y="956"/>
                    <a:pt x="82" y="1088"/>
                  </a:cubicBezTo>
                  <a:cubicBezTo>
                    <a:pt x="117" y="1149"/>
                    <a:pt x="197" y="1166"/>
                    <a:pt x="282" y="1166"/>
                  </a:cubicBezTo>
                  <a:cubicBezTo>
                    <a:pt x="367" y="1166"/>
                    <a:pt x="456" y="1149"/>
                    <a:pt x="512" y="1139"/>
                  </a:cubicBezTo>
                  <a:cubicBezTo>
                    <a:pt x="558" y="1128"/>
                    <a:pt x="603" y="1118"/>
                    <a:pt x="649" y="1108"/>
                  </a:cubicBezTo>
                  <a:lnTo>
                    <a:pt x="649" y="1108"/>
                  </a:lnTo>
                  <a:cubicBezTo>
                    <a:pt x="598" y="1179"/>
                    <a:pt x="553" y="1255"/>
                    <a:pt x="512" y="1336"/>
                  </a:cubicBezTo>
                  <a:cubicBezTo>
                    <a:pt x="467" y="1427"/>
                    <a:pt x="401" y="1569"/>
                    <a:pt x="446" y="1676"/>
                  </a:cubicBezTo>
                  <a:cubicBezTo>
                    <a:pt x="470" y="1732"/>
                    <a:pt x="517" y="1760"/>
                    <a:pt x="568" y="1760"/>
                  </a:cubicBezTo>
                  <a:cubicBezTo>
                    <a:pt x="595" y="1760"/>
                    <a:pt x="623" y="1752"/>
                    <a:pt x="649" y="1736"/>
                  </a:cubicBezTo>
                  <a:cubicBezTo>
                    <a:pt x="760" y="1660"/>
                    <a:pt x="791" y="1463"/>
                    <a:pt x="821" y="1346"/>
                  </a:cubicBezTo>
                  <a:cubicBezTo>
                    <a:pt x="831" y="1306"/>
                    <a:pt x="841" y="1260"/>
                    <a:pt x="852" y="1220"/>
                  </a:cubicBezTo>
                  <a:cubicBezTo>
                    <a:pt x="907" y="1372"/>
                    <a:pt x="978" y="1539"/>
                    <a:pt x="1090" y="1660"/>
                  </a:cubicBezTo>
                  <a:cubicBezTo>
                    <a:pt x="1130" y="1706"/>
                    <a:pt x="1197" y="1742"/>
                    <a:pt x="1259" y="1742"/>
                  </a:cubicBezTo>
                  <a:cubicBezTo>
                    <a:pt x="1307" y="1742"/>
                    <a:pt x="1352" y="1721"/>
                    <a:pt x="1378" y="1665"/>
                  </a:cubicBezTo>
                  <a:cubicBezTo>
                    <a:pt x="1444" y="1539"/>
                    <a:pt x="1318" y="1351"/>
                    <a:pt x="1237" y="1260"/>
                  </a:cubicBezTo>
                  <a:cubicBezTo>
                    <a:pt x="1161" y="1169"/>
                    <a:pt x="1069" y="1093"/>
                    <a:pt x="978" y="1027"/>
                  </a:cubicBezTo>
                  <a:cubicBezTo>
                    <a:pt x="1039" y="1007"/>
                    <a:pt x="1100" y="987"/>
                    <a:pt x="1156" y="966"/>
                  </a:cubicBezTo>
                  <a:cubicBezTo>
                    <a:pt x="1302" y="921"/>
                    <a:pt x="1551" y="850"/>
                    <a:pt x="1622" y="698"/>
                  </a:cubicBezTo>
                  <a:cubicBezTo>
                    <a:pt x="1674" y="589"/>
                    <a:pt x="1585" y="525"/>
                    <a:pt x="1486" y="525"/>
                  </a:cubicBezTo>
                  <a:cubicBezTo>
                    <a:pt x="1479" y="525"/>
                    <a:pt x="1472" y="525"/>
                    <a:pt x="1465" y="526"/>
                  </a:cubicBezTo>
                  <a:cubicBezTo>
                    <a:pt x="1313" y="546"/>
                    <a:pt x="1156" y="617"/>
                    <a:pt x="1019" y="703"/>
                  </a:cubicBezTo>
                  <a:cubicBezTo>
                    <a:pt x="1039" y="667"/>
                    <a:pt x="1049" y="632"/>
                    <a:pt x="1064" y="597"/>
                  </a:cubicBezTo>
                  <a:cubicBezTo>
                    <a:pt x="1095" y="495"/>
                    <a:pt x="1110" y="394"/>
                    <a:pt x="1115" y="293"/>
                  </a:cubicBezTo>
                  <a:cubicBezTo>
                    <a:pt x="1120" y="222"/>
                    <a:pt x="1135" y="95"/>
                    <a:pt x="1080" y="39"/>
                  </a:cubicBezTo>
                  <a:cubicBezTo>
                    <a:pt x="1053" y="12"/>
                    <a:pt x="1028" y="0"/>
                    <a:pt x="10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8"/>
            <p:cNvSpPr/>
            <p:nvPr/>
          </p:nvSpPr>
          <p:spPr>
            <a:xfrm>
              <a:off x="5179712" y="3961520"/>
              <a:ext cx="147327" cy="155713"/>
            </a:xfrm>
            <a:custGeom>
              <a:avLst/>
              <a:gdLst/>
              <a:ahLst/>
              <a:cxnLst/>
              <a:rect l="l" t="t" r="r" b="b"/>
              <a:pathLst>
                <a:path w="1669" h="1764" extrusionOk="0">
                  <a:moveTo>
                    <a:pt x="978" y="95"/>
                  </a:moveTo>
                  <a:cubicBezTo>
                    <a:pt x="984" y="95"/>
                    <a:pt x="992" y="98"/>
                    <a:pt x="998" y="105"/>
                  </a:cubicBezTo>
                  <a:cubicBezTo>
                    <a:pt x="1013" y="115"/>
                    <a:pt x="1023" y="140"/>
                    <a:pt x="1028" y="160"/>
                  </a:cubicBezTo>
                  <a:cubicBezTo>
                    <a:pt x="1039" y="282"/>
                    <a:pt x="1023" y="399"/>
                    <a:pt x="993" y="515"/>
                  </a:cubicBezTo>
                  <a:cubicBezTo>
                    <a:pt x="968" y="632"/>
                    <a:pt x="917" y="728"/>
                    <a:pt x="856" y="819"/>
                  </a:cubicBezTo>
                  <a:cubicBezTo>
                    <a:pt x="846" y="718"/>
                    <a:pt x="846" y="611"/>
                    <a:pt x="861" y="505"/>
                  </a:cubicBezTo>
                  <a:cubicBezTo>
                    <a:pt x="866" y="449"/>
                    <a:pt x="876" y="388"/>
                    <a:pt x="892" y="333"/>
                  </a:cubicBezTo>
                  <a:cubicBezTo>
                    <a:pt x="907" y="262"/>
                    <a:pt x="927" y="191"/>
                    <a:pt x="947" y="125"/>
                  </a:cubicBezTo>
                  <a:cubicBezTo>
                    <a:pt x="951" y="108"/>
                    <a:pt x="964" y="95"/>
                    <a:pt x="978" y="95"/>
                  </a:cubicBezTo>
                  <a:close/>
                  <a:moveTo>
                    <a:pt x="440" y="441"/>
                  </a:moveTo>
                  <a:cubicBezTo>
                    <a:pt x="527" y="441"/>
                    <a:pt x="627" y="551"/>
                    <a:pt x="669" y="611"/>
                  </a:cubicBezTo>
                  <a:cubicBezTo>
                    <a:pt x="725" y="692"/>
                    <a:pt x="760" y="789"/>
                    <a:pt x="775" y="885"/>
                  </a:cubicBezTo>
                  <a:cubicBezTo>
                    <a:pt x="775" y="885"/>
                    <a:pt x="775" y="890"/>
                    <a:pt x="780" y="895"/>
                  </a:cubicBezTo>
                  <a:cubicBezTo>
                    <a:pt x="704" y="844"/>
                    <a:pt x="628" y="794"/>
                    <a:pt x="562" y="738"/>
                  </a:cubicBezTo>
                  <a:cubicBezTo>
                    <a:pt x="512" y="692"/>
                    <a:pt x="279" y="485"/>
                    <a:pt x="416" y="444"/>
                  </a:cubicBezTo>
                  <a:cubicBezTo>
                    <a:pt x="424" y="442"/>
                    <a:pt x="432" y="441"/>
                    <a:pt x="440" y="441"/>
                  </a:cubicBezTo>
                  <a:close/>
                  <a:moveTo>
                    <a:pt x="1473" y="615"/>
                  </a:moveTo>
                  <a:cubicBezTo>
                    <a:pt x="1500" y="615"/>
                    <a:pt x="1536" y="624"/>
                    <a:pt x="1540" y="652"/>
                  </a:cubicBezTo>
                  <a:cubicBezTo>
                    <a:pt x="1540" y="692"/>
                    <a:pt x="1489" y="723"/>
                    <a:pt x="1464" y="743"/>
                  </a:cubicBezTo>
                  <a:cubicBezTo>
                    <a:pt x="1454" y="748"/>
                    <a:pt x="1444" y="753"/>
                    <a:pt x="1434" y="758"/>
                  </a:cubicBezTo>
                  <a:cubicBezTo>
                    <a:pt x="1272" y="854"/>
                    <a:pt x="1089" y="910"/>
                    <a:pt x="907" y="956"/>
                  </a:cubicBezTo>
                  <a:cubicBezTo>
                    <a:pt x="902" y="956"/>
                    <a:pt x="892" y="951"/>
                    <a:pt x="887" y="951"/>
                  </a:cubicBezTo>
                  <a:cubicBezTo>
                    <a:pt x="912" y="885"/>
                    <a:pt x="978" y="839"/>
                    <a:pt x="1049" y="794"/>
                  </a:cubicBezTo>
                  <a:cubicBezTo>
                    <a:pt x="1135" y="738"/>
                    <a:pt x="1221" y="692"/>
                    <a:pt x="1312" y="662"/>
                  </a:cubicBezTo>
                  <a:cubicBezTo>
                    <a:pt x="1358" y="642"/>
                    <a:pt x="1403" y="627"/>
                    <a:pt x="1454" y="616"/>
                  </a:cubicBezTo>
                  <a:cubicBezTo>
                    <a:pt x="1459" y="615"/>
                    <a:pt x="1466" y="615"/>
                    <a:pt x="1473" y="615"/>
                  </a:cubicBezTo>
                  <a:close/>
                  <a:moveTo>
                    <a:pt x="448" y="974"/>
                  </a:moveTo>
                  <a:cubicBezTo>
                    <a:pt x="477" y="974"/>
                    <a:pt x="507" y="975"/>
                    <a:pt x="537" y="976"/>
                  </a:cubicBezTo>
                  <a:cubicBezTo>
                    <a:pt x="603" y="976"/>
                    <a:pt x="669" y="986"/>
                    <a:pt x="730" y="1001"/>
                  </a:cubicBezTo>
                  <a:cubicBezTo>
                    <a:pt x="623" y="1032"/>
                    <a:pt x="512" y="1062"/>
                    <a:pt x="400" y="1072"/>
                  </a:cubicBezTo>
                  <a:cubicBezTo>
                    <a:pt x="372" y="1075"/>
                    <a:pt x="346" y="1076"/>
                    <a:pt x="319" y="1076"/>
                  </a:cubicBezTo>
                  <a:cubicBezTo>
                    <a:pt x="293" y="1076"/>
                    <a:pt x="266" y="1075"/>
                    <a:pt x="238" y="1072"/>
                  </a:cubicBezTo>
                  <a:cubicBezTo>
                    <a:pt x="223" y="1072"/>
                    <a:pt x="208" y="1072"/>
                    <a:pt x="193" y="1062"/>
                  </a:cubicBezTo>
                  <a:cubicBezTo>
                    <a:pt x="177" y="1057"/>
                    <a:pt x="167" y="1042"/>
                    <a:pt x="162" y="1027"/>
                  </a:cubicBezTo>
                  <a:cubicBezTo>
                    <a:pt x="157" y="1001"/>
                    <a:pt x="177" y="986"/>
                    <a:pt x="203" y="986"/>
                  </a:cubicBezTo>
                  <a:cubicBezTo>
                    <a:pt x="284" y="979"/>
                    <a:pt x="366" y="974"/>
                    <a:pt x="448" y="974"/>
                  </a:cubicBezTo>
                  <a:close/>
                  <a:moveTo>
                    <a:pt x="785" y="1082"/>
                  </a:moveTo>
                  <a:lnTo>
                    <a:pt x="785" y="1082"/>
                  </a:lnTo>
                  <a:cubicBezTo>
                    <a:pt x="780" y="1179"/>
                    <a:pt x="760" y="1275"/>
                    <a:pt x="735" y="1366"/>
                  </a:cubicBezTo>
                  <a:cubicBezTo>
                    <a:pt x="725" y="1412"/>
                    <a:pt x="709" y="1457"/>
                    <a:pt x="689" y="1503"/>
                  </a:cubicBezTo>
                  <a:cubicBezTo>
                    <a:pt x="679" y="1528"/>
                    <a:pt x="674" y="1559"/>
                    <a:pt x="659" y="1584"/>
                  </a:cubicBezTo>
                  <a:cubicBezTo>
                    <a:pt x="649" y="1609"/>
                    <a:pt x="638" y="1629"/>
                    <a:pt x="618" y="1650"/>
                  </a:cubicBezTo>
                  <a:cubicBezTo>
                    <a:pt x="613" y="1655"/>
                    <a:pt x="608" y="1660"/>
                    <a:pt x="598" y="1660"/>
                  </a:cubicBezTo>
                  <a:cubicBezTo>
                    <a:pt x="594" y="1661"/>
                    <a:pt x="590" y="1662"/>
                    <a:pt x="586" y="1662"/>
                  </a:cubicBezTo>
                  <a:cubicBezTo>
                    <a:pt x="560" y="1662"/>
                    <a:pt x="536" y="1636"/>
                    <a:pt x="527" y="1614"/>
                  </a:cubicBezTo>
                  <a:cubicBezTo>
                    <a:pt x="512" y="1579"/>
                    <a:pt x="522" y="1548"/>
                    <a:pt x="532" y="1513"/>
                  </a:cubicBezTo>
                  <a:cubicBezTo>
                    <a:pt x="542" y="1467"/>
                    <a:pt x="562" y="1422"/>
                    <a:pt x="583" y="1381"/>
                  </a:cubicBezTo>
                  <a:cubicBezTo>
                    <a:pt x="628" y="1290"/>
                    <a:pt x="684" y="1209"/>
                    <a:pt x="745" y="1133"/>
                  </a:cubicBezTo>
                  <a:cubicBezTo>
                    <a:pt x="760" y="1113"/>
                    <a:pt x="770" y="1098"/>
                    <a:pt x="785" y="1082"/>
                  </a:cubicBezTo>
                  <a:close/>
                  <a:moveTo>
                    <a:pt x="887" y="1072"/>
                  </a:moveTo>
                  <a:lnTo>
                    <a:pt x="887" y="1072"/>
                  </a:lnTo>
                  <a:cubicBezTo>
                    <a:pt x="1028" y="1174"/>
                    <a:pt x="1160" y="1280"/>
                    <a:pt x="1246" y="1432"/>
                  </a:cubicBezTo>
                  <a:cubicBezTo>
                    <a:pt x="1267" y="1472"/>
                    <a:pt x="1282" y="1513"/>
                    <a:pt x="1292" y="1553"/>
                  </a:cubicBezTo>
                  <a:cubicBezTo>
                    <a:pt x="1302" y="1584"/>
                    <a:pt x="1307" y="1614"/>
                    <a:pt x="1292" y="1640"/>
                  </a:cubicBezTo>
                  <a:cubicBezTo>
                    <a:pt x="1283" y="1662"/>
                    <a:pt x="1259" y="1676"/>
                    <a:pt x="1236" y="1676"/>
                  </a:cubicBezTo>
                  <a:cubicBezTo>
                    <a:pt x="1233" y="1676"/>
                    <a:pt x="1229" y="1676"/>
                    <a:pt x="1226" y="1675"/>
                  </a:cubicBezTo>
                  <a:cubicBezTo>
                    <a:pt x="1211" y="1675"/>
                    <a:pt x="1196" y="1665"/>
                    <a:pt x="1185" y="1655"/>
                  </a:cubicBezTo>
                  <a:cubicBezTo>
                    <a:pt x="1150" y="1624"/>
                    <a:pt x="1125" y="1584"/>
                    <a:pt x="1104" y="1543"/>
                  </a:cubicBezTo>
                  <a:cubicBezTo>
                    <a:pt x="1074" y="1503"/>
                    <a:pt x="1049" y="1452"/>
                    <a:pt x="1023" y="1407"/>
                  </a:cubicBezTo>
                  <a:cubicBezTo>
                    <a:pt x="983" y="1315"/>
                    <a:pt x="937" y="1224"/>
                    <a:pt x="902" y="1128"/>
                  </a:cubicBezTo>
                  <a:cubicBezTo>
                    <a:pt x="897" y="1118"/>
                    <a:pt x="892" y="1077"/>
                    <a:pt x="887" y="1072"/>
                  </a:cubicBezTo>
                  <a:close/>
                  <a:moveTo>
                    <a:pt x="1003" y="0"/>
                  </a:moveTo>
                  <a:cubicBezTo>
                    <a:pt x="903" y="0"/>
                    <a:pt x="837" y="201"/>
                    <a:pt x="821" y="267"/>
                  </a:cubicBezTo>
                  <a:cubicBezTo>
                    <a:pt x="790" y="388"/>
                    <a:pt x="775" y="510"/>
                    <a:pt x="780" y="632"/>
                  </a:cubicBezTo>
                  <a:cubicBezTo>
                    <a:pt x="709" y="490"/>
                    <a:pt x="593" y="363"/>
                    <a:pt x="436" y="358"/>
                  </a:cubicBezTo>
                  <a:cubicBezTo>
                    <a:pt x="432" y="358"/>
                    <a:pt x="427" y="358"/>
                    <a:pt x="423" y="358"/>
                  </a:cubicBezTo>
                  <a:cubicBezTo>
                    <a:pt x="350" y="358"/>
                    <a:pt x="273" y="398"/>
                    <a:pt x="269" y="480"/>
                  </a:cubicBezTo>
                  <a:cubicBezTo>
                    <a:pt x="269" y="596"/>
                    <a:pt x="421" y="728"/>
                    <a:pt x="502" y="799"/>
                  </a:cubicBezTo>
                  <a:cubicBezTo>
                    <a:pt x="537" y="834"/>
                    <a:pt x="583" y="870"/>
                    <a:pt x="623" y="900"/>
                  </a:cubicBezTo>
                  <a:cubicBezTo>
                    <a:pt x="567" y="892"/>
                    <a:pt x="512" y="889"/>
                    <a:pt x="456" y="889"/>
                  </a:cubicBezTo>
                  <a:cubicBezTo>
                    <a:pt x="400" y="889"/>
                    <a:pt x="345" y="892"/>
                    <a:pt x="289" y="900"/>
                  </a:cubicBezTo>
                  <a:cubicBezTo>
                    <a:pt x="208" y="915"/>
                    <a:pt x="0" y="961"/>
                    <a:pt x="81" y="1093"/>
                  </a:cubicBezTo>
                  <a:cubicBezTo>
                    <a:pt x="115" y="1151"/>
                    <a:pt x="191" y="1169"/>
                    <a:pt x="272" y="1169"/>
                  </a:cubicBezTo>
                  <a:cubicBezTo>
                    <a:pt x="359" y="1169"/>
                    <a:pt x="452" y="1149"/>
                    <a:pt x="507" y="1138"/>
                  </a:cubicBezTo>
                  <a:cubicBezTo>
                    <a:pt x="557" y="1133"/>
                    <a:pt x="603" y="1123"/>
                    <a:pt x="649" y="1113"/>
                  </a:cubicBezTo>
                  <a:lnTo>
                    <a:pt x="649" y="1113"/>
                  </a:lnTo>
                  <a:cubicBezTo>
                    <a:pt x="598" y="1184"/>
                    <a:pt x="547" y="1255"/>
                    <a:pt x="507" y="1336"/>
                  </a:cubicBezTo>
                  <a:cubicBezTo>
                    <a:pt x="461" y="1432"/>
                    <a:pt x="400" y="1574"/>
                    <a:pt x="446" y="1680"/>
                  </a:cubicBezTo>
                  <a:cubicBezTo>
                    <a:pt x="465" y="1735"/>
                    <a:pt x="512" y="1763"/>
                    <a:pt x="562" y="1763"/>
                  </a:cubicBezTo>
                  <a:cubicBezTo>
                    <a:pt x="591" y="1763"/>
                    <a:pt x="621" y="1754"/>
                    <a:pt x="649" y="1736"/>
                  </a:cubicBezTo>
                  <a:cubicBezTo>
                    <a:pt x="760" y="1665"/>
                    <a:pt x="790" y="1467"/>
                    <a:pt x="821" y="1351"/>
                  </a:cubicBezTo>
                  <a:cubicBezTo>
                    <a:pt x="831" y="1305"/>
                    <a:pt x="841" y="1265"/>
                    <a:pt x="846" y="1219"/>
                  </a:cubicBezTo>
                  <a:cubicBezTo>
                    <a:pt x="907" y="1376"/>
                    <a:pt x="978" y="1543"/>
                    <a:pt x="1089" y="1665"/>
                  </a:cubicBezTo>
                  <a:cubicBezTo>
                    <a:pt x="1129" y="1710"/>
                    <a:pt x="1196" y="1745"/>
                    <a:pt x="1257" y="1745"/>
                  </a:cubicBezTo>
                  <a:cubicBezTo>
                    <a:pt x="1306" y="1745"/>
                    <a:pt x="1351" y="1723"/>
                    <a:pt x="1378" y="1670"/>
                  </a:cubicBezTo>
                  <a:cubicBezTo>
                    <a:pt x="1439" y="1538"/>
                    <a:pt x="1312" y="1356"/>
                    <a:pt x="1236" y="1260"/>
                  </a:cubicBezTo>
                  <a:cubicBezTo>
                    <a:pt x="1160" y="1174"/>
                    <a:pt x="1069" y="1098"/>
                    <a:pt x="973" y="1027"/>
                  </a:cubicBezTo>
                  <a:cubicBezTo>
                    <a:pt x="1034" y="1011"/>
                    <a:pt x="1094" y="991"/>
                    <a:pt x="1155" y="971"/>
                  </a:cubicBezTo>
                  <a:cubicBezTo>
                    <a:pt x="1302" y="920"/>
                    <a:pt x="1550" y="854"/>
                    <a:pt x="1621" y="702"/>
                  </a:cubicBezTo>
                  <a:cubicBezTo>
                    <a:pt x="1668" y="594"/>
                    <a:pt x="1579" y="529"/>
                    <a:pt x="1485" y="529"/>
                  </a:cubicBezTo>
                  <a:cubicBezTo>
                    <a:pt x="1478" y="529"/>
                    <a:pt x="1471" y="530"/>
                    <a:pt x="1464" y="530"/>
                  </a:cubicBezTo>
                  <a:cubicBezTo>
                    <a:pt x="1312" y="551"/>
                    <a:pt x="1150" y="621"/>
                    <a:pt x="1018" y="708"/>
                  </a:cubicBezTo>
                  <a:cubicBezTo>
                    <a:pt x="1034" y="672"/>
                    <a:pt x="1049" y="637"/>
                    <a:pt x="1059" y="596"/>
                  </a:cubicBezTo>
                  <a:cubicBezTo>
                    <a:pt x="1094" y="500"/>
                    <a:pt x="1110" y="399"/>
                    <a:pt x="1115" y="292"/>
                  </a:cubicBezTo>
                  <a:cubicBezTo>
                    <a:pt x="1120" y="221"/>
                    <a:pt x="1135" y="100"/>
                    <a:pt x="1079" y="39"/>
                  </a:cubicBezTo>
                  <a:cubicBezTo>
                    <a:pt x="1052" y="12"/>
                    <a:pt x="1026" y="0"/>
                    <a:pt x="10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8"/>
            <p:cNvSpPr/>
            <p:nvPr/>
          </p:nvSpPr>
          <p:spPr>
            <a:xfrm>
              <a:off x="5058515" y="2012744"/>
              <a:ext cx="86419" cy="119521"/>
            </a:xfrm>
            <a:custGeom>
              <a:avLst/>
              <a:gdLst/>
              <a:ahLst/>
              <a:cxnLst/>
              <a:rect l="l" t="t" r="r" b="b"/>
              <a:pathLst>
                <a:path w="979" h="1354" extrusionOk="0">
                  <a:moveTo>
                    <a:pt x="681" y="1"/>
                  </a:moveTo>
                  <a:cubicBezTo>
                    <a:pt x="635" y="1"/>
                    <a:pt x="588" y="11"/>
                    <a:pt x="547" y="30"/>
                  </a:cubicBezTo>
                  <a:cubicBezTo>
                    <a:pt x="365" y="111"/>
                    <a:pt x="188" y="324"/>
                    <a:pt x="127" y="511"/>
                  </a:cubicBezTo>
                  <a:cubicBezTo>
                    <a:pt x="61" y="719"/>
                    <a:pt x="0" y="977"/>
                    <a:pt x="46" y="1195"/>
                  </a:cubicBezTo>
                  <a:cubicBezTo>
                    <a:pt x="56" y="1231"/>
                    <a:pt x="71" y="1276"/>
                    <a:pt x="97" y="1302"/>
                  </a:cubicBezTo>
                  <a:cubicBezTo>
                    <a:pt x="131" y="1340"/>
                    <a:pt x="180" y="1353"/>
                    <a:pt x="228" y="1353"/>
                  </a:cubicBezTo>
                  <a:cubicBezTo>
                    <a:pt x="237" y="1353"/>
                    <a:pt x="245" y="1353"/>
                    <a:pt x="254" y="1352"/>
                  </a:cubicBezTo>
                  <a:cubicBezTo>
                    <a:pt x="380" y="1342"/>
                    <a:pt x="487" y="1266"/>
                    <a:pt x="578" y="1185"/>
                  </a:cubicBezTo>
                  <a:cubicBezTo>
                    <a:pt x="780" y="993"/>
                    <a:pt x="932" y="739"/>
                    <a:pt x="968" y="461"/>
                  </a:cubicBezTo>
                  <a:cubicBezTo>
                    <a:pt x="978" y="375"/>
                    <a:pt x="978" y="288"/>
                    <a:pt x="953" y="212"/>
                  </a:cubicBezTo>
                  <a:cubicBezTo>
                    <a:pt x="927" y="131"/>
                    <a:pt x="872" y="55"/>
                    <a:pt x="796" y="25"/>
                  </a:cubicBezTo>
                  <a:cubicBezTo>
                    <a:pt x="760" y="9"/>
                    <a:pt x="721" y="1"/>
                    <a:pt x="681" y="1"/>
                  </a:cubicBezTo>
                  <a:close/>
                </a:path>
              </a:pathLst>
            </a:custGeom>
            <a:solidFill>
              <a:srgbClr val="FAC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8"/>
            <p:cNvSpPr/>
            <p:nvPr/>
          </p:nvSpPr>
          <p:spPr>
            <a:xfrm>
              <a:off x="4732527" y="2012744"/>
              <a:ext cx="86419" cy="119521"/>
            </a:xfrm>
            <a:custGeom>
              <a:avLst/>
              <a:gdLst/>
              <a:ahLst/>
              <a:cxnLst/>
              <a:rect l="l" t="t" r="r" b="b"/>
              <a:pathLst>
                <a:path w="979" h="1354" extrusionOk="0">
                  <a:moveTo>
                    <a:pt x="298" y="1"/>
                  </a:moveTo>
                  <a:cubicBezTo>
                    <a:pt x="258" y="1"/>
                    <a:pt x="218" y="9"/>
                    <a:pt x="183" y="25"/>
                  </a:cubicBezTo>
                  <a:cubicBezTo>
                    <a:pt x="107" y="55"/>
                    <a:pt x="51" y="131"/>
                    <a:pt x="26" y="212"/>
                  </a:cubicBezTo>
                  <a:cubicBezTo>
                    <a:pt x="1" y="288"/>
                    <a:pt x="1" y="375"/>
                    <a:pt x="11" y="461"/>
                  </a:cubicBezTo>
                  <a:cubicBezTo>
                    <a:pt x="46" y="739"/>
                    <a:pt x="198" y="993"/>
                    <a:pt x="401" y="1185"/>
                  </a:cubicBezTo>
                  <a:cubicBezTo>
                    <a:pt x="492" y="1266"/>
                    <a:pt x="598" y="1342"/>
                    <a:pt x="725" y="1352"/>
                  </a:cubicBezTo>
                  <a:cubicBezTo>
                    <a:pt x="733" y="1353"/>
                    <a:pt x="742" y="1353"/>
                    <a:pt x="750" y="1353"/>
                  </a:cubicBezTo>
                  <a:cubicBezTo>
                    <a:pt x="799" y="1353"/>
                    <a:pt x="848" y="1340"/>
                    <a:pt x="882" y="1302"/>
                  </a:cubicBezTo>
                  <a:cubicBezTo>
                    <a:pt x="907" y="1276"/>
                    <a:pt x="922" y="1231"/>
                    <a:pt x="933" y="1195"/>
                  </a:cubicBezTo>
                  <a:cubicBezTo>
                    <a:pt x="978" y="977"/>
                    <a:pt x="917" y="719"/>
                    <a:pt x="852" y="511"/>
                  </a:cubicBezTo>
                  <a:cubicBezTo>
                    <a:pt x="791" y="324"/>
                    <a:pt x="613" y="111"/>
                    <a:pt x="431" y="30"/>
                  </a:cubicBezTo>
                  <a:cubicBezTo>
                    <a:pt x="390" y="11"/>
                    <a:pt x="344" y="1"/>
                    <a:pt x="298" y="1"/>
                  </a:cubicBezTo>
                  <a:close/>
                </a:path>
              </a:pathLst>
            </a:custGeom>
            <a:solidFill>
              <a:srgbClr val="FAC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8"/>
            <p:cNvSpPr/>
            <p:nvPr/>
          </p:nvSpPr>
          <p:spPr>
            <a:xfrm>
              <a:off x="4771896" y="1802040"/>
              <a:ext cx="328727" cy="457075"/>
            </a:xfrm>
            <a:custGeom>
              <a:avLst/>
              <a:gdLst/>
              <a:ahLst/>
              <a:cxnLst/>
              <a:rect l="l" t="t" r="r" b="b"/>
              <a:pathLst>
                <a:path w="3724" h="5178" extrusionOk="0">
                  <a:moveTo>
                    <a:pt x="1788" y="1"/>
                  </a:moveTo>
                  <a:cubicBezTo>
                    <a:pt x="1519" y="1"/>
                    <a:pt x="1250" y="38"/>
                    <a:pt x="998" y="127"/>
                  </a:cubicBezTo>
                  <a:cubicBezTo>
                    <a:pt x="563" y="284"/>
                    <a:pt x="86" y="634"/>
                    <a:pt x="51" y="1130"/>
                  </a:cubicBezTo>
                  <a:cubicBezTo>
                    <a:pt x="0" y="1789"/>
                    <a:pt x="81" y="2498"/>
                    <a:pt x="188" y="3152"/>
                  </a:cubicBezTo>
                  <a:cubicBezTo>
                    <a:pt x="337" y="4104"/>
                    <a:pt x="928" y="5177"/>
                    <a:pt x="1959" y="5177"/>
                  </a:cubicBezTo>
                  <a:cubicBezTo>
                    <a:pt x="2085" y="5177"/>
                    <a:pt x="2217" y="5161"/>
                    <a:pt x="2356" y="5127"/>
                  </a:cubicBezTo>
                  <a:cubicBezTo>
                    <a:pt x="3050" y="4960"/>
                    <a:pt x="3445" y="4352"/>
                    <a:pt x="3567" y="3678"/>
                  </a:cubicBezTo>
                  <a:cubicBezTo>
                    <a:pt x="3668" y="3091"/>
                    <a:pt x="3724" y="2407"/>
                    <a:pt x="3713" y="1814"/>
                  </a:cubicBezTo>
                  <a:cubicBezTo>
                    <a:pt x="3708" y="1323"/>
                    <a:pt x="3577" y="735"/>
                    <a:pt x="3187" y="401"/>
                  </a:cubicBezTo>
                  <a:cubicBezTo>
                    <a:pt x="2933" y="178"/>
                    <a:pt x="2594" y="82"/>
                    <a:pt x="2260" y="36"/>
                  </a:cubicBezTo>
                  <a:cubicBezTo>
                    <a:pt x="2104" y="14"/>
                    <a:pt x="1946" y="1"/>
                    <a:pt x="1788" y="1"/>
                  </a:cubicBezTo>
                  <a:close/>
                </a:path>
              </a:pathLst>
            </a:custGeom>
            <a:solidFill>
              <a:srgbClr val="FAC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8"/>
            <p:cNvSpPr/>
            <p:nvPr/>
          </p:nvSpPr>
          <p:spPr>
            <a:xfrm>
              <a:off x="4763863" y="1770527"/>
              <a:ext cx="407819" cy="276999"/>
            </a:xfrm>
            <a:custGeom>
              <a:avLst/>
              <a:gdLst/>
              <a:ahLst/>
              <a:cxnLst/>
              <a:rect l="l" t="t" r="r" b="b"/>
              <a:pathLst>
                <a:path w="4620" h="3138" extrusionOk="0">
                  <a:moveTo>
                    <a:pt x="1759" y="0"/>
                  </a:moveTo>
                  <a:cubicBezTo>
                    <a:pt x="1710" y="0"/>
                    <a:pt x="1661" y="1"/>
                    <a:pt x="1611" y="3"/>
                  </a:cubicBezTo>
                  <a:cubicBezTo>
                    <a:pt x="1393" y="8"/>
                    <a:pt x="1160" y="39"/>
                    <a:pt x="983" y="165"/>
                  </a:cubicBezTo>
                  <a:cubicBezTo>
                    <a:pt x="0" y="864"/>
                    <a:pt x="2964" y="2622"/>
                    <a:pt x="3475" y="2891"/>
                  </a:cubicBezTo>
                  <a:cubicBezTo>
                    <a:pt x="3718" y="3014"/>
                    <a:pt x="3986" y="3138"/>
                    <a:pt x="4255" y="3138"/>
                  </a:cubicBezTo>
                  <a:cubicBezTo>
                    <a:pt x="4306" y="3138"/>
                    <a:pt x="4356" y="3133"/>
                    <a:pt x="4407" y="3124"/>
                  </a:cubicBezTo>
                  <a:cubicBezTo>
                    <a:pt x="4443" y="3119"/>
                    <a:pt x="4473" y="3108"/>
                    <a:pt x="4498" y="3083"/>
                  </a:cubicBezTo>
                  <a:cubicBezTo>
                    <a:pt x="4524" y="3058"/>
                    <a:pt x="4529" y="3017"/>
                    <a:pt x="4539" y="2982"/>
                  </a:cubicBezTo>
                  <a:cubicBezTo>
                    <a:pt x="4620" y="2435"/>
                    <a:pt x="4362" y="1888"/>
                    <a:pt x="4048" y="1432"/>
                  </a:cubicBezTo>
                  <a:cubicBezTo>
                    <a:pt x="3835" y="1123"/>
                    <a:pt x="3597" y="834"/>
                    <a:pt x="3338" y="565"/>
                  </a:cubicBezTo>
                  <a:cubicBezTo>
                    <a:pt x="3212" y="439"/>
                    <a:pt x="3075" y="312"/>
                    <a:pt x="2923" y="226"/>
                  </a:cubicBezTo>
                  <a:cubicBezTo>
                    <a:pt x="2741" y="125"/>
                    <a:pt x="2533" y="79"/>
                    <a:pt x="2330" y="44"/>
                  </a:cubicBezTo>
                  <a:cubicBezTo>
                    <a:pt x="2141" y="15"/>
                    <a:pt x="1951" y="0"/>
                    <a:pt x="1759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8"/>
            <p:cNvSpPr/>
            <p:nvPr/>
          </p:nvSpPr>
          <p:spPr>
            <a:xfrm>
              <a:off x="4751770" y="1776529"/>
              <a:ext cx="166394" cy="250341"/>
            </a:xfrm>
            <a:custGeom>
              <a:avLst/>
              <a:gdLst/>
              <a:ahLst/>
              <a:cxnLst/>
              <a:rect l="l" t="t" r="r" b="b"/>
              <a:pathLst>
                <a:path w="1885" h="2836" extrusionOk="0">
                  <a:moveTo>
                    <a:pt x="1388" y="1"/>
                  </a:moveTo>
                  <a:cubicBezTo>
                    <a:pt x="1292" y="1"/>
                    <a:pt x="1195" y="18"/>
                    <a:pt x="1110" y="47"/>
                  </a:cubicBezTo>
                  <a:cubicBezTo>
                    <a:pt x="618" y="219"/>
                    <a:pt x="299" y="710"/>
                    <a:pt x="152" y="1212"/>
                  </a:cubicBezTo>
                  <a:cubicBezTo>
                    <a:pt x="36" y="1617"/>
                    <a:pt x="0" y="2048"/>
                    <a:pt x="61" y="2468"/>
                  </a:cubicBezTo>
                  <a:cubicBezTo>
                    <a:pt x="71" y="2544"/>
                    <a:pt x="86" y="2625"/>
                    <a:pt x="132" y="2686"/>
                  </a:cubicBezTo>
                  <a:cubicBezTo>
                    <a:pt x="198" y="2790"/>
                    <a:pt x="322" y="2835"/>
                    <a:pt x="447" y="2835"/>
                  </a:cubicBezTo>
                  <a:cubicBezTo>
                    <a:pt x="486" y="2835"/>
                    <a:pt x="525" y="2831"/>
                    <a:pt x="563" y="2823"/>
                  </a:cubicBezTo>
                  <a:cubicBezTo>
                    <a:pt x="958" y="2736"/>
                    <a:pt x="1196" y="2341"/>
                    <a:pt x="1363" y="1972"/>
                  </a:cubicBezTo>
                  <a:cubicBezTo>
                    <a:pt x="1576" y="1511"/>
                    <a:pt x="1758" y="1029"/>
                    <a:pt x="1814" y="523"/>
                  </a:cubicBezTo>
                  <a:cubicBezTo>
                    <a:pt x="1834" y="330"/>
                    <a:pt x="1885" y="183"/>
                    <a:pt x="1697" y="77"/>
                  </a:cubicBezTo>
                  <a:cubicBezTo>
                    <a:pt x="1606" y="23"/>
                    <a:pt x="1497" y="1"/>
                    <a:pt x="1388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8"/>
            <p:cNvSpPr/>
            <p:nvPr/>
          </p:nvSpPr>
          <p:spPr>
            <a:xfrm>
              <a:off x="4849663" y="2311279"/>
              <a:ext cx="171337" cy="323960"/>
            </a:xfrm>
            <a:custGeom>
              <a:avLst/>
              <a:gdLst/>
              <a:ahLst/>
              <a:cxnLst/>
              <a:rect l="l" t="t" r="r" b="b"/>
              <a:pathLst>
                <a:path w="1941" h="3670" extrusionOk="0">
                  <a:moveTo>
                    <a:pt x="1533" y="1"/>
                  </a:moveTo>
                  <a:cubicBezTo>
                    <a:pt x="1527" y="1"/>
                    <a:pt x="1521" y="1"/>
                    <a:pt x="1515" y="1"/>
                  </a:cubicBezTo>
                  <a:lnTo>
                    <a:pt x="203" y="82"/>
                  </a:lnTo>
                  <a:cubicBezTo>
                    <a:pt x="87" y="88"/>
                    <a:pt x="1" y="189"/>
                    <a:pt x="6" y="305"/>
                  </a:cubicBezTo>
                  <a:lnTo>
                    <a:pt x="198" y="3471"/>
                  </a:lnTo>
                  <a:cubicBezTo>
                    <a:pt x="208" y="3582"/>
                    <a:pt x="295" y="3670"/>
                    <a:pt x="404" y="3670"/>
                  </a:cubicBezTo>
                  <a:cubicBezTo>
                    <a:pt x="409" y="3670"/>
                    <a:pt x="415" y="3669"/>
                    <a:pt x="421" y="3669"/>
                  </a:cubicBezTo>
                  <a:lnTo>
                    <a:pt x="1738" y="3588"/>
                  </a:lnTo>
                  <a:cubicBezTo>
                    <a:pt x="1850" y="3583"/>
                    <a:pt x="1941" y="3481"/>
                    <a:pt x="1931" y="3365"/>
                  </a:cubicBezTo>
                  <a:lnTo>
                    <a:pt x="1738" y="199"/>
                  </a:lnTo>
                  <a:cubicBezTo>
                    <a:pt x="1733" y="88"/>
                    <a:pt x="1642" y="1"/>
                    <a:pt x="1533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8"/>
            <p:cNvSpPr/>
            <p:nvPr/>
          </p:nvSpPr>
          <p:spPr>
            <a:xfrm>
              <a:off x="4953383" y="2339968"/>
              <a:ext cx="25599" cy="25599"/>
            </a:xfrm>
            <a:custGeom>
              <a:avLst/>
              <a:gdLst/>
              <a:ahLst/>
              <a:cxnLst/>
              <a:rect l="l" t="t" r="r" b="b"/>
              <a:pathLst>
                <a:path w="290" h="290" extrusionOk="0">
                  <a:moveTo>
                    <a:pt x="148" y="1"/>
                  </a:moveTo>
                  <a:cubicBezTo>
                    <a:pt x="67" y="1"/>
                    <a:pt x="1" y="66"/>
                    <a:pt x="1" y="148"/>
                  </a:cubicBezTo>
                  <a:cubicBezTo>
                    <a:pt x="1" y="224"/>
                    <a:pt x="67" y="289"/>
                    <a:pt x="148" y="289"/>
                  </a:cubicBezTo>
                  <a:cubicBezTo>
                    <a:pt x="224" y="289"/>
                    <a:pt x="290" y="224"/>
                    <a:pt x="290" y="148"/>
                  </a:cubicBezTo>
                  <a:cubicBezTo>
                    <a:pt x="290" y="66"/>
                    <a:pt x="224" y="1"/>
                    <a:pt x="1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8"/>
            <p:cNvSpPr/>
            <p:nvPr/>
          </p:nvSpPr>
          <p:spPr>
            <a:xfrm>
              <a:off x="4602855" y="2458252"/>
              <a:ext cx="357768" cy="547025"/>
            </a:xfrm>
            <a:custGeom>
              <a:avLst/>
              <a:gdLst/>
              <a:ahLst/>
              <a:cxnLst/>
              <a:rect l="l" t="t" r="r" b="b"/>
              <a:pathLst>
                <a:path w="4053" h="6197" extrusionOk="0">
                  <a:moveTo>
                    <a:pt x="3672" y="0"/>
                  </a:moveTo>
                  <a:cubicBezTo>
                    <a:pt x="3666" y="0"/>
                    <a:pt x="3659" y="1"/>
                    <a:pt x="3653" y="3"/>
                  </a:cubicBezTo>
                  <a:cubicBezTo>
                    <a:pt x="3374" y="89"/>
                    <a:pt x="3116" y="251"/>
                    <a:pt x="2918" y="469"/>
                  </a:cubicBezTo>
                  <a:lnTo>
                    <a:pt x="2888" y="38"/>
                  </a:lnTo>
                  <a:cubicBezTo>
                    <a:pt x="2422" y="525"/>
                    <a:pt x="2042" y="1259"/>
                    <a:pt x="1860" y="1903"/>
                  </a:cubicBezTo>
                  <a:cubicBezTo>
                    <a:pt x="1779" y="2196"/>
                    <a:pt x="1566" y="2455"/>
                    <a:pt x="1419" y="2718"/>
                  </a:cubicBezTo>
                  <a:cubicBezTo>
                    <a:pt x="1074" y="3321"/>
                    <a:pt x="760" y="3949"/>
                    <a:pt x="487" y="4587"/>
                  </a:cubicBezTo>
                  <a:cubicBezTo>
                    <a:pt x="421" y="4749"/>
                    <a:pt x="360" y="4906"/>
                    <a:pt x="310" y="5074"/>
                  </a:cubicBezTo>
                  <a:cubicBezTo>
                    <a:pt x="310" y="5074"/>
                    <a:pt x="1" y="6006"/>
                    <a:pt x="841" y="6183"/>
                  </a:cubicBezTo>
                  <a:cubicBezTo>
                    <a:pt x="881" y="6192"/>
                    <a:pt x="920" y="6197"/>
                    <a:pt x="959" y="6197"/>
                  </a:cubicBezTo>
                  <a:cubicBezTo>
                    <a:pt x="1029" y="6197"/>
                    <a:pt x="1097" y="6182"/>
                    <a:pt x="1166" y="6153"/>
                  </a:cubicBezTo>
                  <a:cubicBezTo>
                    <a:pt x="1490" y="6021"/>
                    <a:pt x="1687" y="5661"/>
                    <a:pt x="1824" y="5352"/>
                  </a:cubicBezTo>
                  <a:cubicBezTo>
                    <a:pt x="1931" y="5109"/>
                    <a:pt x="1991" y="4836"/>
                    <a:pt x="2062" y="4577"/>
                  </a:cubicBezTo>
                  <a:cubicBezTo>
                    <a:pt x="2209" y="4005"/>
                    <a:pt x="2356" y="3437"/>
                    <a:pt x="2478" y="2860"/>
                  </a:cubicBezTo>
                  <a:cubicBezTo>
                    <a:pt x="2503" y="2749"/>
                    <a:pt x="2523" y="2632"/>
                    <a:pt x="2574" y="2526"/>
                  </a:cubicBezTo>
                  <a:cubicBezTo>
                    <a:pt x="2635" y="2399"/>
                    <a:pt x="2726" y="2353"/>
                    <a:pt x="2832" y="2272"/>
                  </a:cubicBezTo>
                  <a:cubicBezTo>
                    <a:pt x="2949" y="2181"/>
                    <a:pt x="3015" y="2039"/>
                    <a:pt x="3070" y="1908"/>
                  </a:cubicBezTo>
                  <a:cubicBezTo>
                    <a:pt x="3080" y="1872"/>
                    <a:pt x="3131" y="1578"/>
                    <a:pt x="3141" y="1573"/>
                  </a:cubicBezTo>
                  <a:cubicBezTo>
                    <a:pt x="3288" y="1528"/>
                    <a:pt x="3693" y="1280"/>
                    <a:pt x="3815" y="1183"/>
                  </a:cubicBezTo>
                  <a:cubicBezTo>
                    <a:pt x="3866" y="1143"/>
                    <a:pt x="3916" y="1062"/>
                    <a:pt x="3861" y="1026"/>
                  </a:cubicBezTo>
                  <a:cubicBezTo>
                    <a:pt x="3849" y="1019"/>
                    <a:pt x="3833" y="1014"/>
                    <a:pt x="3817" y="1014"/>
                  </a:cubicBezTo>
                  <a:cubicBezTo>
                    <a:pt x="3811" y="1014"/>
                    <a:pt x="3805" y="1015"/>
                    <a:pt x="3800" y="1016"/>
                  </a:cubicBezTo>
                  <a:cubicBezTo>
                    <a:pt x="3703" y="1016"/>
                    <a:pt x="3389" y="1123"/>
                    <a:pt x="3298" y="1158"/>
                  </a:cubicBezTo>
                  <a:cubicBezTo>
                    <a:pt x="3460" y="1092"/>
                    <a:pt x="3881" y="864"/>
                    <a:pt x="4012" y="753"/>
                  </a:cubicBezTo>
                  <a:cubicBezTo>
                    <a:pt x="4053" y="717"/>
                    <a:pt x="4048" y="651"/>
                    <a:pt x="4002" y="626"/>
                  </a:cubicBezTo>
                  <a:cubicBezTo>
                    <a:pt x="3992" y="616"/>
                    <a:pt x="3977" y="616"/>
                    <a:pt x="3962" y="616"/>
                  </a:cubicBezTo>
                  <a:cubicBezTo>
                    <a:pt x="3805" y="641"/>
                    <a:pt x="3410" y="834"/>
                    <a:pt x="3258" y="905"/>
                  </a:cubicBezTo>
                  <a:cubicBezTo>
                    <a:pt x="3384" y="844"/>
                    <a:pt x="3769" y="580"/>
                    <a:pt x="3871" y="484"/>
                  </a:cubicBezTo>
                  <a:cubicBezTo>
                    <a:pt x="3916" y="444"/>
                    <a:pt x="3957" y="368"/>
                    <a:pt x="3911" y="327"/>
                  </a:cubicBezTo>
                  <a:cubicBezTo>
                    <a:pt x="3898" y="318"/>
                    <a:pt x="3879" y="314"/>
                    <a:pt x="3859" y="314"/>
                  </a:cubicBezTo>
                  <a:cubicBezTo>
                    <a:pt x="3848" y="314"/>
                    <a:pt x="3836" y="315"/>
                    <a:pt x="3825" y="317"/>
                  </a:cubicBezTo>
                  <a:cubicBezTo>
                    <a:pt x="3688" y="332"/>
                    <a:pt x="3364" y="510"/>
                    <a:pt x="3192" y="616"/>
                  </a:cubicBezTo>
                  <a:cubicBezTo>
                    <a:pt x="3374" y="494"/>
                    <a:pt x="3536" y="347"/>
                    <a:pt x="3683" y="180"/>
                  </a:cubicBezTo>
                  <a:cubicBezTo>
                    <a:pt x="3703" y="160"/>
                    <a:pt x="3724" y="130"/>
                    <a:pt x="3739" y="94"/>
                  </a:cubicBezTo>
                  <a:cubicBezTo>
                    <a:pt x="3761" y="49"/>
                    <a:pt x="3720" y="0"/>
                    <a:pt x="3672" y="0"/>
                  </a:cubicBezTo>
                  <a:close/>
                </a:path>
              </a:pathLst>
            </a:custGeom>
            <a:solidFill>
              <a:srgbClr val="FAC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8"/>
            <p:cNvSpPr/>
            <p:nvPr/>
          </p:nvSpPr>
          <p:spPr>
            <a:xfrm>
              <a:off x="4965917" y="2439097"/>
              <a:ext cx="358298" cy="561678"/>
            </a:xfrm>
            <a:custGeom>
              <a:avLst/>
              <a:gdLst/>
              <a:ahLst/>
              <a:cxnLst/>
              <a:rect l="l" t="t" r="r" b="b"/>
              <a:pathLst>
                <a:path w="4059" h="6363" extrusionOk="0">
                  <a:moveTo>
                    <a:pt x="796" y="1"/>
                  </a:moveTo>
                  <a:cubicBezTo>
                    <a:pt x="785" y="1"/>
                    <a:pt x="774" y="4"/>
                    <a:pt x="766" y="12"/>
                  </a:cubicBezTo>
                  <a:cubicBezTo>
                    <a:pt x="761" y="17"/>
                    <a:pt x="761" y="33"/>
                    <a:pt x="756" y="43"/>
                  </a:cubicBezTo>
                  <a:cubicBezTo>
                    <a:pt x="756" y="98"/>
                    <a:pt x="776" y="154"/>
                    <a:pt x="801" y="210"/>
                  </a:cubicBezTo>
                  <a:cubicBezTo>
                    <a:pt x="842" y="296"/>
                    <a:pt x="887" y="377"/>
                    <a:pt x="938" y="453"/>
                  </a:cubicBezTo>
                  <a:cubicBezTo>
                    <a:pt x="776" y="326"/>
                    <a:pt x="593" y="230"/>
                    <a:pt x="401" y="169"/>
                  </a:cubicBezTo>
                  <a:cubicBezTo>
                    <a:pt x="395" y="168"/>
                    <a:pt x="388" y="167"/>
                    <a:pt x="382" y="167"/>
                  </a:cubicBezTo>
                  <a:cubicBezTo>
                    <a:pt x="335" y="167"/>
                    <a:pt x="297" y="216"/>
                    <a:pt x="320" y="261"/>
                  </a:cubicBezTo>
                  <a:cubicBezTo>
                    <a:pt x="330" y="296"/>
                    <a:pt x="355" y="321"/>
                    <a:pt x="376" y="347"/>
                  </a:cubicBezTo>
                  <a:cubicBezTo>
                    <a:pt x="517" y="514"/>
                    <a:pt x="685" y="661"/>
                    <a:pt x="862" y="782"/>
                  </a:cubicBezTo>
                  <a:cubicBezTo>
                    <a:pt x="690" y="676"/>
                    <a:pt x="366" y="499"/>
                    <a:pt x="229" y="478"/>
                  </a:cubicBezTo>
                  <a:cubicBezTo>
                    <a:pt x="219" y="478"/>
                    <a:pt x="208" y="478"/>
                    <a:pt x="199" y="478"/>
                  </a:cubicBezTo>
                  <a:cubicBezTo>
                    <a:pt x="179" y="478"/>
                    <a:pt x="160" y="480"/>
                    <a:pt x="143" y="494"/>
                  </a:cubicBezTo>
                  <a:cubicBezTo>
                    <a:pt x="97" y="534"/>
                    <a:pt x="138" y="610"/>
                    <a:pt x="183" y="651"/>
                  </a:cubicBezTo>
                  <a:cubicBezTo>
                    <a:pt x="284" y="747"/>
                    <a:pt x="669" y="1005"/>
                    <a:pt x="801" y="1071"/>
                  </a:cubicBezTo>
                  <a:cubicBezTo>
                    <a:pt x="644" y="1000"/>
                    <a:pt x="249" y="808"/>
                    <a:pt x="97" y="782"/>
                  </a:cubicBezTo>
                  <a:cubicBezTo>
                    <a:pt x="82" y="782"/>
                    <a:pt x="67" y="782"/>
                    <a:pt x="51" y="792"/>
                  </a:cubicBezTo>
                  <a:cubicBezTo>
                    <a:pt x="11" y="818"/>
                    <a:pt x="1" y="884"/>
                    <a:pt x="41" y="919"/>
                  </a:cubicBezTo>
                  <a:cubicBezTo>
                    <a:pt x="177" y="1030"/>
                    <a:pt x="588" y="1256"/>
                    <a:pt x="752" y="1323"/>
                  </a:cubicBezTo>
                  <a:lnTo>
                    <a:pt x="752" y="1323"/>
                  </a:lnTo>
                  <a:cubicBezTo>
                    <a:pt x="662" y="1286"/>
                    <a:pt x="349" y="1182"/>
                    <a:pt x="254" y="1182"/>
                  </a:cubicBezTo>
                  <a:cubicBezTo>
                    <a:pt x="249" y="1181"/>
                    <a:pt x="243" y="1180"/>
                    <a:pt x="238" y="1180"/>
                  </a:cubicBezTo>
                  <a:cubicBezTo>
                    <a:pt x="223" y="1180"/>
                    <a:pt x="208" y="1185"/>
                    <a:pt x="193" y="1193"/>
                  </a:cubicBezTo>
                  <a:cubicBezTo>
                    <a:pt x="143" y="1228"/>
                    <a:pt x="188" y="1309"/>
                    <a:pt x="239" y="1350"/>
                  </a:cubicBezTo>
                  <a:cubicBezTo>
                    <a:pt x="360" y="1446"/>
                    <a:pt x="766" y="1694"/>
                    <a:pt x="913" y="1740"/>
                  </a:cubicBezTo>
                  <a:cubicBezTo>
                    <a:pt x="923" y="1745"/>
                    <a:pt x="973" y="2039"/>
                    <a:pt x="989" y="2074"/>
                  </a:cubicBezTo>
                  <a:cubicBezTo>
                    <a:pt x="1039" y="2206"/>
                    <a:pt x="1110" y="2348"/>
                    <a:pt x="1227" y="2439"/>
                  </a:cubicBezTo>
                  <a:cubicBezTo>
                    <a:pt x="1328" y="2515"/>
                    <a:pt x="1419" y="2565"/>
                    <a:pt x="1480" y="2692"/>
                  </a:cubicBezTo>
                  <a:cubicBezTo>
                    <a:pt x="1531" y="2798"/>
                    <a:pt x="1556" y="2915"/>
                    <a:pt x="1581" y="3026"/>
                  </a:cubicBezTo>
                  <a:cubicBezTo>
                    <a:pt x="1698" y="3604"/>
                    <a:pt x="1845" y="4171"/>
                    <a:pt x="1997" y="4744"/>
                  </a:cubicBezTo>
                  <a:cubicBezTo>
                    <a:pt x="2062" y="5002"/>
                    <a:pt x="2123" y="5275"/>
                    <a:pt x="2235" y="5519"/>
                  </a:cubicBezTo>
                  <a:cubicBezTo>
                    <a:pt x="2366" y="5828"/>
                    <a:pt x="2564" y="6187"/>
                    <a:pt x="2893" y="6319"/>
                  </a:cubicBezTo>
                  <a:cubicBezTo>
                    <a:pt x="2962" y="6348"/>
                    <a:pt x="3028" y="6363"/>
                    <a:pt x="3096" y="6363"/>
                  </a:cubicBezTo>
                  <a:cubicBezTo>
                    <a:pt x="3134" y="6363"/>
                    <a:pt x="3173" y="6358"/>
                    <a:pt x="3212" y="6349"/>
                  </a:cubicBezTo>
                  <a:cubicBezTo>
                    <a:pt x="4058" y="6172"/>
                    <a:pt x="3744" y="5240"/>
                    <a:pt x="3744" y="5240"/>
                  </a:cubicBezTo>
                  <a:cubicBezTo>
                    <a:pt x="3699" y="5073"/>
                    <a:pt x="3633" y="4911"/>
                    <a:pt x="3567" y="4754"/>
                  </a:cubicBezTo>
                  <a:cubicBezTo>
                    <a:pt x="3293" y="4115"/>
                    <a:pt x="2979" y="3487"/>
                    <a:pt x="2640" y="2885"/>
                  </a:cubicBezTo>
                  <a:cubicBezTo>
                    <a:pt x="2488" y="2621"/>
                    <a:pt x="2275" y="2363"/>
                    <a:pt x="2194" y="2069"/>
                  </a:cubicBezTo>
                  <a:cubicBezTo>
                    <a:pt x="2083" y="1669"/>
                    <a:pt x="1895" y="1289"/>
                    <a:pt x="1662" y="944"/>
                  </a:cubicBezTo>
                  <a:cubicBezTo>
                    <a:pt x="1450" y="625"/>
                    <a:pt x="1186" y="195"/>
                    <a:pt x="842" y="12"/>
                  </a:cubicBezTo>
                  <a:cubicBezTo>
                    <a:pt x="827" y="6"/>
                    <a:pt x="811" y="1"/>
                    <a:pt x="796" y="1"/>
                  </a:cubicBezTo>
                  <a:close/>
                </a:path>
              </a:pathLst>
            </a:custGeom>
            <a:solidFill>
              <a:srgbClr val="FAC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8"/>
            <p:cNvSpPr/>
            <p:nvPr/>
          </p:nvSpPr>
          <p:spPr>
            <a:xfrm>
              <a:off x="5377353" y="1574475"/>
              <a:ext cx="695852" cy="1071452"/>
            </a:xfrm>
            <a:custGeom>
              <a:avLst/>
              <a:gdLst/>
              <a:ahLst/>
              <a:cxnLst/>
              <a:rect l="l" t="t" r="r" b="b"/>
              <a:pathLst>
                <a:path w="7883" h="12138" extrusionOk="0">
                  <a:moveTo>
                    <a:pt x="638" y="0"/>
                  </a:moveTo>
                  <a:cubicBezTo>
                    <a:pt x="289" y="0"/>
                    <a:pt x="0" y="289"/>
                    <a:pt x="0" y="639"/>
                  </a:cubicBezTo>
                  <a:lnTo>
                    <a:pt x="0" y="11494"/>
                  </a:lnTo>
                  <a:cubicBezTo>
                    <a:pt x="0" y="11849"/>
                    <a:pt x="289" y="12137"/>
                    <a:pt x="638" y="12137"/>
                  </a:cubicBezTo>
                  <a:lnTo>
                    <a:pt x="7244" y="12137"/>
                  </a:lnTo>
                  <a:cubicBezTo>
                    <a:pt x="7593" y="12137"/>
                    <a:pt x="7882" y="11849"/>
                    <a:pt x="7882" y="11494"/>
                  </a:cubicBezTo>
                  <a:lnTo>
                    <a:pt x="7882" y="639"/>
                  </a:lnTo>
                  <a:cubicBezTo>
                    <a:pt x="7882" y="289"/>
                    <a:pt x="7593" y="0"/>
                    <a:pt x="72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28"/>
            <p:cNvSpPr/>
            <p:nvPr/>
          </p:nvSpPr>
          <p:spPr>
            <a:xfrm>
              <a:off x="5377353" y="1574475"/>
              <a:ext cx="695852" cy="119433"/>
            </a:xfrm>
            <a:custGeom>
              <a:avLst/>
              <a:gdLst/>
              <a:ahLst/>
              <a:cxnLst/>
              <a:rect l="l" t="t" r="r" b="b"/>
              <a:pathLst>
                <a:path w="7883" h="1353" extrusionOk="0">
                  <a:moveTo>
                    <a:pt x="638" y="0"/>
                  </a:moveTo>
                  <a:cubicBezTo>
                    <a:pt x="289" y="0"/>
                    <a:pt x="0" y="289"/>
                    <a:pt x="0" y="639"/>
                  </a:cubicBezTo>
                  <a:lnTo>
                    <a:pt x="0" y="1353"/>
                  </a:lnTo>
                  <a:lnTo>
                    <a:pt x="7882" y="1353"/>
                  </a:lnTo>
                  <a:lnTo>
                    <a:pt x="7882" y="639"/>
                  </a:lnTo>
                  <a:cubicBezTo>
                    <a:pt x="7882" y="289"/>
                    <a:pt x="7593" y="0"/>
                    <a:pt x="7244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8"/>
            <p:cNvSpPr/>
            <p:nvPr/>
          </p:nvSpPr>
          <p:spPr>
            <a:xfrm>
              <a:off x="5627692" y="2569827"/>
              <a:ext cx="195082" cy="29130"/>
            </a:xfrm>
            <a:custGeom>
              <a:avLst/>
              <a:gdLst/>
              <a:ahLst/>
              <a:cxnLst/>
              <a:rect l="l" t="t" r="r" b="b"/>
              <a:pathLst>
                <a:path w="2210" h="330" extrusionOk="0">
                  <a:moveTo>
                    <a:pt x="153" y="0"/>
                  </a:moveTo>
                  <a:cubicBezTo>
                    <a:pt x="67" y="0"/>
                    <a:pt x="1" y="71"/>
                    <a:pt x="1" y="157"/>
                  </a:cubicBezTo>
                  <a:lnTo>
                    <a:pt x="1" y="178"/>
                  </a:lnTo>
                  <a:cubicBezTo>
                    <a:pt x="1" y="264"/>
                    <a:pt x="67" y="330"/>
                    <a:pt x="153" y="330"/>
                  </a:cubicBezTo>
                  <a:lnTo>
                    <a:pt x="2058" y="330"/>
                  </a:lnTo>
                  <a:cubicBezTo>
                    <a:pt x="2139" y="330"/>
                    <a:pt x="2209" y="264"/>
                    <a:pt x="2209" y="178"/>
                  </a:cubicBezTo>
                  <a:lnTo>
                    <a:pt x="2209" y="157"/>
                  </a:lnTo>
                  <a:cubicBezTo>
                    <a:pt x="2209" y="71"/>
                    <a:pt x="2139" y="0"/>
                    <a:pt x="2058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8"/>
            <p:cNvSpPr/>
            <p:nvPr/>
          </p:nvSpPr>
          <p:spPr>
            <a:xfrm>
              <a:off x="5445763" y="1757815"/>
              <a:ext cx="559030" cy="719068"/>
            </a:xfrm>
            <a:custGeom>
              <a:avLst/>
              <a:gdLst/>
              <a:ahLst/>
              <a:cxnLst/>
              <a:rect l="l" t="t" r="r" b="b"/>
              <a:pathLst>
                <a:path w="6333" h="8146" extrusionOk="0">
                  <a:moveTo>
                    <a:pt x="0" y="0"/>
                  </a:moveTo>
                  <a:lnTo>
                    <a:pt x="0" y="8146"/>
                  </a:lnTo>
                  <a:lnTo>
                    <a:pt x="6332" y="8146"/>
                  </a:lnTo>
                  <a:lnTo>
                    <a:pt x="633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8"/>
            <p:cNvSpPr/>
            <p:nvPr/>
          </p:nvSpPr>
          <p:spPr>
            <a:xfrm>
              <a:off x="5496696" y="1820400"/>
              <a:ext cx="457075" cy="457075"/>
            </a:xfrm>
            <a:custGeom>
              <a:avLst/>
              <a:gdLst/>
              <a:ahLst/>
              <a:cxnLst/>
              <a:rect l="l" t="t" r="r" b="b"/>
              <a:pathLst>
                <a:path w="5178" h="5178" extrusionOk="0">
                  <a:moveTo>
                    <a:pt x="1525" y="411"/>
                  </a:moveTo>
                  <a:lnTo>
                    <a:pt x="1525" y="411"/>
                  </a:lnTo>
                  <a:cubicBezTo>
                    <a:pt x="1515" y="446"/>
                    <a:pt x="1500" y="487"/>
                    <a:pt x="1485" y="527"/>
                  </a:cubicBezTo>
                  <a:cubicBezTo>
                    <a:pt x="1434" y="684"/>
                    <a:pt x="1343" y="968"/>
                    <a:pt x="1262" y="1338"/>
                  </a:cubicBezTo>
                  <a:lnTo>
                    <a:pt x="517" y="1338"/>
                  </a:lnTo>
                  <a:cubicBezTo>
                    <a:pt x="755" y="938"/>
                    <a:pt x="1105" y="618"/>
                    <a:pt x="1525" y="411"/>
                  </a:cubicBezTo>
                  <a:close/>
                  <a:moveTo>
                    <a:pt x="2488" y="168"/>
                  </a:moveTo>
                  <a:lnTo>
                    <a:pt x="2488" y="1338"/>
                  </a:lnTo>
                  <a:lnTo>
                    <a:pt x="1429" y="1338"/>
                  </a:lnTo>
                  <a:cubicBezTo>
                    <a:pt x="1551" y="796"/>
                    <a:pt x="1698" y="411"/>
                    <a:pt x="1738" y="320"/>
                  </a:cubicBezTo>
                  <a:cubicBezTo>
                    <a:pt x="1976" y="233"/>
                    <a:pt x="2230" y="178"/>
                    <a:pt x="2488" y="168"/>
                  </a:cubicBezTo>
                  <a:close/>
                  <a:moveTo>
                    <a:pt x="2655" y="168"/>
                  </a:moveTo>
                  <a:cubicBezTo>
                    <a:pt x="2974" y="178"/>
                    <a:pt x="3273" y="244"/>
                    <a:pt x="3552" y="365"/>
                  </a:cubicBezTo>
                  <a:cubicBezTo>
                    <a:pt x="3587" y="477"/>
                    <a:pt x="3688" y="836"/>
                    <a:pt x="3780" y="1338"/>
                  </a:cubicBezTo>
                  <a:lnTo>
                    <a:pt x="2655" y="1338"/>
                  </a:lnTo>
                  <a:lnTo>
                    <a:pt x="2655" y="168"/>
                  </a:lnTo>
                  <a:close/>
                  <a:moveTo>
                    <a:pt x="3749" y="461"/>
                  </a:moveTo>
                  <a:lnTo>
                    <a:pt x="3749" y="461"/>
                  </a:lnTo>
                  <a:cubicBezTo>
                    <a:pt x="4124" y="669"/>
                    <a:pt x="4443" y="973"/>
                    <a:pt x="4661" y="1338"/>
                  </a:cubicBezTo>
                  <a:lnTo>
                    <a:pt x="3947" y="1338"/>
                  </a:lnTo>
                  <a:cubicBezTo>
                    <a:pt x="3881" y="953"/>
                    <a:pt x="3800" y="644"/>
                    <a:pt x="3749" y="461"/>
                  </a:cubicBezTo>
                  <a:close/>
                  <a:moveTo>
                    <a:pt x="1227" y="1500"/>
                  </a:moveTo>
                  <a:cubicBezTo>
                    <a:pt x="1166" y="1794"/>
                    <a:pt x="1115" y="2123"/>
                    <a:pt x="1095" y="2478"/>
                  </a:cubicBezTo>
                  <a:cubicBezTo>
                    <a:pt x="1095" y="2483"/>
                    <a:pt x="1095" y="2488"/>
                    <a:pt x="1095" y="2493"/>
                  </a:cubicBezTo>
                  <a:lnTo>
                    <a:pt x="168" y="2493"/>
                  </a:lnTo>
                  <a:cubicBezTo>
                    <a:pt x="183" y="2138"/>
                    <a:pt x="274" y="1799"/>
                    <a:pt x="426" y="1500"/>
                  </a:cubicBezTo>
                  <a:close/>
                  <a:moveTo>
                    <a:pt x="2488" y="1500"/>
                  </a:moveTo>
                  <a:lnTo>
                    <a:pt x="2488" y="2493"/>
                  </a:lnTo>
                  <a:lnTo>
                    <a:pt x="1257" y="2493"/>
                  </a:lnTo>
                  <a:cubicBezTo>
                    <a:pt x="1272" y="2310"/>
                    <a:pt x="1287" y="2143"/>
                    <a:pt x="1313" y="1986"/>
                  </a:cubicBezTo>
                  <a:cubicBezTo>
                    <a:pt x="1333" y="1814"/>
                    <a:pt x="1363" y="1652"/>
                    <a:pt x="1394" y="1500"/>
                  </a:cubicBezTo>
                  <a:close/>
                  <a:moveTo>
                    <a:pt x="3805" y="1500"/>
                  </a:moveTo>
                  <a:cubicBezTo>
                    <a:pt x="3851" y="1799"/>
                    <a:pt x="3891" y="2133"/>
                    <a:pt x="3901" y="2493"/>
                  </a:cubicBezTo>
                  <a:lnTo>
                    <a:pt x="2655" y="2493"/>
                  </a:lnTo>
                  <a:lnTo>
                    <a:pt x="2655" y="1500"/>
                  </a:lnTo>
                  <a:close/>
                  <a:moveTo>
                    <a:pt x="4752" y="1500"/>
                  </a:moveTo>
                  <a:cubicBezTo>
                    <a:pt x="4904" y="1799"/>
                    <a:pt x="4995" y="2138"/>
                    <a:pt x="5011" y="2493"/>
                  </a:cubicBezTo>
                  <a:lnTo>
                    <a:pt x="4068" y="2493"/>
                  </a:lnTo>
                  <a:cubicBezTo>
                    <a:pt x="4053" y="2133"/>
                    <a:pt x="4018" y="1799"/>
                    <a:pt x="3972" y="1500"/>
                  </a:cubicBezTo>
                  <a:close/>
                  <a:moveTo>
                    <a:pt x="1085" y="2655"/>
                  </a:moveTo>
                  <a:cubicBezTo>
                    <a:pt x="1069" y="3055"/>
                    <a:pt x="1095" y="3430"/>
                    <a:pt x="1161" y="3774"/>
                  </a:cubicBezTo>
                  <a:lnTo>
                    <a:pt x="477" y="3774"/>
                  </a:lnTo>
                  <a:cubicBezTo>
                    <a:pt x="289" y="3445"/>
                    <a:pt x="178" y="3060"/>
                    <a:pt x="168" y="2655"/>
                  </a:cubicBezTo>
                  <a:close/>
                  <a:moveTo>
                    <a:pt x="2488" y="2655"/>
                  </a:moveTo>
                  <a:lnTo>
                    <a:pt x="2488" y="3774"/>
                  </a:lnTo>
                  <a:lnTo>
                    <a:pt x="1328" y="3774"/>
                  </a:lnTo>
                  <a:cubicBezTo>
                    <a:pt x="1257" y="3394"/>
                    <a:pt x="1237" y="3014"/>
                    <a:pt x="1252" y="2655"/>
                  </a:cubicBezTo>
                  <a:close/>
                  <a:moveTo>
                    <a:pt x="3906" y="2655"/>
                  </a:moveTo>
                  <a:cubicBezTo>
                    <a:pt x="3916" y="3014"/>
                    <a:pt x="3896" y="3394"/>
                    <a:pt x="3835" y="3774"/>
                  </a:cubicBezTo>
                  <a:lnTo>
                    <a:pt x="2655" y="3774"/>
                  </a:lnTo>
                  <a:lnTo>
                    <a:pt x="2655" y="2655"/>
                  </a:lnTo>
                  <a:close/>
                  <a:moveTo>
                    <a:pt x="5011" y="2655"/>
                  </a:moveTo>
                  <a:cubicBezTo>
                    <a:pt x="5000" y="3060"/>
                    <a:pt x="4889" y="3445"/>
                    <a:pt x="4702" y="3774"/>
                  </a:cubicBezTo>
                  <a:lnTo>
                    <a:pt x="4002" y="3774"/>
                  </a:lnTo>
                  <a:cubicBezTo>
                    <a:pt x="4058" y="3394"/>
                    <a:pt x="4078" y="3014"/>
                    <a:pt x="4073" y="2655"/>
                  </a:cubicBezTo>
                  <a:close/>
                  <a:moveTo>
                    <a:pt x="4600" y="3941"/>
                  </a:moveTo>
                  <a:cubicBezTo>
                    <a:pt x="4387" y="4256"/>
                    <a:pt x="4104" y="4519"/>
                    <a:pt x="3769" y="4701"/>
                  </a:cubicBezTo>
                  <a:cubicBezTo>
                    <a:pt x="3861" y="4453"/>
                    <a:pt x="3926" y="4200"/>
                    <a:pt x="3972" y="3941"/>
                  </a:cubicBezTo>
                  <a:close/>
                  <a:moveTo>
                    <a:pt x="1196" y="3941"/>
                  </a:moveTo>
                  <a:cubicBezTo>
                    <a:pt x="1262" y="4230"/>
                    <a:pt x="1358" y="4504"/>
                    <a:pt x="1485" y="4747"/>
                  </a:cubicBezTo>
                  <a:cubicBezTo>
                    <a:pt x="1120" y="4559"/>
                    <a:pt x="806" y="4281"/>
                    <a:pt x="578" y="3941"/>
                  </a:cubicBezTo>
                  <a:close/>
                  <a:moveTo>
                    <a:pt x="2488" y="3941"/>
                  </a:moveTo>
                  <a:lnTo>
                    <a:pt x="2488" y="5010"/>
                  </a:lnTo>
                  <a:cubicBezTo>
                    <a:pt x="2224" y="5000"/>
                    <a:pt x="1976" y="4950"/>
                    <a:pt x="1738" y="4858"/>
                  </a:cubicBezTo>
                  <a:cubicBezTo>
                    <a:pt x="1561" y="4570"/>
                    <a:pt x="1444" y="4261"/>
                    <a:pt x="1368" y="3941"/>
                  </a:cubicBezTo>
                  <a:close/>
                  <a:moveTo>
                    <a:pt x="3805" y="3941"/>
                  </a:moveTo>
                  <a:cubicBezTo>
                    <a:pt x="3749" y="4235"/>
                    <a:pt x="3668" y="4529"/>
                    <a:pt x="3552" y="4813"/>
                  </a:cubicBezTo>
                  <a:cubicBezTo>
                    <a:pt x="3278" y="4934"/>
                    <a:pt x="2974" y="5005"/>
                    <a:pt x="2655" y="5010"/>
                  </a:cubicBezTo>
                  <a:lnTo>
                    <a:pt x="2655" y="3941"/>
                  </a:lnTo>
                  <a:close/>
                  <a:moveTo>
                    <a:pt x="2589" y="0"/>
                  </a:moveTo>
                  <a:cubicBezTo>
                    <a:pt x="2260" y="0"/>
                    <a:pt x="1946" y="61"/>
                    <a:pt x="1657" y="178"/>
                  </a:cubicBezTo>
                  <a:lnTo>
                    <a:pt x="1657" y="173"/>
                  </a:lnTo>
                  <a:cubicBezTo>
                    <a:pt x="1647" y="178"/>
                    <a:pt x="1642" y="178"/>
                    <a:pt x="1637" y="183"/>
                  </a:cubicBezTo>
                  <a:cubicBezTo>
                    <a:pt x="679" y="563"/>
                    <a:pt x="1" y="1500"/>
                    <a:pt x="1" y="2589"/>
                  </a:cubicBezTo>
                  <a:cubicBezTo>
                    <a:pt x="1" y="4017"/>
                    <a:pt x="1161" y="5177"/>
                    <a:pt x="2589" y="5177"/>
                  </a:cubicBezTo>
                  <a:cubicBezTo>
                    <a:pt x="4018" y="5177"/>
                    <a:pt x="5178" y="4017"/>
                    <a:pt x="5178" y="2589"/>
                  </a:cubicBezTo>
                  <a:cubicBezTo>
                    <a:pt x="5178" y="1160"/>
                    <a:pt x="4018" y="0"/>
                    <a:pt x="2589" y="0"/>
                  </a:cubicBez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8"/>
            <p:cNvSpPr/>
            <p:nvPr/>
          </p:nvSpPr>
          <p:spPr>
            <a:xfrm>
              <a:off x="5405070" y="2142769"/>
              <a:ext cx="640417" cy="145473"/>
            </a:xfrm>
            <a:custGeom>
              <a:avLst/>
              <a:gdLst/>
              <a:ahLst/>
              <a:cxnLst/>
              <a:rect l="l" t="t" r="r" b="b"/>
              <a:pathLst>
                <a:path w="7255" h="1648" extrusionOk="0">
                  <a:moveTo>
                    <a:pt x="0" y="1"/>
                  </a:moveTo>
                  <a:lnTo>
                    <a:pt x="172" y="1647"/>
                  </a:lnTo>
                  <a:lnTo>
                    <a:pt x="7117" y="1647"/>
                  </a:lnTo>
                  <a:lnTo>
                    <a:pt x="725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8"/>
            <p:cNvSpPr/>
            <p:nvPr/>
          </p:nvSpPr>
          <p:spPr>
            <a:xfrm>
              <a:off x="5510555" y="2269792"/>
              <a:ext cx="416823" cy="144943"/>
            </a:xfrm>
            <a:custGeom>
              <a:avLst/>
              <a:gdLst/>
              <a:ahLst/>
              <a:cxnLst/>
              <a:rect l="l" t="t" r="r" b="b"/>
              <a:pathLst>
                <a:path w="4722" h="1642" extrusionOk="0">
                  <a:moveTo>
                    <a:pt x="1" y="0"/>
                  </a:moveTo>
                  <a:lnTo>
                    <a:pt x="112" y="1642"/>
                  </a:lnTo>
                  <a:lnTo>
                    <a:pt x="4636" y="1642"/>
                  </a:lnTo>
                  <a:lnTo>
                    <a:pt x="47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8"/>
            <p:cNvSpPr/>
            <p:nvPr/>
          </p:nvSpPr>
          <p:spPr>
            <a:xfrm>
              <a:off x="5484603" y="2184345"/>
              <a:ext cx="54641" cy="66293"/>
            </a:xfrm>
            <a:custGeom>
              <a:avLst/>
              <a:gdLst/>
              <a:ahLst/>
              <a:cxnLst/>
              <a:rect l="l" t="t" r="r" b="b"/>
              <a:pathLst>
                <a:path w="619" h="751" extrusionOk="0">
                  <a:moveTo>
                    <a:pt x="305" y="133"/>
                  </a:moveTo>
                  <a:cubicBezTo>
                    <a:pt x="335" y="133"/>
                    <a:pt x="355" y="138"/>
                    <a:pt x="371" y="153"/>
                  </a:cubicBezTo>
                  <a:cubicBezTo>
                    <a:pt x="386" y="168"/>
                    <a:pt x="396" y="188"/>
                    <a:pt x="396" y="214"/>
                  </a:cubicBezTo>
                  <a:cubicBezTo>
                    <a:pt x="396" y="239"/>
                    <a:pt x="386" y="259"/>
                    <a:pt x="371" y="269"/>
                  </a:cubicBezTo>
                  <a:cubicBezTo>
                    <a:pt x="355" y="284"/>
                    <a:pt x="335" y="290"/>
                    <a:pt x="305" y="290"/>
                  </a:cubicBezTo>
                  <a:lnTo>
                    <a:pt x="193" y="290"/>
                  </a:lnTo>
                  <a:lnTo>
                    <a:pt x="193" y="133"/>
                  </a:lnTo>
                  <a:close/>
                  <a:moveTo>
                    <a:pt x="310" y="421"/>
                  </a:moveTo>
                  <a:cubicBezTo>
                    <a:pt x="350" y="421"/>
                    <a:pt x="376" y="431"/>
                    <a:pt x="396" y="447"/>
                  </a:cubicBezTo>
                  <a:cubicBezTo>
                    <a:pt x="416" y="462"/>
                    <a:pt x="426" y="487"/>
                    <a:pt x="426" y="518"/>
                  </a:cubicBezTo>
                  <a:cubicBezTo>
                    <a:pt x="426" y="553"/>
                    <a:pt x="416" y="578"/>
                    <a:pt x="396" y="593"/>
                  </a:cubicBezTo>
                  <a:cubicBezTo>
                    <a:pt x="376" y="609"/>
                    <a:pt x="345" y="619"/>
                    <a:pt x="310" y="619"/>
                  </a:cubicBezTo>
                  <a:lnTo>
                    <a:pt x="193" y="619"/>
                  </a:lnTo>
                  <a:lnTo>
                    <a:pt x="193" y="421"/>
                  </a:lnTo>
                  <a:close/>
                  <a:moveTo>
                    <a:pt x="1" y="1"/>
                  </a:moveTo>
                  <a:lnTo>
                    <a:pt x="1" y="751"/>
                  </a:lnTo>
                  <a:lnTo>
                    <a:pt x="325" y="751"/>
                  </a:lnTo>
                  <a:cubicBezTo>
                    <a:pt x="421" y="751"/>
                    <a:pt x="497" y="730"/>
                    <a:pt x="548" y="695"/>
                  </a:cubicBezTo>
                  <a:cubicBezTo>
                    <a:pt x="594" y="659"/>
                    <a:pt x="619" y="609"/>
                    <a:pt x="619" y="533"/>
                  </a:cubicBezTo>
                  <a:cubicBezTo>
                    <a:pt x="619" y="487"/>
                    <a:pt x="609" y="447"/>
                    <a:pt x="583" y="416"/>
                  </a:cubicBezTo>
                  <a:cubicBezTo>
                    <a:pt x="563" y="381"/>
                    <a:pt x="528" y="360"/>
                    <a:pt x="487" y="350"/>
                  </a:cubicBezTo>
                  <a:cubicBezTo>
                    <a:pt x="523" y="335"/>
                    <a:pt x="548" y="320"/>
                    <a:pt x="563" y="295"/>
                  </a:cubicBezTo>
                  <a:cubicBezTo>
                    <a:pt x="578" y="264"/>
                    <a:pt x="588" y="234"/>
                    <a:pt x="588" y="198"/>
                  </a:cubicBezTo>
                  <a:cubicBezTo>
                    <a:pt x="588" y="127"/>
                    <a:pt x="563" y="82"/>
                    <a:pt x="518" y="46"/>
                  </a:cubicBezTo>
                  <a:cubicBezTo>
                    <a:pt x="472" y="16"/>
                    <a:pt x="396" y="1"/>
                    <a:pt x="2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8"/>
            <p:cNvSpPr/>
            <p:nvPr/>
          </p:nvSpPr>
          <p:spPr>
            <a:xfrm>
              <a:off x="5545422" y="2184345"/>
              <a:ext cx="59584" cy="66293"/>
            </a:xfrm>
            <a:custGeom>
              <a:avLst/>
              <a:gdLst/>
              <a:ahLst/>
              <a:cxnLst/>
              <a:rect l="l" t="t" r="r" b="b"/>
              <a:pathLst>
                <a:path w="675" h="751" extrusionOk="0">
                  <a:moveTo>
                    <a:pt x="274" y="143"/>
                  </a:moveTo>
                  <a:cubicBezTo>
                    <a:pt x="315" y="143"/>
                    <a:pt x="340" y="148"/>
                    <a:pt x="360" y="163"/>
                  </a:cubicBezTo>
                  <a:cubicBezTo>
                    <a:pt x="376" y="178"/>
                    <a:pt x="386" y="203"/>
                    <a:pt x="386" y="234"/>
                  </a:cubicBezTo>
                  <a:cubicBezTo>
                    <a:pt x="386" y="269"/>
                    <a:pt x="376" y="295"/>
                    <a:pt x="360" y="310"/>
                  </a:cubicBezTo>
                  <a:cubicBezTo>
                    <a:pt x="340" y="325"/>
                    <a:pt x="315" y="335"/>
                    <a:pt x="274" y="335"/>
                  </a:cubicBezTo>
                  <a:lnTo>
                    <a:pt x="193" y="335"/>
                  </a:lnTo>
                  <a:lnTo>
                    <a:pt x="193" y="143"/>
                  </a:lnTo>
                  <a:close/>
                  <a:moveTo>
                    <a:pt x="1" y="1"/>
                  </a:moveTo>
                  <a:lnTo>
                    <a:pt x="1" y="751"/>
                  </a:lnTo>
                  <a:lnTo>
                    <a:pt x="193" y="751"/>
                  </a:lnTo>
                  <a:lnTo>
                    <a:pt x="193" y="467"/>
                  </a:lnTo>
                  <a:lnTo>
                    <a:pt x="244" y="467"/>
                  </a:lnTo>
                  <a:cubicBezTo>
                    <a:pt x="279" y="467"/>
                    <a:pt x="305" y="472"/>
                    <a:pt x="320" y="487"/>
                  </a:cubicBezTo>
                  <a:cubicBezTo>
                    <a:pt x="340" y="502"/>
                    <a:pt x="360" y="528"/>
                    <a:pt x="376" y="563"/>
                  </a:cubicBezTo>
                  <a:lnTo>
                    <a:pt x="467" y="751"/>
                  </a:lnTo>
                  <a:lnTo>
                    <a:pt x="675" y="751"/>
                  </a:lnTo>
                  <a:lnTo>
                    <a:pt x="568" y="538"/>
                  </a:lnTo>
                  <a:cubicBezTo>
                    <a:pt x="548" y="492"/>
                    <a:pt x="528" y="462"/>
                    <a:pt x="507" y="442"/>
                  </a:cubicBezTo>
                  <a:cubicBezTo>
                    <a:pt x="487" y="421"/>
                    <a:pt x="462" y="406"/>
                    <a:pt x="436" y="401"/>
                  </a:cubicBezTo>
                  <a:cubicBezTo>
                    <a:pt x="482" y="386"/>
                    <a:pt x="517" y="360"/>
                    <a:pt x="543" y="330"/>
                  </a:cubicBezTo>
                  <a:cubicBezTo>
                    <a:pt x="568" y="300"/>
                    <a:pt x="578" y="259"/>
                    <a:pt x="578" y="209"/>
                  </a:cubicBezTo>
                  <a:cubicBezTo>
                    <a:pt x="578" y="138"/>
                    <a:pt x="558" y="82"/>
                    <a:pt x="507" y="51"/>
                  </a:cubicBezTo>
                  <a:cubicBezTo>
                    <a:pt x="462" y="16"/>
                    <a:pt x="391" y="1"/>
                    <a:pt x="2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8"/>
            <p:cNvSpPr/>
            <p:nvPr/>
          </p:nvSpPr>
          <p:spPr>
            <a:xfrm>
              <a:off x="5605359" y="2184345"/>
              <a:ext cx="47049" cy="66293"/>
            </a:xfrm>
            <a:custGeom>
              <a:avLst/>
              <a:gdLst/>
              <a:ahLst/>
              <a:cxnLst/>
              <a:rect l="l" t="t" r="r" b="b"/>
              <a:pathLst>
                <a:path w="533" h="751" extrusionOk="0">
                  <a:moveTo>
                    <a:pt x="1" y="1"/>
                  </a:moveTo>
                  <a:lnTo>
                    <a:pt x="1" y="751"/>
                  </a:lnTo>
                  <a:lnTo>
                    <a:pt x="532" y="751"/>
                  </a:lnTo>
                  <a:lnTo>
                    <a:pt x="532" y="604"/>
                  </a:lnTo>
                  <a:lnTo>
                    <a:pt x="193" y="604"/>
                  </a:lnTo>
                  <a:lnTo>
                    <a:pt x="193" y="431"/>
                  </a:lnTo>
                  <a:lnTo>
                    <a:pt x="502" y="431"/>
                  </a:lnTo>
                  <a:lnTo>
                    <a:pt x="502" y="284"/>
                  </a:lnTo>
                  <a:lnTo>
                    <a:pt x="193" y="284"/>
                  </a:lnTo>
                  <a:lnTo>
                    <a:pt x="193" y="148"/>
                  </a:lnTo>
                  <a:lnTo>
                    <a:pt x="522" y="148"/>
                  </a:lnTo>
                  <a:lnTo>
                    <a:pt x="52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8"/>
            <p:cNvSpPr/>
            <p:nvPr/>
          </p:nvSpPr>
          <p:spPr>
            <a:xfrm>
              <a:off x="5653202" y="2184345"/>
              <a:ext cx="69382" cy="66293"/>
            </a:xfrm>
            <a:custGeom>
              <a:avLst/>
              <a:gdLst/>
              <a:ahLst/>
              <a:cxnLst/>
              <a:rect l="l" t="t" r="r" b="b"/>
              <a:pathLst>
                <a:path w="786" h="751" extrusionOk="0">
                  <a:moveTo>
                    <a:pt x="396" y="178"/>
                  </a:moveTo>
                  <a:lnTo>
                    <a:pt x="497" y="472"/>
                  </a:lnTo>
                  <a:lnTo>
                    <a:pt x="289" y="472"/>
                  </a:lnTo>
                  <a:lnTo>
                    <a:pt x="396" y="178"/>
                  </a:lnTo>
                  <a:close/>
                  <a:moveTo>
                    <a:pt x="279" y="1"/>
                  </a:moveTo>
                  <a:lnTo>
                    <a:pt x="1" y="751"/>
                  </a:lnTo>
                  <a:lnTo>
                    <a:pt x="198" y="751"/>
                  </a:lnTo>
                  <a:lnTo>
                    <a:pt x="244" y="614"/>
                  </a:lnTo>
                  <a:lnTo>
                    <a:pt x="548" y="614"/>
                  </a:lnTo>
                  <a:lnTo>
                    <a:pt x="593" y="751"/>
                  </a:lnTo>
                  <a:lnTo>
                    <a:pt x="786" y="751"/>
                  </a:lnTo>
                  <a:lnTo>
                    <a:pt x="5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8"/>
            <p:cNvSpPr/>
            <p:nvPr/>
          </p:nvSpPr>
          <p:spPr>
            <a:xfrm>
              <a:off x="5727880" y="2184345"/>
              <a:ext cx="64969" cy="66293"/>
            </a:xfrm>
            <a:custGeom>
              <a:avLst/>
              <a:gdLst/>
              <a:ahLst/>
              <a:cxnLst/>
              <a:rect l="l" t="t" r="r" b="b"/>
              <a:pathLst>
                <a:path w="736" h="751" extrusionOk="0">
                  <a:moveTo>
                    <a:pt x="1" y="1"/>
                  </a:moveTo>
                  <a:lnTo>
                    <a:pt x="1" y="751"/>
                  </a:lnTo>
                  <a:lnTo>
                    <a:pt x="193" y="751"/>
                  </a:lnTo>
                  <a:lnTo>
                    <a:pt x="193" y="457"/>
                  </a:lnTo>
                  <a:lnTo>
                    <a:pt x="492" y="751"/>
                  </a:lnTo>
                  <a:lnTo>
                    <a:pt x="735" y="751"/>
                  </a:lnTo>
                  <a:lnTo>
                    <a:pt x="335" y="355"/>
                  </a:lnTo>
                  <a:lnTo>
                    <a:pt x="700" y="1"/>
                  </a:lnTo>
                  <a:lnTo>
                    <a:pt x="472" y="1"/>
                  </a:lnTo>
                  <a:lnTo>
                    <a:pt x="193" y="274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8"/>
            <p:cNvSpPr/>
            <p:nvPr/>
          </p:nvSpPr>
          <p:spPr>
            <a:xfrm>
              <a:off x="5788258" y="2184345"/>
              <a:ext cx="17478" cy="66293"/>
            </a:xfrm>
            <a:custGeom>
              <a:avLst/>
              <a:gdLst/>
              <a:ahLst/>
              <a:cxnLst/>
              <a:rect l="l" t="t" r="r" b="b"/>
              <a:pathLst>
                <a:path w="198" h="751" extrusionOk="0">
                  <a:moveTo>
                    <a:pt x="0" y="1"/>
                  </a:moveTo>
                  <a:lnTo>
                    <a:pt x="0" y="751"/>
                  </a:lnTo>
                  <a:lnTo>
                    <a:pt x="198" y="751"/>
                  </a:lnTo>
                  <a:lnTo>
                    <a:pt x="19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8"/>
            <p:cNvSpPr/>
            <p:nvPr/>
          </p:nvSpPr>
          <p:spPr>
            <a:xfrm>
              <a:off x="5821360" y="2184345"/>
              <a:ext cx="59496" cy="66293"/>
            </a:xfrm>
            <a:custGeom>
              <a:avLst/>
              <a:gdLst/>
              <a:ahLst/>
              <a:cxnLst/>
              <a:rect l="l" t="t" r="r" b="b"/>
              <a:pathLst>
                <a:path w="674" h="751" extrusionOk="0">
                  <a:moveTo>
                    <a:pt x="0" y="1"/>
                  </a:moveTo>
                  <a:lnTo>
                    <a:pt x="0" y="751"/>
                  </a:lnTo>
                  <a:lnTo>
                    <a:pt x="183" y="751"/>
                  </a:lnTo>
                  <a:lnTo>
                    <a:pt x="183" y="234"/>
                  </a:lnTo>
                  <a:lnTo>
                    <a:pt x="456" y="751"/>
                  </a:lnTo>
                  <a:lnTo>
                    <a:pt x="674" y="751"/>
                  </a:lnTo>
                  <a:lnTo>
                    <a:pt x="674" y="1"/>
                  </a:lnTo>
                  <a:lnTo>
                    <a:pt x="487" y="1"/>
                  </a:lnTo>
                  <a:lnTo>
                    <a:pt x="487" y="512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8"/>
            <p:cNvSpPr/>
            <p:nvPr/>
          </p:nvSpPr>
          <p:spPr>
            <a:xfrm>
              <a:off x="5888447" y="2183021"/>
              <a:ext cx="63556" cy="68941"/>
            </a:xfrm>
            <a:custGeom>
              <a:avLst/>
              <a:gdLst/>
              <a:ahLst/>
              <a:cxnLst/>
              <a:rect l="l" t="t" r="r" b="b"/>
              <a:pathLst>
                <a:path w="720" h="781" extrusionOk="0">
                  <a:moveTo>
                    <a:pt x="415" y="1"/>
                  </a:moveTo>
                  <a:cubicBezTo>
                    <a:pt x="289" y="1"/>
                    <a:pt x="188" y="36"/>
                    <a:pt x="112" y="107"/>
                  </a:cubicBezTo>
                  <a:cubicBezTo>
                    <a:pt x="41" y="178"/>
                    <a:pt x="0" y="269"/>
                    <a:pt x="0" y="391"/>
                  </a:cubicBezTo>
                  <a:cubicBezTo>
                    <a:pt x="0" y="512"/>
                    <a:pt x="41" y="603"/>
                    <a:pt x="112" y="674"/>
                  </a:cubicBezTo>
                  <a:cubicBezTo>
                    <a:pt x="182" y="745"/>
                    <a:pt x="284" y="781"/>
                    <a:pt x="405" y="781"/>
                  </a:cubicBezTo>
                  <a:cubicBezTo>
                    <a:pt x="461" y="781"/>
                    <a:pt x="517" y="771"/>
                    <a:pt x="567" y="760"/>
                  </a:cubicBezTo>
                  <a:cubicBezTo>
                    <a:pt x="618" y="750"/>
                    <a:pt x="669" y="730"/>
                    <a:pt x="719" y="710"/>
                  </a:cubicBezTo>
                  <a:lnTo>
                    <a:pt x="719" y="350"/>
                  </a:lnTo>
                  <a:lnTo>
                    <a:pt x="415" y="350"/>
                  </a:lnTo>
                  <a:lnTo>
                    <a:pt x="415" y="477"/>
                  </a:lnTo>
                  <a:lnTo>
                    <a:pt x="537" y="477"/>
                  </a:lnTo>
                  <a:lnTo>
                    <a:pt x="537" y="624"/>
                  </a:lnTo>
                  <a:cubicBezTo>
                    <a:pt x="522" y="629"/>
                    <a:pt x="507" y="634"/>
                    <a:pt x="486" y="634"/>
                  </a:cubicBezTo>
                  <a:cubicBezTo>
                    <a:pt x="471" y="639"/>
                    <a:pt x="451" y="639"/>
                    <a:pt x="431" y="639"/>
                  </a:cubicBezTo>
                  <a:cubicBezTo>
                    <a:pt x="360" y="639"/>
                    <a:pt x="304" y="619"/>
                    <a:pt x="264" y="573"/>
                  </a:cubicBezTo>
                  <a:cubicBezTo>
                    <a:pt x="223" y="533"/>
                    <a:pt x="203" y="472"/>
                    <a:pt x="203" y="391"/>
                  </a:cubicBezTo>
                  <a:cubicBezTo>
                    <a:pt x="203" y="310"/>
                    <a:pt x="223" y="249"/>
                    <a:pt x="264" y="208"/>
                  </a:cubicBezTo>
                  <a:cubicBezTo>
                    <a:pt x="304" y="163"/>
                    <a:pt x="365" y="142"/>
                    <a:pt x="441" y="142"/>
                  </a:cubicBezTo>
                  <a:cubicBezTo>
                    <a:pt x="481" y="142"/>
                    <a:pt x="522" y="148"/>
                    <a:pt x="567" y="158"/>
                  </a:cubicBezTo>
                  <a:cubicBezTo>
                    <a:pt x="608" y="173"/>
                    <a:pt x="649" y="188"/>
                    <a:pt x="689" y="213"/>
                  </a:cubicBezTo>
                  <a:lnTo>
                    <a:pt x="689" y="56"/>
                  </a:lnTo>
                  <a:cubicBezTo>
                    <a:pt x="649" y="41"/>
                    <a:pt x="608" y="26"/>
                    <a:pt x="562" y="16"/>
                  </a:cubicBezTo>
                  <a:cubicBezTo>
                    <a:pt x="517" y="6"/>
                    <a:pt x="466" y="1"/>
                    <a:pt x="4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8"/>
            <p:cNvSpPr/>
            <p:nvPr/>
          </p:nvSpPr>
          <p:spPr>
            <a:xfrm>
              <a:off x="5578083" y="2305542"/>
              <a:ext cx="83682" cy="76091"/>
            </a:xfrm>
            <a:custGeom>
              <a:avLst/>
              <a:gdLst/>
              <a:ahLst/>
              <a:cxnLst/>
              <a:rect l="l" t="t" r="r" b="b"/>
              <a:pathLst>
                <a:path w="948" h="862" extrusionOk="0">
                  <a:moveTo>
                    <a:pt x="173" y="1"/>
                  </a:moveTo>
                  <a:lnTo>
                    <a:pt x="1" y="862"/>
                  </a:lnTo>
                  <a:lnTo>
                    <a:pt x="208" y="862"/>
                  </a:lnTo>
                  <a:lnTo>
                    <a:pt x="330" y="269"/>
                  </a:lnTo>
                  <a:lnTo>
                    <a:pt x="522" y="862"/>
                  </a:lnTo>
                  <a:lnTo>
                    <a:pt x="771" y="862"/>
                  </a:lnTo>
                  <a:lnTo>
                    <a:pt x="948" y="1"/>
                  </a:lnTo>
                  <a:lnTo>
                    <a:pt x="735" y="1"/>
                  </a:lnTo>
                  <a:lnTo>
                    <a:pt x="619" y="588"/>
                  </a:lnTo>
                  <a:lnTo>
                    <a:pt x="42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28"/>
            <p:cNvSpPr/>
            <p:nvPr/>
          </p:nvSpPr>
          <p:spPr>
            <a:xfrm>
              <a:off x="5652761" y="2305542"/>
              <a:ext cx="68499" cy="76091"/>
            </a:xfrm>
            <a:custGeom>
              <a:avLst/>
              <a:gdLst/>
              <a:ahLst/>
              <a:cxnLst/>
              <a:rect l="l" t="t" r="r" b="b"/>
              <a:pathLst>
                <a:path w="776" h="862" extrusionOk="0">
                  <a:moveTo>
                    <a:pt x="173" y="1"/>
                  </a:moveTo>
                  <a:lnTo>
                    <a:pt x="1" y="862"/>
                  </a:lnTo>
                  <a:lnTo>
                    <a:pt x="613" y="862"/>
                  </a:lnTo>
                  <a:lnTo>
                    <a:pt x="649" y="695"/>
                  </a:lnTo>
                  <a:lnTo>
                    <a:pt x="254" y="695"/>
                  </a:lnTo>
                  <a:lnTo>
                    <a:pt x="294" y="497"/>
                  </a:lnTo>
                  <a:lnTo>
                    <a:pt x="649" y="497"/>
                  </a:lnTo>
                  <a:lnTo>
                    <a:pt x="684" y="330"/>
                  </a:lnTo>
                  <a:lnTo>
                    <a:pt x="330" y="330"/>
                  </a:lnTo>
                  <a:lnTo>
                    <a:pt x="360" y="168"/>
                  </a:lnTo>
                  <a:lnTo>
                    <a:pt x="740" y="168"/>
                  </a:lnTo>
                  <a:lnTo>
                    <a:pt x="7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28"/>
            <p:cNvSpPr/>
            <p:nvPr/>
          </p:nvSpPr>
          <p:spPr>
            <a:xfrm>
              <a:off x="5719848" y="2305542"/>
              <a:ext cx="108752" cy="76091"/>
            </a:xfrm>
            <a:custGeom>
              <a:avLst/>
              <a:gdLst/>
              <a:ahLst/>
              <a:cxnLst/>
              <a:rect l="l" t="t" r="r" b="b"/>
              <a:pathLst>
                <a:path w="1232" h="862" extrusionOk="0">
                  <a:moveTo>
                    <a:pt x="0" y="1"/>
                  </a:moveTo>
                  <a:lnTo>
                    <a:pt x="31" y="862"/>
                  </a:lnTo>
                  <a:lnTo>
                    <a:pt x="289" y="862"/>
                  </a:lnTo>
                  <a:lnTo>
                    <a:pt x="573" y="203"/>
                  </a:lnTo>
                  <a:lnTo>
                    <a:pt x="598" y="862"/>
                  </a:lnTo>
                  <a:lnTo>
                    <a:pt x="856" y="862"/>
                  </a:lnTo>
                  <a:lnTo>
                    <a:pt x="1231" y="1"/>
                  </a:lnTo>
                  <a:lnTo>
                    <a:pt x="1024" y="1"/>
                  </a:lnTo>
                  <a:lnTo>
                    <a:pt x="745" y="624"/>
                  </a:lnTo>
                  <a:lnTo>
                    <a:pt x="725" y="1"/>
                  </a:lnTo>
                  <a:lnTo>
                    <a:pt x="512" y="1"/>
                  </a:lnTo>
                  <a:lnTo>
                    <a:pt x="238" y="624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28"/>
            <p:cNvSpPr/>
            <p:nvPr/>
          </p:nvSpPr>
          <p:spPr>
            <a:xfrm>
              <a:off x="5804765" y="2304218"/>
              <a:ext cx="68499" cy="78739"/>
            </a:xfrm>
            <a:custGeom>
              <a:avLst/>
              <a:gdLst/>
              <a:ahLst/>
              <a:cxnLst/>
              <a:rect l="l" t="t" r="r" b="b"/>
              <a:pathLst>
                <a:path w="776" h="892" extrusionOk="0">
                  <a:moveTo>
                    <a:pt x="482" y="0"/>
                  </a:moveTo>
                  <a:cubicBezTo>
                    <a:pt x="376" y="0"/>
                    <a:pt x="295" y="21"/>
                    <a:pt x="229" y="66"/>
                  </a:cubicBezTo>
                  <a:cubicBezTo>
                    <a:pt x="163" y="112"/>
                    <a:pt x="122" y="178"/>
                    <a:pt x="107" y="264"/>
                  </a:cubicBezTo>
                  <a:cubicBezTo>
                    <a:pt x="92" y="335"/>
                    <a:pt x="102" y="390"/>
                    <a:pt x="133" y="431"/>
                  </a:cubicBezTo>
                  <a:cubicBezTo>
                    <a:pt x="163" y="471"/>
                    <a:pt x="224" y="497"/>
                    <a:pt x="305" y="517"/>
                  </a:cubicBezTo>
                  <a:lnTo>
                    <a:pt x="386" y="537"/>
                  </a:lnTo>
                  <a:cubicBezTo>
                    <a:pt x="436" y="547"/>
                    <a:pt x="467" y="563"/>
                    <a:pt x="482" y="578"/>
                  </a:cubicBezTo>
                  <a:cubicBezTo>
                    <a:pt x="497" y="593"/>
                    <a:pt x="502" y="613"/>
                    <a:pt x="497" y="639"/>
                  </a:cubicBezTo>
                  <a:cubicBezTo>
                    <a:pt x="492" y="669"/>
                    <a:pt x="472" y="689"/>
                    <a:pt x="447" y="710"/>
                  </a:cubicBezTo>
                  <a:cubicBezTo>
                    <a:pt x="416" y="725"/>
                    <a:pt x="376" y="730"/>
                    <a:pt x="330" y="730"/>
                  </a:cubicBezTo>
                  <a:cubicBezTo>
                    <a:pt x="279" y="730"/>
                    <a:pt x="234" y="725"/>
                    <a:pt x="183" y="710"/>
                  </a:cubicBezTo>
                  <a:cubicBezTo>
                    <a:pt x="138" y="694"/>
                    <a:pt x="87" y="674"/>
                    <a:pt x="36" y="644"/>
                  </a:cubicBezTo>
                  <a:lnTo>
                    <a:pt x="1" y="831"/>
                  </a:lnTo>
                  <a:cubicBezTo>
                    <a:pt x="52" y="851"/>
                    <a:pt x="102" y="867"/>
                    <a:pt x="158" y="877"/>
                  </a:cubicBezTo>
                  <a:cubicBezTo>
                    <a:pt x="209" y="887"/>
                    <a:pt x="264" y="892"/>
                    <a:pt x="315" y="892"/>
                  </a:cubicBezTo>
                  <a:cubicBezTo>
                    <a:pt x="431" y="892"/>
                    <a:pt x="523" y="872"/>
                    <a:pt x="588" y="826"/>
                  </a:cubicBezTo>
                  <a:cubicBezTo>
                    <a:pt x="654" y="775"/>
                    <a:pt x="700" y="705"/>
                    <a:pt x="715" y="613"/>
                  </a:cubicBezTo>
                  <a:cubicBezTo>
                    <a:pt x="730" y="537"/>
                    <a:pt x="720" y="482"/>
                    <a:pt x="690" y="446"/>
                  </a:cubicBezTo>
                  <a:cubicBezTo>
                    <a:pt x="659" y="406"/>
                    <a:pt x="594" y="375"/>
                    <a:pt x="502" y="355"/>
                  </a:cubicBezTo>
                  <a:lnTo>
                    <a:pt x="411" y="335"/>
                  </a:lnTo>
                  <a:cubicBezTo>
                    <a:pt x="371" y="330"/>
                    <a:pt x="340" y="314"/>
                    <a:pt x="325" y="304"/>
                  </a:cubicBezTo>
                  <a:cubicBezTo>
                    <a:pt x="310" y="289"/>
                    <a:pt x="305" y="274"/>
                    <a:pt x="310" y="249"/>
                  </a:cubicBezTo>
                  <a:cubicBezTo>
                    <a:pt x="315" y="218"/>
                    <a:pt x="335" y="198"/>
                    <a:pt x="361" y="183"/>
                  </a:cubicBezTo>
                  <a:cubicBezTo>
                    <a:pt x="391" y="168"/>
                    <a:pt x="431" y="157"/>
                    <a:pt x="482" y="157"/>
                  </a:cubicBezTo>
                  <a:cubicBezTo>
                    <a:pt x="523" y="157"/>
                    <a:pt x="568" y="162"/>
                    <a:pt x="609" y="178"/>
                  </a:cubicBezTo>
                  <a:cubicBezTo>
                    <a:pt x="654" y="188"/>
                    <a:pt x="695" y="203"/>
                    <a:pt x="740" y="223"/>
                  </a:cubicBezTo>
                  <a:lnTo>
                    <a:pt x="776" y="41"/>
                  </a:lnTo>
                  <a:cubicBezTo>
                    <a:pt x="725" y="26"/>
                    <a:pt x="675" y="16"/>
                    <a:pt x="624" y="11"/>
                  </a:cubicBezTo>
                  <a:cubicBezTo>
                    <a:pt x="578" y="0"/>
                    <a:pt x="528" y="0"/>
                    <a:pt x="4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28"/>
            <p:cNvSpPr/>
            <p:nvPr/>
          </p:nvSpPr>
          <p:spPr>
            <a:xfrm>
              <a:off x="5022323" y="2098986"/>
              <a:ext cx="385927" cy="316192"/>
            </a:xfrm>
            <a:custGeom>
              <a:avLst/>
              <a:gdLst/>
              <a:ahLst/>
              <a:cxnLst/>
              <a:rect l="l" t="t" r="r" b="b"/>
              <a:pathLst>
                <a:path w="4372" h="3582" extrusionOk="0">
                  <a:moveTo>
                    <a:pt x="4169" y="0"/>
                  </a:moveTo>
                  <a:lnTo>
                    <a:pt x="0" y="3582"/>
                  </a:lnTo>
                  <a:lnTo>
                    <a:pt x="4372" y="2857"/>
                  </a:lnTo>
                  <a:lnTo>
                    <a:pt x="416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28"/>
            <p:cNvSpPr/>
            <p:nvPr/>
          </p:nvSpPr>
          <p:spPr>
            <a:xfrm>
              <a:off x="4238910" y="2604165"/>
              <a:ext cx="164628" cy="827378"/>
            </a:xfrm>
            <a:custGeom>
              <a:avLst/>
              <a:gdLst/>
              <a:ahLst/>
              <a:cxnLst/>
              <a:rect l="l" t="t" r="r" b="b"/>
              <a:pathLst>
                <a:path w="1865" h="9373" extrusionOk="0">
                  <a:moveTo>
                    <a:pt x="783" y="0"/>
                  </a:moveTo>
                  <a:cubicBezTo>
                    <a:pt x="522" y="0"/>
                    <a:pt x="275" y="57"/>
                    <a:pt x="172" y="174"/>
                  </a:cubicBezTo>
                  <a:cubicBezTo>
                    <a:pt x="132" y="219"/>
                    <a:pt x="127" y="285"/>
                    <a:pt x="127" y="346"/>
                  </a:cubicBezTo>
                  <a:cubicBezTo>
                    <a:pt x="51" y="2225"/>
                    <a:pt x="172" y="4110"/>
                    <a:pt x="492" y="5964"/>
                  </a:cubicBezTo>
                  <a:cubicBezTo>
                    <a:pt x="573" y="6445"/>
                    <a:pt x="659" y="6982"/>
                    <a:pt x="390" y="7397"/>
                  </a:cubicBezTo>
                  <a:cubicBezTo>
                    <a:pt x="258" y="7605"/>
                    <a:pt x="31" y="7777"/>
                    <a:pt x="0" y="8025"/>
                  </a:cubicBezTo>
                  <a:cubicBezTo>
                    <a:pt x="19" y="8026"/>
                    <a:pt x="38" y="8027"/>
                    <a:pt x="57" y="8027"/>
                  </a:cubicBezTo>
                  <a:cubicBezTo>
                    <a:pt x="226" y="8027"/>
                    <a:pt x="397" y="7986"/>
                    <a:pt x="552" y="7909"/>
                  </a:cubicBezTo>
                  <a:lnTo>
                    <a:pt x="552" y="7909"/>
                  </a:lnTo>
                  <a:cubicBezTo>
                    <a:pt x="385" y="8380"/>
                    <a:pt x="370" y="8897"/>
                    <a:pt x="507" y="9373"/>
                  </a:cubicBezTo>
                  <a:cubicBezTo>
                    <a:pt x="659" y="9337"/>
                    <a:pt x="740" y="9170"/>
                    <a:pt x="795" y="9023"/>
                  </a:cubicBezTo>
                  <a:cubicBezTo>
                    <a:pt x="1089" y="8248"/>
                    <a:pt x="1307" y="7448"/>
                    <a:pt x="1459" y="6637"/>
                  </a:cubicBezTo>
                  <a:cubicBezTo>
                    <a:pt x="1733" y="5204"/>
                    <a:pt x="1809" y="3735"/>
                    <a:pt x="1763" y="2281"/>
                  </a:cubicBezTo>
                  <a:cubicBezTo>
                    <a:pt x="1743" y="1754"/>
                    <a:pt x="1864" y="726"/>
                    <a:pt x="1581" y="270"/>
                  </a:cubicBezTo>
                  <a:cubicBezTo>
                    <a:pt x="1467" y="92"/>
                    <a:pt x="1114" y="0"/>
                    <a:pt x="783" y="0"/>
                  </a:cubicBezTo>
                  <a:close/>
                </a:path>
              </a:pathLst>
            </a:custGeom>
            <a:solidFill>
              <a:srgbClr val="FAC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28"/>
            <p:cNvSpPr/>
            <p:nvPr/>
          </p:nvSpPr>
          <p:spPr>
            <a:xfrm>
              <a:off x="3730464" y="4402879"/>
              <a:ext cx="239307" cy="225448"/>
            </a:xfrm>
            <a:custGeom>
              <a:avLst/>
              <a:gdLst/>
              <a:ahLst/>
              <a:cxnLst/>
              <a:rect l="l" t="t" r="r" b="b"/>
              <a:pathLst>
                <a:path w="2711" h="2554" extrusionOk="0">
                  <a:moveTo>
                    <a:pt x="2116" y="1"/>
                  </a:moveTo>
                  <a:cubicBezTo>
                    <a:pt x="1813" y="1"/>
                    <a:pt x="1515" y="106"/>
                    <a:pt x="1262" y="277"/>
                  </a:cubicBezTo>
                  <a:cubicBezTo>
                    <a:pt x="902" y="515"/>
                    <a:pt x="634" y="1037"/>
                    <a:pt x="401" y="1396"/>
                  </a:cubicBezTo>
                  <a:cubicBezTo>
                    <a:pt x="279" y="1589"/>
                    <a:pt x="163" y="1781"/>
                    <a:pt x="87" y="1989"/>
                  </a:cubicBezTo>
                  <a:cubicBezTo>
                    <a:pt x="26" y="2156"/>
                    <a:pt x="1" y="2369"/>
                    <a:pt x="137" y="2480"/>
                  </a:cubicBezTo>
                  <a:cubicBezTo>
                    <a:pt x="198" y="2531"/>
                    <a:pt x="279" y="2546"/>
                    <a:pt x="360" y="2551"/>
                  </a:cubicBezTo>
                  <a:cubicBezTo>
                    <a:pt x="381" y="2553"/>
                    <a:pt x="403" y="2553"/>
                    <a:pt x="424" y="2553"/>
                  </a:cubicBezTo>
                  <a:cubicBezTo>
                    <a:pt x="635" y="2553"/>
                    <a:pt x="841" y="2487"/>
                    <a:pt x="1034" y="2399"/>
                  </a:cubicBezTo>
                  <a:cubicBezTo>
                    <a:pt x="1520" y="2186"/>
                    <a:pt x="1966" y="1872"/>
                    <a:pt x="2336" y="1487"/>
                  </a:cubicBezTo>
                  <a:cubicBezTo>
                    <a:pt x="2437" y="1376"/>
                    <a:pt x="2538" y="1254"/>
                    <a:pt x="2599" y="1118"/>
                  </a:cubicBezTo>
                  <a:cubicBezTo>
                    <a:pt x="2711" y="874"/>
                    <a:pt x="2706" y="601"/>
                    <a:pt x="2695" y="332"/>
                  </a:cubicBezTo>
                  <a:cubicBezTo>
                    <a:pt x="2695" y="277"/>
                    <a:pt x="2695" y="221"/>
                    <a:pt x="2665" y="175"/>
                  </a:cubicBezTo>
                  <a:cubicBezTo>
                    <a:pt x="2630" y="110"/>
                    <a:pt x="2554" y="74"/>
                    <a:pt x="2478" y="54"/>
                  </a:cubicBezTo>
                  <a:cubicBezTo>
                    <a:pt x="2358" y="18"/>
                    <a:pt x="2236" y="1"/>
                    <a:pt x="2116" y="1"/>
                  </a:cubicBezTo>
                  <a:close/>
                </a:path>
              </a:pathLst>
            </a:custGeom>
            <a:solidFill>
              <a:srgbClr val="B75E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28"/>
            <p:cNvSpPr/>
            <p:nvPr/>
          </p:nvSpPr>
          <p:spPr>
            <a:xfrm>
              <a:off x="4090437" y="4402879"/>
              <a:ext cx="239307" cy="225448"/>
            </a:xfrm>
            <a:custGeom>
              <a:avLst/>
              <a:gdLst/>
              <a:ahLst/>
              <a:cxnLst/>
              <a:rect l="l" t="t" r="r" b="b"/>
              <a:pathLst>
                <a:path w="2711" h="2554" extrusionOk="0">
                  <a:moveTo>
                    <a:pt x="599" y="1"/>
                  </a:moveTo>
                  <a:cubicBezTo>
                    <a:pt x="479" y="1"/>
                    <a:pt x="358" y="18"/>
                    <a:pt x="238" y="54"/>
                  </a:cubicBezTo>
                  <a:cubicBezTo>
                    <a:pt x="162" y="74"/>
                    <a:pt x="86" y="110"/>
                    <a:pt x="46" y="175"/>
                  </a:cubicBezTo>
                  <a:cubicBezTo>
                    <a:pt x="21" y="221"/>
                    <a:pt x="21" y="277"/>
                    <a:pt x="16" y="332"/>
                  </a:cubicBezTo>
                  <a:cubicBezTo>
                    <a:pt x="10" y="601"/>
                    <a:pt x="0" y="874"/>
                    <a:pt x="112" y="1118"/>
                  </a:cubicBezTo>
                  <a:cubicBezTo>
                    <a:pt x="178" y="1254"/>
                    <a:pt x="279" y="1376"/>
                    <a:pt x="380" y="1487"/>
                  </a:cubicBezTo>
                  <a:cubicBezTo>
                    <a:pt x="750" y="1872"/>
                    <a:pt x="1191" y="2186"/>
                    <a:pt x="1682" y="2399"/>
                  </a:cubicBezTo>
                  <a:cubicBezTo>
                    <a:pt x="1875" y="2487"/>
                    <a:pt x="2081" y="2553"/>
                    <a:pt x="2292" y="2553"/>
                  </a:cubicBezTo>
                  <a:cubicBezTo>
                    <a:pt x="2313" y="2553"/>
                    <a:pt x="2335" y="2553"/>
                    <a:pt x="2356" y="2551"/>
                  </a:cubicBezTo>
                  <a:cubicBezTo>
                    <a:pt x="2432" y="2546"/>
                    <a:pt x="2518" y="2531"/>
                    <a:pt x="2579" y="2480"/>
                  </a:cubicBezTo>
                  <a:cubicBezTo>
                    <a:pt x="2710" y="2369"/>
                    <a:pt x="2690" y="2156"/>
                    <a:pt x="2629" y="1989"/>
                  </a:cubicBezTo>
                  <a:cubicBezTo>
                    <a:pt x="2553" y="1781"/>
                    <a:pt x="2437" y="1589"/>
                    <a:pt x="2315" y="1396"/>
                  </a:cubicBezTo>
                  <a:cubicBezTo>
                    <a:pt x="2082" y="1037"/>
                    <a:pt x="1814" y="515"/>
                    <a:pt x="1454" y="277"/>
                  </a:cubicBezTo>
                  <a:cubicBezTo>
                    <a:pt x="1197" y="106"/>
                    <a:pt x="901" y="1"/>
                    <a:pt x="599" y="1"/>
                  </a:cubicBezTo>
                  <a:close/>
                </a:path>
              </a:pathLst>
            </a:custGeom>
            <a:solidFill>
              <a:srgbClr val="B75E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28"/>
            <p:cNvSpPr/>
            <p:nvPr/>
          </p:nvSpPr>
          <p:spPr>
            <a:xfrm>
              <a:off x="3761801" y="2999093"/>
              <a:ext cx="521867" cy="1492423"/>
            </a:xfrm>
            <a:custGeom>
              <a:avLst/>
              <a:gdLst/>
              <a:ahLst/>
              <a:cxnLst/>
              <a:rect l="l" t="t" r="r" b="b"/>
              <a:pathLst>
                <a:path w="5912" h="16907" extrusionOk="0">
                  <a:moveTo>
                    <a:pt x="46" y="0"/>
                  </a:moveTo>
                  <a:cubicBezTo>
                    <a:pt x="46" y="0"/>
                    <a:pt x="96" y="9640"/>
                    <a:pt x="0" y="16727"/>
                  </a:cubicBezTo>
                  <a:cubicBezTo>
                    <a:pt x="0" y="16727"/>
                    <a:pt x="518" y="16907"/>
                    <a:pt x="1250" y="16907"/>
                  </a:cubicBezTo>
                  <a:cubicBezTo>
                    <a:pt x="1617" y="16907"/>
                    <a:pt x="2037" y="16862"/>
                    <a:pt x="2472" y="16727"/>
                  </a:cubicBezTo>
                  <a:lnTo>
                    <a:pt x="2857" y="4792"/>
                  </a:lnTo>
                  <a:lnTo>
                    <a:pt x="3055" y="4792"/>
                  </a:lnTo>
                  <a:lnTo>
                    <a:pt x="3440" y="16727"/>
                  </a:lnTo>
                  <a:cubicBezTo>
                    <a:pt x="3877" y="16862"/>
                    <a:pt x="4297" y="16907"/>
                    <a:pt x="4664" y="16907"/>
                  </a:cubicBezTo>
                  <a:cubicBezTo>
                    <a:pt x="5396" y="16907"/>
                    <a:pt x="5912" y="16727"/>
                    <a:pt x="5912" y="16727"/>
                  </a:cubicBezTo>
                  <a:cubicBezTo>
                    <a:pt x="5815" y="9640"/>
                    <a:pt x="5866" y="0"/>
                    <a:pt x="5866" y="0"/>
                  </a:cubicBezTo>
                  <a:lnTo>
                    <a:pt x="5866" y="0"/>
                  </a:lnTo>
                  <a:lnTo>
                    <a:pt x="2958" y="132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28"/>
            <p:cNvSpPr/>
            <p:nvPr/>
          </p:nvSpPr>
          <p:spPr>
            <a:xfrm>
              <a:off x="3861018" y="2333259"/>
              <a:ext cx="285826" cy="912208"/>
            </a:xfrm>
            <a:custGeom>
              <a:avLst/>
              <a:gdLst/>
              <a:ahLst/>
              <a:cxnLst/>
              <a:rect l="l" t="t" r="r" b="b"/>
              <a:pathLst>
                <a:path w="3238" h="10334" extrusionOk="0">
                  <a:moveTo>
                    <a:pt x="796" y="1"/>
                  </a:moveTo>
                  <a:lnTo>
                    <a:pt x="1" y="10147"/>
                  </a:lnTo>
                  <a:cubicBezTo>
                    <a:pt x="877" y="10287"/>
                    <a:pt x="1529" y="10334"/>
                    <a:pt x="2008" y="10334"/>
                  </a:cubicBezTo>
                  <a:cubicBezTo>
                    <a:pt x="2967" y="10334"/>
                    <a:pt x="3238" y="10147"/>
                    <a:pt x="3238" y="10147"/>
                  </a:cubicBezTo>
                  <a:lnTo>
                    <a:pt x="2817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28"/>
            <p:cNvSpPr/>
            <p:nvPr/>
          </p:nvSpPr>
          <p:spPr>
            <a:xfrm>
              <a:off x="3822179" y="2510244"/>
              <a:ext cx="382308" cy="52522"/>
            </a:xfrm>
            <a:custGeom>
              <a:avLst/>
              <a:gdLst/>
              <a:ahLst/>
              <a:cxnLst/>
              <a:rect l="l" t="t" r="r" b="b"/>
              <a:pathLst>
                <a:path w="4331" h="595" extrusionOk="0">
                  <a:moveTo>
                    <a:pt x="4194" y="1"/>
                  </a:moveTo>
                  <a:cubicBezTo>
                    <a:pt x="4189" y="1"/>
                    <a:pt x="4184" y="1"/>
                    <a:pt x="4179" y="2"/>
                  </a:cubicBezTo>
                  <a:cubicBezTo>
                    <a:pt x="3495" y="83"/>
                    <a:pt x="2832" y="265"/>
                    <a:pt x="2143" y="326"/>
                  </a:cubicBezTo>
                  <a:cubicBezTo>
                    <a:pt x="1710" y="361"/>
                    <a:pt x="1273" y="390"/>
                    <a:pt x="838" y="390"/>
                  </a:cubicBezTo>
                  <a:cubicBezTo>
                    <a:pt x="585" y="390"/>
                    <a:pt x="332" y="380"/>
                    <a:pt x="81" y="356"/>
                  </a:cubicBezTo>
                  <a:cubicBezTo>
                    <a:pt x="79" y="356"/>
                    <a:pt x="78" y="356"/>
                    <a:pt x="76" y="356"/>
                  </a:cubicBezTo>
                  <a:cubicBezTo>
                    <a:pt x="0" y="356"/>
                    <a:pt x="2" y="473"/>
                    <a:pt x="81" y="483"/>
                  </a:cubicBezTo>
                  <a:cubicBezTo>
                    <a:pt x="618" y="545"/>
                    <a:pt x="1150" y="595"/>
                    <a:pt x="1686" y="595"/>
                  </a:cubicBezTo>
                  <a:cubicBezTo>
                    <a:pt x="1853" y="595"/>
                    <a:pt x="2020" y="590"/>
                    <a:pt x="2188" y="579"/>
                  </a:cubicBezTo>
                  <a:cubicBezTo>
                    <a:pt x="2852" y="539"/>
                    <a:pt x="3592" y="483"/>
                    <a:pt x="4215" y="245"/>
                  </a:cubicBezTo>
                  <a:cubicBezTo>
                    <a:pt x="4327" y="201"/>
                    <a:pt x="4331" y="1"/>
                    <a:pt x="4194" y="1"/>
                  </a:cubicBezTo>
                  <a:close/>
                </a:path>
              </a:pathLst>
            </a:custGeom>
            <a:solidFill>
              <a:srgbClr val="0CAB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28"/>
            <p:cNvSpPr/>
            <p:nvPr/>
          </p:nvSpPr>
          <p:spPr>
            <a:xfrm>
              <a:off x="3558334" y="2333259"/>
              <a:ext cx="389547" cy="1053179"/>
            </a:xfrm>
            <a:custGeom>
              <a:avLst/>
              <a:gdLst/>
              <a:ahLst/>
              <a:cxnLst/>
              <a:rect l="l" t="t" r="r" b="b"/>
              <a:pathLst>
                <a:path w="4413" h="11931" extrusionOk="0">
                  <a:moveTo>
                    <a:pt x="4225" y="1"/>
                  </a:moveTo>
                  <a:lnTo>
                    <a:pt x="3658" y="183"/>
                  </a:lnTo>
                  <a:lnTo>
                    <a:pt x="3526" y="229"/>
                  </a:lnTo>
                  <a:lnTo>
                    <a:pt x="2422" y="588"/>
                  </a:lnTo>
                  <a:cubicBezTo>
                    <a:pt x="1859" y="776"/>
                    <a:pt x="1378" y="1156"/>
                    <a:pt x="1089" y="1672"/>
                  </a:cubicBezTo>
                  <a:cubicBezTo>
                    <a:pt x="684" y="2387"/>
                    <a:pt x="218" y="3623"/>
                    <a:pt x="0" y="5684"/>
                  </a:cubicBezTo>
                  <a:cubicBezTo>
                    <a:pt x="0" y="5684"/>
                    <a:pt x="308" y="5774"/>
                    <a:pt x="947" y="5774"/>
                  </a:cubicBezTo>
                  <a:cubicBezTo>
                    <a:pt x="1336" y="5774"/>
                    <a:pt x="1847" y="5741"/>
                    <a:pt x="2488" y="5634"/>
                  </a:cubicBezTo>
                  <a:lnTo>
                    <a:pt x="2488" y="5634"/>
                  </a:lnTo>
                  <a:cubicBezTo>
                    <a:pt x="2487" y="5634"/>
                    <a:pt x="1783" y="8597"/>
                    <a:pt x="1642" y="10942"/>
                  </a:cubicBezTo>
                  <a:cubicBezTo>
                    <a:pt x="1642" y="10942"/>
                    <a:pt x="2488" y="11505"/>
                    <a:pt x="4412" y="11930"/>
                  </a:cubicBezTo>
                  <a:lnTo>
                    <a:pt x="4260" y="2614"/>
                  </a:lnTo>
                  <a:lnTo>
                    <a:pt x="4260" y="2457"/>
                  </a:lnTo>
                  <a:lnTo>
                    <a:pt x="4225" y="1"/>
                  </a:lnTo>
                  <a:close/>
                </a:path>
              </a:pathLst>
            </a:custGeom>
            <a:solidFill>
              <a:srgbClr val="3A59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28"/>
            <p:cNvSpPr/>
            <p:nvPr/>
          </p:nvSpPr>
          <p:spPr>
            <a:xfrm>
              <a:off x="4093085" y="2333259"/>
              <a:ext cx="389547" cy="1053179"/>
            </a:xfrm>
            <a:custGeom>
              <a:avLst/>
              <a:gdLst/>
              <a:ahLst/>
              <a:cxnLst/>
              <a:rect l="l" t="t" r="r" b="b"/>
              <a:pathLst>
                <a:path w="4413" h="11931" extrusionOk="0">
                  <a:moveTo>
                    <a:pt x="188" y="1"/>
                  </a:moveTo>
                  <a:lnTo>
                    <a:pt x="153" y="2468"/>
                  </a:lnTo>
                  <a:lnTo>
                    <a:pt x="153" y="2630"/>
                  </a:lnTo>
                  <a:lnTo>
                    <a:pt x="1" y="11930"/>
                  </a:lnTo>
                  <a:cubicBezTo>
                    <a:pt x="1926" y="11505"/>
                    <a:pt x="2772" y="10942"/>
                    <a:pt x="2772" y="10942"/>
                  </a:cubicBezTo>
                  <a:cubicBezTo>
                    <a:pt x="2630" y="8597"/>
                    <a:pt x="1926" y="5634"/>
                    <a:pt x="1926" y="5634"/>
                  </a:cubicBezTo>
                  <a:lnTo>
                    <a:pt x="1926" y="5634"/>
                  </a:lnTo>
                  <a:cubicBezTo>
                    <a:pt x="2566" y="5741"/>
                    <a:pt x="3078" y="5774"/>
                    <a:pt x="3467" y="5774"/>
                  </a:cubicBezTo>
                  <a:cubicBezTo>
                    <a:pt x="4106" y="5774"/>
                    <a:pt x="4413" y="5684"/>
                    <a:pt x="4413" y="5684"/>
                  </a:cubicBezTo>
                  <a:cubicBezTo>
                    <a:pt x="4220" y="3861"/>
                    <a:pt x="3835" y="2685"/>
                    <a:pt x="3471" y="1946"/>
                  </a:cubicBezTo>
                  <a:cubicBezTo>
                    <a:pt x="3136" y="1277"/>
                    <a:pt x="2549" y="771"/>
                    <a:pt x="1840" y="538"/>
                  </a:cubicBezTo>
                  <a:lnTo>
                    <a:pt x="826" y="208"/>
                  </a:lnTo>
                  <a:lnTo>
                    <a:pt x="750" y="183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rgbClr val="3A59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28"/>
            <p:cNvSpPr/>
            <p:nvPr/>
          </p:nvSpPr>
          <p:spPr>
            <a:xfrm>
              <a:off x="3767097" y="2600193"/>
              <a:ext cx="45107" cy="238512"/>
            </a:xfrm>
            <a:custGeom>
              <a:avLst/>
              <a:gdLst/>
              <a:ahLst/>
              <a:cxnLst/>
              <a:rect l="l" t="t" r="r" b="b"/>
              <a:pathLst>
                <a:path w="511" h="2702" extrusionOk="0">
                  <a:moveTo>
                    <a:pt x="478" y="1"/>
                  </a:moveTo>
                  <a:cubicBezTo>
                    <a:pt x="468" y="1"/>
                    <a:pt x="459" y="7"/>
                    <a:pt x="457" y="21"/>
                  </a:cubicBezTo>
                  <a:cubicBezTo>
                    <a:pt x="366" y="467"/>
                    <a:pt x="249" y="897"/>
                    <a:pt x="178" y="1348"/>
                  </a:cubicBezTo>
                  <a:cubicBezTo>
                    <a:pt x="107" y="1759"/>
                    <a:pt x="1" y="2209"/>
                    <a:pt x="16" y="2630"/>
                  </a:cubicBezTo>
                  <a:cubicBezTo>
                    <a:pt x="16" y="2675"/>
                    <a:pt x="54" y="2702"/>
                    <a:pt x="92" y="2702"/>
                  </a:cubicBezTo>
                  <a:cubicBezTo>
                    <a:pt x="121" y="2702"/>
                    <a:pt x="149" y="2686"/>
                    <a:pt x="158" y="2650"/>
                  </a:cubicBezTo>
                  <a:cubicBezTo>
                    <a:pt x="274" y="2235"/>
                    <a:pt x="290" y="1774"/>
                    <a:pt x="345" y="1348"/>
                  </a:cubicBezTo>
                  <a:cubicBezTo>
                    <a:pt x="406" y="913"/>
                    <a:pt x="437" y="467"/>
                    <a:pt x="508" y="36"/>
                  </a:cubicBezTo>
                  <a:cubicBezTo>
                    <a:pt x="511" y="15"/>
                    <a:pt x="493" y="1"/>
                    <a:pt x="478" y="1"/>
                  </a:cubicBezTo>
                  <a:close/>
                </a:path>
              </a:pathLst>
            </a:custGeom>
            <a:solidFill>
              <a:srgbClr val="2D4B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28"/>
            <p:cNvSpPr/>
            <p:nvPr/>
          </p:nvSpPr>
          <p:spPr>
            <a:xfrm>
              <a:off x="4098470" y="1887134"/>
              <a:ext cx="145826" cy="356180"/>
            </a:xfrm>
            <a:custGeom>
              <a:avLst/>
              <a:gdLst/>
              <a:ahLst/>
              <a:cxnLst/>
              <a:rect l="l" t="t" r="r" b="b"/>
              <a:pathLst>
                <a:path w="1652" h="4035" extrusionOk="0">
                  <a:moveTo>
                    <a:pt x="876" y="1"/>
                  </a:moveTo>
                  <a:cubicBezTo>
                    <a:pt x="828" y="1"/>
                    <a:pt x="779" y="11"/>
                    <a:pt x="730" y="35"/>
                  </a:cubicBezTo>
                  <a:cubicBezTo>
                    <a:pt x="421" y="192"/>
                    <a:pt x="340" y="703"/>
                    <a:pt x="279" y="967"/>
                  </a:cubicBezTo>
                  <a:cubicBezTo>
                    <a:pt x="82" y="1889"/>
                    <a:pt x="1" y="2831"/>
                    <a:pt x="41" y="3768"/>
                  </a:cubicBezTo>
                  <a:cubicBezTo>
                    <a:pt x="46" y="3859"/>
                    <a:pt x="61" y="3966"/>
                    <a:pt x="153" y="4011"/>
                  </a:cubicBezTo>
                  <a:cubicBezTo>
                    <a:pt x="184" y="4029"/>
                    <a:pt x="220" y="4034"/>
                    <a:pt x="258" y="4034"/>
                  </a:cubicBezTo>
                  <a:cubicBezTo>
                    <a:pt x="275" y="4034"/>
                    <a:pt x="292" y="4033"/>
                    <a:pt x="310" y="4031"/>
                  </a:cubicBezTo>
                  <a:cubicBezTo>
                    <a:pt x="522" y="4001"/>
                    <a:pt x="654" y="3829"/>
                    <a:pt x="755" y="3667"/>
                  </a:cubicBezTo>
                  <a:cubicBezTo>
                    <a:pt x="1231" y="2942"/>
                    <a:pt x="1606" y="2152"/>
                    <a:pt x="1637" y="1326"/>
                  </a:cubicBezTo>
                  <a:cubicBezTo>
                    <a:pt x="1652" y="1038"/>
                    <a:pt x="1616" y="744"/>
                    <a:pt x="1475" y="480"/>
                  </a:cubicBezTo>
                  <a:cubicBezTo>
                    <a:pt x="1380" y="309"/>
                    <a:pt x="1138" y="1"/>
                    <a:pt x="876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28"/>
            <p:cNvSpPr/>
            <p:nvPr/>
          </p:nvSpPr>
          <p:spPr>
            <a:xfrm>
              <a:off x="3760918" y="1807424"/>
              <a:ext cx="273733" cy="454780"/>
            </a:xfrm>
            <a:custGeom>
              <a:avLst/>
              <a:gdLst/>
              <a:ahLst/>
              <a:cxnLst/>
              <a:rect l="l" t="t" r="r" b="b"/>
              <a:pathLst>
                <a:path w="3101" h="5152" extrusionOk="0">
                  <a:moveTo>
                    <a:pt x="1298" y="0"/>
                  </a:moveTo>
                  <a:cubicBezTo>
                    <a:pt x="1141" y="0"/>
                    <a:pt x="977" y="40"/>
                    <a:pt x="811" y="132"/>
                  </a:cubicBezTo>
                  <a:cubicBezTo>
                    <a:pt x="507" y="299"/>
                    <a:pt x="304" y="593"/>
                    <a:pt x="187" y="902"/>
                  </a:cubicBezTo>
                  <a:cubicBezTo>
                    <a:pt x="0" y="1404"/>
                    <a:pt x="20" y="1971"/>
                    <a:pt x="253" y="2462"/>
                  </a:cubicBezTo>
                  <a:cubicBezTo>
                    <a:pt x="280" y="2524"/>
                    <a:pt x="351" y="2591"/>
                    <a:pt x="410" y="2591"/>
                  </a:cubicBezTo>
                  <a:cubicBezTo>
                    <a:pt x="429" y="2591"/>
                    <a:pt x="446" y="2585"/>
                    <a:pt x="461" y="2569"/>
                  </a:cubicBezTo>
                  <a:cubicBezTo>
                    <a:pt x="517" y="3425"/>
                    <a:pt x="572" y="4377"/>
                    <a:pt x="1808" y="4894"/>
                  </a:cubicBezTo>
                  <a:cubicBezTo>
                    <a:pt x="2091" y="5014"/>
                    <a:pt x="2341" y="5152"/>
                    <a:pt x="2632" y="5152"/>
                  </a:cubicBezTo>
                  <a:cubicBezTo>
                    <a:pt x="2685" y="5152"/>
                    <a:pt x="2740" y="5147"/>
                    <a:pt x="2796" y="5137"/>
                  </a:cubicBezTo>
                  <a:cubicBezTo>
                    <a:pt x="3019" y="4757"/>
                    <a:pt x="3075" y="4306"/>
                    <a:pt x="3080" y="3871"/>
                  </a:cubicBezTo>
                  <a:cubicBezTo>
                    <a:pt x="3100" y="2863"/>
                    <a:pt x="2892" y="1849"/>
                    <a:pt x="2482" y="912"/>
                  </a:cubicBezTo>
                  <a:cubicBezTo>
                    <a:pt x="2279" y="452"/>
                    <a:pt x="1827" y="0"/>
                    <a:pt x="1298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28"/>
            <p:cNvSpPr/>
            <p:nvPr/>
          </p:nvSpPr>
          <p:spPr>
            <a:xfrm>
              <a:off x="3955381" y="2265731"/>
              <a:ext cx="130643" cy="166482"/>
            </a:xfrm>
            <a:custGeom>
              <a:avLst/>
              <a:gdLst/>
              <a:ahLst/>
              <a:cxnLst/>
              <a:rect l="l" t="t" r="r" b="b"/>
              <a:pathLst>
                <a:path w="1480" h="1886" extrusionOk="0">
                  <a:moveTo>
                    <a:pt x="1" y="1"/>
                  </a:moveTo>
                  <a:lnTo>
                    <a:pt x="1" y="1146"/>
                  </a:lnTo>
                  <a:cubicBezTo>
                    <a:pt x="1" y="1556"/>
                    <a:pt x="330" y="1885"/>
                    <a:pt x="740" y="1885"/>
                  </a:cubicBezTo>
                  <a:cubicBezTo>
                    <a:pt x="943" y="1885"/>
                    <a:pt x="1125" y="1804"/>
                    <a:pt x="1262" y="1667"/>
                  </a:cubicBezTo>
                  <a:cubicBezTo>
                    <a:pt x="1394" y="1536"/>
                    <a:pt x="1480" y="1348"/>
                    <a:pt x="1480" y="1146"/>
                  </a:cubicBezTo>
                  <a:lnTo>
                    <a:pt x="1480" y="1"/>
                  </a:lnTo>
                  <a:close/>
                </a:path>
              </a:pathLst>
            </a:custGeom>
            <a:solidFill>
              <a:srgbClr val="FAC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28"/>
            <p:cNvSpPr/>
            <p:nvPr/>
          </p:nvSpPr>
          <p:spPr>
            <a:xfrm>
              <a:off x="4121244" y="2049024"/>
              <a:ext cx="106104" cy="127112"/>
            </a:xfrm>
            <a:custGeom>
              <a:avLst/>
              <a:gdLst/>
              <a:ahLst/>
              <a:cxnLst/>
              <a:rect l="l" t="t" r="r" b="b"/>
              <a:pathLst>
                <a:path w="1202" h="1440" extrusionOk="0">
                  <a:moveTo>
                    <a:pt x="821" y="1"/>
                  </a:moveTo>
                  <a:cubicBezTo>
                    <a:pt x="775" y="1"/>
                    <a:pt x="728" y="7"/>
                    <a:pt x="685" y="19"/>
                  </a:cubicBezTo>
                  <a:cubicBezTo>
                    <a:pt x="244" y="141"/>
                    <a:pt x="92" y="749"/>
                    <a:pt x="21" y="1108"/>
                  </a:cubicBezTo>
                  <a:cubicBezTo>
                    <a:pt x="1" y="1215"/>
                    <a:pt x="1" y="1351"/>
                    <a:pt x="102" y="1412"/>
                  </a:cubicBezTo>
                  <a:cubicBezTo>
                    <a:pt x="136" y="1432"/>
                    <a:pt x="174" y="1440"/>
                    <a:pt x="212" y="1440"/>
                  </a:cubicBezTo>
                  <a:cubicBezTo>
                    <a:pt x="252" y="1440"/>
                    <a:pt x="293" y="1430"/>
                    <a:pt x="330" y="1417"/>
                  </a:cubicBezTo>
                  <a:cubicBezTo>
                    <a:pt x="573" y="1341"/>
                    <a:pt x="751" y="1159"/>
                    <a:pt x="908" y="977"/>
                  </a:cubicBezTo>
                  <a:cubicBezTo>
                    <a:pt x="1049" y="799"/>
                    <a:pt x="1186" y="607"/>
                    <a:pt x="1196" y="379"/>
                  </a:cubicBezTo>
                  <a:cubicBezTo>
                    <a:pt x="1201" y="288"/>
                    <a:pt x="1176" y="186"/>
                    <a:pt x="1110" y="110"/>
                  </a:cubicBezTo>
                  <a:cubicBezTo>
                    <a:pt x="1039" y="36"/>
                    <a:pt x="930" y="1"/>
                    <a:pt x="821" y="1"/>
                  </a:cubicBezTo>
                  <a:close/>
                </a:path>
              </a:pathLst>
            </a:custGeom>
            <a:solidFill>
              <a:srgbClr val="FAC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28"/>
            <p:cNvSpPr/>
            <p:nvPr/>
          </p:nvSpPr>
          <p:spPr>
            <a:xfrm>
              <a:off x="3797992" y="2040815"/>
              <a:ext cx="93127" cy="128436"/>
            </a:xfrm>
            <a:custGeom>
              <a:avLst/>
              <a:gdLst/>
              <a:ahLst/>
              <a:cxnLst/>
              <a:rect l="l" t="t" r="r" b="b"/>
              <a:pathLst>
                <a:path w="1055" h="1455" extrusionOk="0">
                  <a:moveTo>
                    <a:pt x="352" y="0"/>
                  </a:moveTo>
                  <a:cubicBezTo>
                    <a:pt x="267" y="0"/>
                    <a:pt x="184" y="24"/>
                    <a:pt x="122" y="77"/>
                  </a:cubicBezTo>
                  <a:cubicBezTo>
                    <a:pt x="51" y="143"/>
                    <a:pt x="21" y="239"/>
                    <a:pt x="16" y="325"/>
                  </a:cubicBezTo>
                  <a:cubicBezTo>
                    <a:pt x="0" y="543"/>
                    <a:pt x="112" y="745"/>
                    <a:pt x="228" y="933"/>
                  </a:cubicBezTo>
                  <a:cubicBezTo>
                    <a:pt x="355" y="1125"/>
                    <a:pt x="502" y="1318"/>
                    <a:pt x="725" y="1419"/>
                  </a:cubicBezTo>
                  <a:cubicBezTo>
                    <a:pt x="768" y="1439"/>
                    <a:pt x="817" y="1454"/>
                    <a:pt x="866" y="1454"/>
                  </a:cubicBezTo>
                  <a:cubicBezTo>
                    <a:pt x="892" y="1454"/>
                    <a:pt x="918" y="1450"/>
                    <a:pt x="943" y="1439"/>
                  </a:cubicBezTo>
                  <a:cubicBezTo>
                    <a:pt x="1044" y="1389"/>
                    <a:pt x="1054" y="1262"/>
                    <a:pt x="1049" y="1156"/>
                  </a:cubicBezTo>
                  <a:cubicBezTo>
                    <a:pt x="1019" y="801"/>
                    <a:pt x="938" y="198"/>
                    <a:pt x="532" y="36"/>
                  </a:cubicBezTo>
                  <a:cubicBezTo>
                    <a:pt x="477" y="13"/>
                    <a:pt x="414" y="0"/>
                    <a:pt x="352" y="0"/>
                  </a:cubicBezTo>
                  <a:close/>
                </a:path>
              </a:pathLst>
            </a:custGeom>
            <a:solidFill>
              <a:srgbClr val="FAC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28"/>
            <p:cNvSpPr/>
            <p:nvPr/>
          </p:nvSpPr>
          <p:spPr>
            <a:xfrm>
              <a:off x="3847601" y="1842027"/>
              <a:ext cx="328727" cy="457605"/>
            </a:xfrm>
            <a:custGeom>
              <a:avLst/>
              <a:gdLst/>
              <a:ahLst/>
              <a:cxnLst/>
              <a:rect l="l" t="t" r="r" b="b"/>
              <a:pathLst>
                <a:path w="3724" h="5184" extrusionOk="0">
                  <a:moveTo>
                    <a:pt x="1750" y="1"/>
                  </a:moveTo>
                  <a:cubicBezTo>
                    <a:pt x="1521" y="1"/>
                    <a:pt x="1293" y="29"/>
                    <a:pt x="1075" y="95"/>
                  </a:cubicBezTo>
                  <a:cubicBezTo>
                    <a:pt x="629" y="232"/>
                    <a:pt x="143" y="561"/>
                    <a:pt x="82" y="1052"/>
                  </a:cubicBezTo>
                  <a:cubicBezTo>
                    <a:pt x="1" y="1711"/>
                    <a:pt x="51" y="2420"/>
                    <a:pt x="122" y="3073"/>
                  </a:cubicBezTo>
                  <a:cubicBezTo>
                    <a:pt x="233" y="4057"/>
                    <a:pt x="798" y="5183"/>
                    <a:pt x="1872" y="5183"/>
                  </a:cubicBezTo>
                  <a:cubicBezTo>
                    <a:pt x="1976" y="5183"/>
                    <a:pt x="2085" y="5173"/>
                    <a:pt x="2199" y="5150"/>
                  </a:cubicBezTo>
                  <a:cubicBezTo>
                    <a:pt x="2903" y="5014"/>
                    <a:pt x="3324" y="4426"/>
                    <a:pt x="3476" y="3762"/>
                  </a:cubicBezTo>
                  <a:cubicBezTo>
                    <a:pt x="3607" y="3180"/>
                    <a:pt x="3688" y="2501"/>
                    <a:pt x="3709" y="1903"/>
                  </a:cubicBezTo>
                  <a:cubicBezTo>
                    <a:pt x="3724" y="1412"/>
                    <a:pt x="3623" y="819"/>
                    <a:pt x="3248" y="465"/>
                  </a:cubicBezTo>
                  <a:cubicBezTo>
                    <a:pt x="3005" y="232"/>
                    <a:pt x="2670" y="120"/>
                    <a:pt x="2336" y="59"/>
                  </a:cubicBezTo>
                  <a:cubicBezTo>
                    <a:pt x="2144" y="22"/>
                    <a:pt x="1947" y="1"/>
                    <a:pt x="1750" y="1"/>
                  </a:cubicBezTo>
                  <a:close/>
                </a:path>
              </a:pathLst>
            </a:custGeom>
            <a:solidFill>
              <a:srgbClr val="FAC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28"/>
            <p:cNvSpPr/>
            <p:nvPr/>
          </p:nvSpPr>
          <p:spPr>
            <a:xfrm>
              <a:off x="3849455" y="1770615"/>
              <a:ext cx="396255" cy="264553"/>
            </a:xfrm>
            <a:custGeom>
              <a:avLst/>
              <a:gdLst/>
              <a:ahLst/>
              <a:cxnLst/>
              <a:rect l="l" t="t" r="r" b="b"/>
              <a:pathLst>
                <a:path w="4489" h="2997" extrusionOk="0">
                  <a:moveTo>
                    <a:pt x="1530" y="1"/>
                  </a:moveTo>
                  <a:cubicBezTo>
                    <a:pt x="1380" y="1"/>
                    <a:pt x="1231" y="13"/>
                    <a:pt x="1084" y="43"/>
                  </a:cubicBezTo>
                  <a:cubicBezTo>
                    <a:pt x="724" y="114"/>
                    <a:pt x="380" y="296"/>
                    <a:pt x="152" y="595"/>
                  </a:cubicBezTo>
                  <a:cubicBezTo>
                    <a:pt x="101" y="656"/>
                    <a:pt x="61" y="721"/>
                    <a:pt x="41" y="803"/>
                  </a:cubicBezTo>
                  <a:cubicBezTo>
                    <a:pt x="0" y="955"/>
                    <a:pt x="56" y="1122"/>
                    <a:pt x="132" y="1258"/>
                  </a:cubicBezTo>
                  <a:cubicBezTo>
                    <a:pt x="522" y="1942"/>
                    <a:pt x="1150" y="2545"/>
                    <a:pt x="1915" y="2733"/>
                  </a:cubicBezTo>
                  <a:cubicBezTo>
                    <a:pt x="1998" y="2754"/>
                    <a:pt x="2087" y="2769"/>
                    <a:pt x="2173" y="2769"/>
                  </a:cubicBezTo>
                  <a:cubicBezTo>
                    <a:pt x="2271" y="2769"/>
                    <a:pt x="2366" y="2750"/>
                    <a:pt x="2452" y="2702"/>
                  </a:cubicBezTo>
                  <a:cubicBezTo>
                    <a:pt x="2613" y="2611"/>
                    <a:pt x="2720" y="2384"/>
                    <a:pt x="2630" y="2212"/>
                  </a:cubicBezTo>
                  <a:lnTo>
                    <a:pt x="2630" y="2212"/>
                  </a:lnTo>
                  <a:cubicBezTo>
                    <a:pt x="2843" y="2617"/>
                    <a:pt x="3232" y="2905"/>
                    <a:pt x="3662" y="2981"/>
                  </a:cubicBezTo>
                  <a:cubicBezTo>
                    <a:pt x="3720" y="2991"/>
                    <a:pt x="3779" y="2997"/>
                    <a:pt x="3839" y="2997"/>
                  </a:cubicBezTo>
                  <a:cubicBezTo>
                    <a:pt x="4043" y="2997"/>
                    <a:pt x="4248" y="2930"/>
                    <a:pt x="4361" y="2758"/>
                  </a:cubicBezTo>
                  <a:cubicBezTo>
                    <a:pt x="4432" y="2651"/>
                    <a:pt x="4453" y="2515"/>
                    <a:pt x="4458" y="2383"/>
                  </a:cubicBezTo>
                  <a:cubicBezTo>
                    <a:pt x="4488" y="1775"/>
                    <a:pt x="4184" y="1188"/>
                    <a:pt x="3743" y="792"/>
                  </a:cubicBezTo>
                  <a:cubicBezTo>
                    <a:pt x="3303" y="397"/>
                    <a:pt x="2740" y="179"/>
                    <a:pt x="2168" y="68"/>
                  </a:cubicBezTo>
                  <a:cubicBezTo>
                    <a:pt x="1957" y="26"/>
                    <a:pt x="1743" y="1"/>
                    <a:pt x="1530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28"/>
            <p:cNvSpPr/>
            <p:nvPr/>
          </p:nvSpPr>
          <p:spPr>
            <a:xfrm>
              <a:off x="3801082" y="1812103"/>
              <a:ext cx="131614" cy="273556"/>
            </a:xfrm>
            <a:custGeom>
              <a:avLst/>
              <a:gdLst/>
              <a:ahLst/>
              <a:cxnLst/>
              <a:rect l="l" t="t" r="r" b="b"/>
              <a:pathLst>
                <a:path w="1491" h="3099" extrusionOk="0">
                  <a:moveTo>
                    <a:pt x="900" y="0"/>
                  </a:moveTo>
                  <a:cubicBezTo>
                    <a:pt x="853" y="0"/>
                    <a:pt x="807" y="5"/>
                    <a:pt x="766" y="13"/>
                  </a:cubicBezTo>
                  <a:cubicBezTo>
                    <a:pt x="507" y="69"/>
                    <a:pt x="290" y="267"/>
                    <a:pt x="168" y="500"/>
                  </a:cubicBezTo>
                  <a:cubicBezTo>
                    <a:pt x="47" y="738"/>
                    <a:pt x="6" y="1006"/>
                    <a:pt x="6" y="1275"/>
                  </a:cubicBezTo>
                  <a:cubicBezTo>
                    <a:pt x="1" y="1928"/>
                    <a:pt x="229" y="2582"/>
                    <a:pt x="634" y="3098"/>
                  </a:cubicBezTo>
                  <a:cubicBezTo>
                    <a:pt x="877" y="2896"/>
                    <a:pt x="665" y="2465"/>
                    <a:pt x="832" y="2197"/>
                  </a:cubicBezTo>
                  <a:cubicBezTo>
                    <a:pt x="877" y="2126"/>
                    <a:pt x="938" y="2075"/>
                    <a:pt x="994" y="2019"/>
                  </a:cubicBezTo>
                  <a:cubicBezTo>
                    <a:pt x="1359" y="1675"/>
                    <a:pt x="1490" y="1184"/>
                    <a:pt x="1445" y="692"/>
                  </a:cubicBezTo>
                  <a:cubicBezTo>
                    <a:pt x="1429" y="545"/>
                    <a:pt x="1455" y="327"/>
                    <a:pt x="1369" y="201"/>
                  </a:cubicBezTo>
                  <a:cubicBezTo>
                    <a:pt x="1277" y="61"/>
                    <a:pt x="1076" y="0"/>
                    <a:pt x="900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28"/>
            <p:cNvSpPr/>
            <p:nvPr/>
          </p:nvSpPr>
          <p:spPr>
            <a:xfrm>
              <a:off x="3958029" y="2311721"/>
              <a:ext cx="170896" cy="323077"/>
            </a:xfrm>
            <a:custGeom>
              <a:avLst/>
              <a:gdLst/>
              <a:ahLst/>
              <a:cxnLst/>
              <a:rect l="l" t="t" r="r" b="b"/>
              <a:pathLst>
                <a:path w="1936" h="3660" extrusionOk="0">
                  <a:moveTo>
                    <a:pt x="459" y="1"/>
                  </a:moveTo>
                  <a:cubicBezTo>
                    <a:pt x="320" y="1"/>
                    <a:pt x="203" y="109"/>
                    <a:pt x="193" y="250"/>
                  </a:cubicBezTo>
                  <a:lnTo>
                    <a:pt x="11" y="3309"/>
                  </a:lnTo>
                  <a:cubicBezTo>
                    <a:pt x="1" y="3456"/>
                    <a:pt x="112" y="3578"/>
                    <a:pt x="259" y="3588"/>
                  </a:cubicBezTo>
                  <a:lnTo>
                    <a:pt x="1465" y="3659"/>
                  </a:lnTo>
                  <a:cubicBezTo>
                    <a:pt x="1471" y="3659"/>
                    <a:pt x="1477" y="3659"/>
                    <a:pt x="1483" y="3659"/>
                  </a:cubicBezTo>
                  <a:cubicBezTo>
                    <a:pt x="1622" y="3659"/>
                    <a:pt x="1734" y="3551"/>
                    <a:pt x="1744" y="3411"/>
                  </a:cubicBezTo>
                  <a:lnTo>
                    <a:pt x="1926" y="351"/>
                  </a:lnTo>
                  <a:cubicBezTo>
                    <a:pt x="1936" y="204"/>
                    <a:pt x="1825" y="77"/>
                    <a:pt x="1678" y="72"/>
                  </a:cubicBezTo>
                  <a:lnTo>
                    <a:pt x="477" y="2"/>
                  </a:lnTo>
                  <a:cubicBezTo>
                    <a:pt x="471" y="1"/>
                    <a:pt x="465" y="1"/>
                    <a:pt x="459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28"/>
            <p:cNvSpPr/>
            <p:nvPr/>
          </p:nvSpPr>
          <p:spPr>
            <a:xfrm>
              <a:off x="4075254" y="2344823"/>
              <a:ext cx="27364" cy="25334"/>
            </a:xfrm>
            <a:custGeom>
              <a:avLst/>
              <a:gdLst/>
              <a:ahLst/>
              <a:cxnLst/>
              <a:rect l="l" t="t" r="r" b="b"/>
              <a:pathLst>
                <a:path w="310" h="287" extrusionOk="0">
                  <a:moveTo>
                    <a:pt x="153" y="0"/>
                  </a:moveTo>
                  <a:cubicBezTo>
                    <a:pt x="81" y="0"/>
                    <a:pt x="20" y="53"/>
                    <a:pt x="10" y="128"/>
                  </a:cubicBezTo>
                  <a:cubicBezTo>
                    <a:pt x="0" y="204"/>
                    <a:pt x="56" y="275"/>
                    <a:pt x="137" y="285"/>
                  </a:cubicBezTo>
                  <a:cubicBezTo>
                    <a:pt x="143" y="286"/>
                    <a:pt x="150" y="286"/>
                    <a:pt x="156" y="286"/>
                  </a:cubicBezTo>
                  <a:cubicBezTo>
                    <a:pt x="229" y="286"/>
                    <a:pt x="290" y="233"/>
                    <a:pt x="299" y="158"/>
                  </a:cubicBezTo>
                  <a:cubicBezTo>
                    <a:pt x="309" y="82"/>
                    <a:pt x="248" y="11"/>
                    <a:pt x="172" y="1"/>
                  </a:cubicBezTo>
                  <a:cubicBezTo>
                    <a:pt x="166" y="1"/>
                    <a:pt x="160" y="0"/>
                    <a:pt x="1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28"/>
            <p:cNvSpPr/>
            <p:nvPr/>
          </p:nvSpPr>
          <p:spPr>
            <a:xfrm>
              <a:off x="3548448" y="2468227"/>
              <a:ext cx="538462" cy="508097"/>
            </a:xfrm>
            <a:custGeom>
              <a:avLst/>
              <a:gdLst/>
              <a:ahLst/>
              <a:cxnLst/>
              <a:rect l="l" t="t" r="r" b="b"/>
              <a:pathLst>
                <a:path w="6100" h="5756" extrusionOk="0">
                  <a:moveTo>
                    <a:pt x="5469" y="1"/>
                  </a:moveTo>
                  <a:cubicBezTo>
                    <a:pt x="5458" y="1"/>
                    <a:pt x="5447" y="3"/>
                    <a:pt x="5436" y="7"/>
                  </a:cubicBezTo>
                  <a:cubicBezTo>
                    <a:pt x="5355" y="32"/>
                    <a:pt x="5279" y="72"/>
                    <a:pt x="5208" y="118"/>
                  </a:cubicBezTo>
                  <a:cubicBezTo>
                    <a:pt x="5041" y="229"/>
                    <a:pt x="4879" y="356"/>
                    <a:pt x="4737" y="498"/>
                  </a:cubicBezTo>
                  <a:cubicBezTo>
                    <a:pt x="4747" y="336"/>
                    <a:pt x="4763" y="153"/>
                    <a:pt x="4732" y="12"/>
                  </a:cubicBezTo>
                  <a:cubicBezTo>
                    <a:pt x="4418" y="280"/>
                    <a:pt x="4175" y="630"/>
                    <a:pt x="4028" y="1010"/>
                  </a:cubicBezTo>
                  <a:cubicBezTo>
                    <a:pt x="3972" y="1167"/>
                    <a:pt x="3967" y="1303"/>
                    <a:pt x="3846" y="1425"/>
                  </a:cubicBezTo>
                  <a:cubicBezTo>
                    <a:pt x="3815" y="1455"/>
                    <a:pt x="3430" y="1734"/>
                    <a:pt x="3344" y="1774"/>
                  </a:cubicBezTo>
                  <a:lnTo>
                    <a:pt x="3329" y="1774"/>
                  </a:lnTo>
                  <a:cubicBezTo>
                    <a:pt x="2822" y="2088"/>
                    <a:pt x="2336" y="2433"/>
                    <a:pt x="1865" y="2793"/>
                  </a:cubicBezTo>
                  <a:cubicBezTo>
                    <a:pt x="1161" y="3330"/>
                    <a:pt x="1" y="4074"/>
                    <a:pt x="11" y="5052"/>
                  </a:cubicBezTo>
                  <a:cubicBezTo>
                    <a:pt x="16" y="5244"/>
                    <a:pt x="41" y="5452"/>
                    <a:pt x="178" y="5584"/>
                  </a:cubicBezTo>
                  <a:cubicBezTo>
                    <a:pt x="312" y="5707"/>
                    <a:pt x="504" y="5755"/>
                    <a:pt x="706" y="5755"/>
                  </a:cubicBezTo>
                  <a:cubicBezTo>
                    <a:pt x="985" y="5755"/>
                    <a:pt x="1284" y="5663"/>
                    <a:pt x="1475" y="5548"/>
                  </a:cubicBezTo>
                  <a:cubicBezTo>
                    <a:pt x="1860" y="5310"/>
                    <a:pt x="2144" y="4900"/>
                    <a:pt x="2448" y="4566"/>
                  </a:cubicBezTo>
                  <a:lnTo>
                    <a:pt x="3359" y="3557"/>
                  </a:lnTo>
                  <a:cubicBezTo>
                    <a:pt x="3729" y="3152"/>
                    <a:pt x="4099" y="2737"/>
                    <a:pt x="4474" y="2332"/>
                  </a:cubicBezTo>
                  <a:cubicBezTo>
                    <a:pt x="4479" y="2327"/>
                    <a:pt x="4484" y="2321"/>
                    <a:pt x="4484" y="2316"/>
                  </a:cubicBezTo>
                  <a:cubicBezTo>
                    <a:pt x="4504" y="2301"/>
                    <a:pt x="4519" y="2281"/>
                    <a:pt x="4535" y="2266"/>
                  </a:cubicBezTo>
                  <a:lnTo>
                    <a:pt x="4763" y="2058"/>
                  </a:lnTo>
                  <a:cubicBezTo>
                    <a:pt x="4798" y="2023"/>
                    <a:pt x="4833" y="1987"/>
                    <a:pt x="4874" y="1957"/>
                  </a:cubicBezTo>
                  <a:cubicBezTo>
                    <a:pt x="5203" y="1698"/>
                    <a:pt x="5654" y="1582"/>
                    <a:pt x="5973" y="1308"/>
                  </a:cubicBezTo>
                  <a:cubicBezTo>
                    <a:pt x="5999" y="1283"/>
                    <a:pt x="6029" y="1253"/>
                    <a:pt x="6019" y="1217"/>
                  </a:cubicBezTo>
                  <a:cubicBezTo>
                    <a:pt x="6014" y="1172"/>
                    <a:pt x="5953" y="1161"/>
                    <a:pt x="5907" y="1156"/>
                  </a:cubicBezTo>
                  <a:cubicBezTo>
                    <a:pt x="5901" y="1156"/>
                    <a:pt x="5895" y="1156"/>
                    <a:pt x="5889" y="1156"/>
                  </a:cubicBezTo>
                  <a:cubicBezTo>
                    <a:pt x="5709" y="1156"/>
                    <a:pt x="5542" y="1229"/>
                    <a:pt x="5355" y="1293"/>
                  </a:cubicBezTo>
                  <a:cubicBezTo>
                    <a:pt x="5588" y="1182"/>
                    <a:pt x="5806" y="1004"/>
                    <a:pt x="6019" y="858"/>
                  </a:cubicBezTo>
                  <a:cubicBezTo>
                    <a:pt x="6054" y="832"/>
                    <a:pt x="6100" y="787"/>
                    <a:pt x="6075" y="746"/>
                  </a:cubicBezTo>
                  <a:cubicBezTo>
                    <a:pt x="6054" y="721"/>
                    <a:pt x="6019" y="721"/>
                    <a:pt x="5988" y="721"/>
                  </a:cubicBezTo>
                  <a:cubicBezTo>
                    <a:pt x="5730" y="731"/>
                    <a:pt x="5472" y="802"/>
                    <a:pt x="5244" y="923"/>
                  </a:cubicBezTo>
                  <a:cubicBezTo>
                    <a:pt x="5401" y="802"/>
                    <a:pt x="5553" y="680"/>
                    <a:pt x="5710" y="554"/>
                  </a:cubicBezTo>
                  <a:cubicBezTo>
                    <a:pt x="5755" y="513"/>
                    <a:pt x="5811" y="473"/>
                    <a:pt x="5841" y="417"/>
                  </a:cubicBezTo>
                  <a:cubicBezTo>
                    <a:pt x="5879" y="369"/>
                    <a:pt x="5842" y="304"/>
                    <a:pt x="5783" y="304"/>
                  </a:cubicBezTo>
                  <a:cubicBezTo>
                    <a:pt x="5779" y="304"/>
                    <a:pt x="5775" y="305"/>
                    <a:pt x="5771" y="305"/>
                  </a:cubicBezTo>
                  <a:cubicBezTo>
                    <a:pt x="5730" y="310"/>
                    <a:pt x="5690" y="326"/>
                    <a:pt x="5654" y="346"/>
                  </a:cubicBezTo>
                  <a:cubicBezTo>
                    <a:pt x="5431" y="442"/>
                    <a:pt x="5223" y="554"/>
                    <a:pt x="5016" y="680"/>
                  </a:cubicBezTo>
                  <a:cubicBezTo>
                    <a:pt x="5213" y="533"/>
                    <a:pt x="5386" y="361"/>
                    <a:pt x="5527" y="169"/>
                  </a:cubicBezTo>
                  <a:cubicBezTo>
                    <a:pt x="5532" y="158"/>
                    <a:pt x="5538" y="153"/>
                    <a:pt x="5543" y="143"/>
                  </a:cubicBezTo>
                  <a:cubicBezTo>
                    <a:pt x="5587" y="82"/>
                    <a:pt x="5539" y="1"/>
                    <a:pt x="5469" y="1"/>
                  </a:cubicBezTo>
                  <a:close/>
                </a:path>
              </a:pathLst>
            </a:custGeom>
            <a:solidFill>
              <a:srgbClr val="FAC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28"/>
            <p:cNvSpPr/>
            <p:nvPr/>
          </p:nvSpPr>
          <p:spPr>
            <a:xfrm>
              <a:off x="2876875" y="2221507"/>
              <a:ext cx="766029" cy="1179232"/>
            </a:xfrm>
            <a:custGeom>
              <a:avLst/>
              <a:gdLst/>
              <a:ahLst/>
              <a:cxnLst/>
              <a:rect l="l" t="t" r="r" b="b"/>
              <a:pathLst>
                <a:path w="8678" h="13359" extrusionOk="0">
                  <a:moveTo>
                    <a:pt x="704" y="0"/>
                  </a:moveTo>
                  <a:cubicBezTo>
                    <a:pt x="314" y="0"/>
                    <a:pt x="0" y="314"/>
                    <a:pt x="0" y="704"/>
                  </a:cubicBezTo>
                  <a:lnTo>
                    <a:pt x="0" y="12654"/>
                  </a:lnTo>
                  <a:cubicBezTo>
                    <a:pt x="0" y="13044"/>
                    <a:pt x="314" y="13358"/>
                    <a:pt x="704" y="13358"/>
                  </a:cubicBezTo>
                  <a:lnTo>
                    <a:pt x="7974" y="13358"/>
                  </a:lnTo>
                  <a:cubicBezTo>
                    <a:pt x="8359" y="13358"/>
                    <a:pt x="8678" y="13044"/>
                    <a:pt x="8678" y="12654"/>
                  </a:cubicBezTo>
                  <a:lnTo>
                    <a:pt x="8678" y="704"/>
                  </a:lnTo>
                  <a:cubicBezTo>
                    <a:pt x="8678" y="314"/>
                    <a:pt x="8359" y="0"/>
                    <a:pt x="79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28"/>
            <p:cNvSpPr/>
            <p:nvPr/>
          </p:nvSpPr>
          <p:spPr>
            <a:xfrm>
              <a:off x="2876875" y="2221507"/>
              <a:ext cx="766029" cy="131526"/>
            </a:xfrm>
            <a:custGeom>
              <a:avLst/>
              <a:gdLst/>
              <a:ahLst/>
              <a:cxnLst/>
              <a:rect l="l" t="t" r="r" b="b"/>
              <a:pathLst>
                <a:path w="8678" h="1490" extrusionOk="0">
                  <a:moveTo>
                    <a:pt x="704" y="0"/>
                  </a:moveTo>
                  <a:cubicBezTo>
                    <a:pt x="314" y="0"/>
                    <a:pt x="0" y="314"/>
                    <a:pt x="0" y="704"/>
                  </a:cubicBezTo>
                  <a:lnTo>
                    <a:pt x="0" y="1490"/>
                  </a:lnTo>
                  <a:lnTo>
                    <a:pt x="8678" y="1490"/>
                  </a:lnTo>
                  <a:lnTo>
                    <a:pt x="8678" y="704"/>
                  </a:lnTo>
                  <a:cubicBezTo>
                    <a:pt x="8678" y="314"/>
                    <a:pt x="8359" y="0"/>
                    <a:pt x="7974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28"/>
            <p:cNvSpPr/>
            <p:nvPr/>
          </p:nvSpPr>
          <p:spPr>
            <a:xfrm>
              <a:off x="3152283" y="3317401"/>
              <a:ext cx="214767" cy="31866"/>
            </a:xfrm>
            <a:custGeom>
              <a:avLst/>
              <a:gdLst/>
              <a:ahLst/>
              <a:cxnLst/>
              <a:rect l="l" t="t" r="r" b="b"/>
              <a:pathLst>
                <a:path w="2433" h="361" extrusionOk="0">
                  <a:moveTo>
                    <a:pt x="168" y="1"/>
                  </a:moveTo>
                  <a:cubicBezTo>
                    <a:pt x="77" y="1"/>
                    <a:pt x="1" y="77"/>
                    <a:pt x="1" y="168"/>
                  </a:cubicBezTo>
                  <a:lnTo>
                    <a:pt x="1" y="193"/>
                  </a:lnTo>
                  <a:cubicBezTo>
                    <a:pt x="1" y="285"/>
                    <a:pt x="77" y="361"/>
                    <a:pt x="168" y="361"/>
                  </a:cubicBezTo>
                  <a:lnTo>
                    <a:pt x="2265" y="361"/>
                  </a:lnTo>
                  <a:cubicBezTo>
                    <a:pt x="2356" y="361"/>
                    <a:pt x="2432" y="285"/>
                    <a:pt x="2432" y="193"/>
                  </a:cubicBezTo>
                  <a:lnTo>
                    <a:pt x="2432" y="168"/>
                  </a:lnTo>
                  <a:cubicBezTo>
                    <a:pt x="2432" y="77"/>
                    <a:pt x="2356" y="1"/>
                    <a:pt x="2265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28"/>
            <p:cNvSpPr/>
            <p:nvPr/>
          </p:nvSpPr>
          <p:spPr>
            <a:xfrm>
              <a:off x="2951994" y="2423120"/>
              <a:ext cx="615348" cy="791540"/>
            </a:xfrm>
            <a:custGeom>
              <a:avLst/>
              <a:gdLst/>
              <a:ahLst/>
              <a:cxnLst/>
              <a:rect l="l" t="t" r="r" b="b"/>
              <a:pathLst>
                <a:path w="6971" h="8967" extrusionOk="0">
                  <a:moveTo>
                    <a:pt x="0" y="1"/>
                  </a:moveTo>
                  <a:lnTo>
                    <a:pt x="0" y="8967"/>
                  </a:lnTo>
                  <a:lnTo>
                    <a:pt x="6971" y="8967"/>
                  </a:lnTo>
                  <a:lnTo>
                    <a:pt x="697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28"/>
            <p:cNvSpPr/>
            <p:nvPr/>
          </p:nvSpPr>
          <p:spPr>
            <a:xfrm>
              <a:off x="3008312" y="2491972"/>
              <a:ext cx="503153" cy="503153"/>
            </a:xfrm>
            <a:custGeom>
              <a:avLst/>
              <a:gdLst/>
              <a:ahLst/>
              <a:cxnLst/>
              <a:rect l="l" t="t" r="r" b="b"/>
              <a:pathLst>
                <a:path w="5700" h="5700" extrusionOk="0">
                  <a:moveTo>
                    <a:pt x="1677" y="457"/>
                  </a:moveTo>
                  <a:lnTo>
                    <a:pt x="1677" y="457"/>
                  </a:lnTo>
                  <a:cubicBezTo>
                    <a:pt x="1667" y="492"/>
                    <a:pt x="1652" y="533"/>
                    <a:pt x="1632" y="583"/>
                  </a:cubicBezTo>
                  <a:cubicBezTo>
                    <a:pt x="1576" y="751"/>
                    <a:pt x="1480" y="1070"/>
                    <a:pt x="1389" y="1475"/>
                  </a:cubicBezTo>
                  <a:lnTo>
                    <a:pt x="568" y="1475"/>
                  </a:lnTo>
                  <a:cubicBezTo>
                    <a:pt x="831" y="1034"/>
                    <a:pt x="1216" y="680"/>
                    <a:pt x="1677" y="457"/>
                  </a:cubicBezTo>
                  <a:close/>
                  <a:moveTo>
                    <a:pt x="2741" y="188"/>
                  </a:moveTo>
                  <a:lnTo>
                    <a:pt x="2741" y="1475"/>
                  </a:lnTo>
                  <a:lnTo>
                    <a:pt x="1571" y="1475"/>
                  </a:lnTo>
                  <a:cubicBezTo>
                    <a:pt x="1708" y="877"/>
                    <a:pt x="1870" y="457"/>
                    <a:pt x="1915" y="356"/>
                  </a:cubicBezTo>
                  <a:cubicBezTo>
                    <a:pt x="2174" y="259"/>
                    <a:pt x="2452" y="198"/>
                    <a:pt x="2741" y="188"/>
                  </a:cubicBezTo>
                  <a:close/>
                  <a:moveTo>
                    <a:pt x="2923" y="188"/>
                  </a:moveTo>
                  <a:cubicBezTo>
                    <a:pt x="3273" y="198"/>
                    <a:pt x="3602" y="274"/>
                    <a:pt x="3906" y="406"/>
                  </a:cubicBezTo>
                  <a:cubicBezTo>
                    <a:pt x="3947" y="528"/>
                    <a:pt x="4063" y="923"/>
                    <a:pt x="4159" y="1475"/>
                  </a:cubicBezTo>
                  <a:lnTo>
                    <a:pt x="2923" y="1475"/>
                  </a:lnTo>
                  <a:lnTo>
                    <a:pt x="2923" y="188"/>
                  </a:lnTo>
                  <a:close/>
                  <a:moveTo>
                    <a:pt x="4129" y="513"/>
                  </a:moveTo>
                  <a:lnTo>
                    <a:pt x="4129" y="513"/>
                  </a:lnTo>
                  <a:cubicBezTo>
                    <a:pt x="4539" y="741"/>
                    <a:pt x="4889" y="1070"/>
                    <a:pt x="5132" y="1475"/>
                  </a:cubicBezTo>
                  <a:lnTo>
                    <a:pt x="4342" y="1475"/>
                  </a:lnTo>
                  <a:cubicBezTo>
                    <a:pt x="4271" y="1050"/>
                    <a:pt x="4185" y="715"/>
                    <a:pt x="4129" y="513"/>
                  </a:cubicBezTo>
                  <a:close/>
                  <a:moveTo>
                    <a:pt x="1348" y="1657"/>
                  </a:moveTo>
                  <a:cubicBezTo>
                    <a:pt x="1282" y="1977"/>
                    <a:pt x="1227" y="2341"/>
                    <a:pt x="1201" y="2726"/>
                  </a:cubicBezTo>
                  <a:cubicBezTo>
                    <a:pt x="1201" y="2731"/>
                    <a:pt x="1201" y="2736"/>
                    <a:pt x="1201" y="2741"/>
                  </a:cubicBezTo>
                  <a:lnTo>
                    <a:pt x="183" y="2741"/>
                  </a:lnTo>
                  <a:cubicBezTo>
                    <a:pt x="198" y="2351"/>
                    <a:pt x="300" y="1987"/>
                    <a:pt x="467" y="1657"/>
                  </a:cubicBezTo>
                  <a:close/>
                  <a:moveTo>
                    <a:pt x="2741" y="1657"/>
                  </a:moveTo>
                  <a:lnTo>
                    <a:pt x="2741" y="2741"/>
                  </a:lnTo>
                  <a:lnTo>
                    <a:pt x="1384" y="2741"/>
                  </a:lnTo>
                  <a:cubicBezTo>
                    <a:pt x="1399" y="2549"/>
                    <a:pt x="1419" y="2361"/>
                    <a:pt x="1439" y="2189"/>
                  </a:cubicBezTo>
                  <a:cubicBezTo>
                    <a:pt x="1470" y="2002"/>
                    <a:pt x="1500" y="1819"/>
                    <a:pt x="1536" y="1657"/>
                  </a:cubicBezTo>
                  <a:close/>
                  <a:moveTo>
                    <a:pt x="4190" y="1657"/>
                  </a:moveTo>
                  <a:cubicBezTo>
                    <a:pt x="4241" y="1982"/>
                    <a:pt x="4281" y="2351"/>
                    <a:pt x="4296" y="2741"/>
                  </a:cubicBezTo>
                  <a:lnTo>
                    <a:pt x="2923" y="2741"/>
                  </a:lnTo>
                  <a:lnTo>
                    <a:pt x="2923" y="1657"/>
                  </a:lnTo>
                  <a:close/>
                  <a:moveTo>
                    <a:pt x="5233" y="1657"/>
                  </a:moveTo>
                  <a:cubicBezTo>
                    <a:pt x="5401" y="1987"/>
                    <a:pt x="5497" y="2351"/>
                    <a:pt x="5512" y="2741"/>
                  </a:cubicBezTo>
                  <a:lnTo>
                    <a:pt x="4479" y="2741"/>
                  </a:lnTo>
                  <a:cubicBezTo>
                    <a:pt x="4463" y="2351"/>
                    <a:pt x="4423" y="1982"/>
                    <a:pt x="4372" y="1657"/>
                  </a:cubicBezTo>
                  <a:close/>
                  <a:moveTo>
                    <a:pt x="1191" y="2924"/>
                  </a:moveTo>
                  <a:cubicBezTo>
                    <a:pt x="1176" y="3370"/>
                    <a:pt x="1206" y="3780"/>
                    <a:pt x="1277" y="4160"/>
                  </a:cubicBezTo>
                  <a:lnTo>
                    <a:pt x="522" y="4160"/>
                  </a:lnTo>
                  <a:cubicBezTo>
                    <a:pt x="315" y="3795"/>
                    <a:pt x="193" y="3375"/>
                    <a:pt x="183" y="2924"/>
                  </a:cubicBezTo>
                  <a:close/>
                  <a:moveTo>
                    <a:pt x="2741" y="2924"/>
                  </a:moveTo>
                  <a:lnTo>
                    <a:pt x="2741" y="4160"/>
                  </a:lnTo>
                  <a:lnTo>
                    <a:pt x="1465" y="4160"/>
                  </a:lnTo>
                  <a:cubicBezTo>
                    <a:pt x="1384" y="3739"/>
                    <a:pt x="1363" y="3319"/>
                    <a:pt x="1373" y="2924"/>
                  </a:cubicBezTo>
                  <a:close/>
                  <a:moveTo>
                    <a:pt x="4301" y="2924"/>
                  </a:moveTo>
                  <a:cubicBezTo>
                    <a:pt x="4306" y="3324"/>
                    <a:pt x="4286" y="3739"/>
                    <a:pt x="4220" y="4160"/>
                  </a:cubicBezTo>
                  <a:lnTo>
                    <a:pt x="2923" y="4160"/>
                  </a:lnTo>
                  <a:lnTo>
                    <a:pt x="2923" y="2924"/>
                  </a:lnTo>
                  <a:close/>
                  <a:moveTo>
                    <a:pt x="5517" y="2924"/>
                  </a:moveTo>
                  <a:cubicBezTo>
                    <a:pt x="5502" y="3375"/>
                    <a:pt x="5380" y="3795"/>
                    <a:pt x="5173" y="4160"/>
                  </a:cubicBezTo>
                  <a:lnTo>
                    <a:pt x="4403" y="4160"/>
                  </a:lnTo>
                  <a:cubicBezTo>
                    <a:pt x="4468" y="3739"/>
                    <a:pt x="4489" y="3324"/>
                    <a:pt x="4484" y="2924"/>
                  </a:cubicBezTo>
                  <a:close/>
                  <a:moveTo>
                    <a:pt x="5061" y="4342"/>
                  </a:moveTo>
                  <a:cubicBezTo>
                    <a:pt x="4828" y="4687"/>
                    <a:pt x="4514" y="4975"/>
                    <a:pt x="4149" y="5178"/>
                  </a:cubicBezTo>
                  <a:cubicBezTo>
                    <a:pt x="4251" y="4904"/>
                    <a:pt x="4322" y="4621"/>
                    <a:pt x="4372" y="4342"/>
                  </a:cubicBezTo>
                  <a:close/>
                  <a:moveTo>
                    <a:pt x="1313" y="4342"/>
                  </a:moveTo>
                  <a:cubicBezTo>
                    <a:pt x="1389" y="4661"/>
                    <a:pt x="1495" y="4955"/>
                    <a:pt x="1637" y="5229"/>
                  </a:cubicBezTo>
                  <a:cubicBezTo>
                    <a:pt x="1232" y="5021"/>
                    <a:pt x="887" y="4717"/>
                    <a:pt x="634" y="4342"/>
                  </a:cubicBezTo>
                  <a:close/>
                  <a:moveTo>
                    <a:pt x="2741" y="4342"/>
                  </a:moveTo>
                  <a:lnTo>
                    <a:pt x="2741" y="5517"/>
                  </a:lnTo>
                  <a:cubicBezTo>
                    <a:pt x="2452" y="5507"/>
                    <a:pt x="2174" y="5446"/>
                    <a:pt x="1910" y="5350"/>
                  </a:cubicBezTo>
                  <a:cubicBezTo>
                    <a:pt x="1718" y="5036"/>
                    <a:pt x="1586" y="4692"/>
                    <a:pt x="1505" y="4342"/>
                  </a:cubicBezTo>
                  <a:close/>
                  <a:moveTo>
                    <a:pt x="4190" y="4342"/>
                  </a:moveTo>
                  <a:cubicBezTo>
                    <a:pt x="4129" y="4666"/>
                    <a:pt x="4038" y="4985"/>
                    <a:pt x="3911" y="5300"/>
                  </a:cubicBezTo>
                  <a:cubicBezTo>
                    <a:pt x="3607" y="5431"/>
                    <a:pt x="3273" y="5507"/>
                    <a:pt x="2923" y="5517"/>
                  </a:cubicBezTo>
                  <a:lnTo>
                    <a:pt x="2923" y="4342"/>
                  </a:lnTo>
                  <a:close/>
                  <a:moveTo>
                    <a:pt x="2847" y="1"/>
                  </a:moveTo>
                  <a:cubicBezTo>
                    <a:pt x="2488" y="1"/>
                    <a:pt x="2138" y="72"/>
                    <a:pt x="1819" y="193"/>
                  </a:cubicBezTo>
                  <a:cubicBezTo>
                    <a:pt x="1814" y="198"/>
                    <a:pt x="1809" y="198"/>
                    <a:pt x="1799" y="204"/>
                  </a:cubicBezTo>
                  <a:cubicBezTo>
                    <a:pt x="745" y="624"/>
                    <a:pt x="1" y="1652"/>
                    <a:pt x="1" y="2853"/>
                  </a:cubicBezTo>
                  <a:cubicBezTo>
                    <a:pt x="1" y="4423"/>
                    <a:pt x="1277" y="5700"/>
                    <a:pt x="2847" y="5700"/>
                  </a:cubicBezTo>
                  <a:cubicBezTo>
                    <a:pt x="4418" y="5700"/>
                    <a:pt x="5699" y="4423"/>
                    <a:pt x="5699" y="2853"/>
                  </a:cubicBezTo>
                  <a:cubicBezTo>
                    <a:pt x="5699" y="1283"/>
                    <a:pt x="4418" y="1"/>
                    <a:pt x="2847" y="1"/>
                  </a:cubicBez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28"/>
            <p:cNvSpPr/>
            <p:nvPr/>
          </p:nvSpPr>
          <p:spPr>
            <a:xfrm>
              <a:off x="2907241" y="2847001"/>
              <a:ext cx="704856" cy="159773"/>
            </a:xfrm>
            <a:custGeom>
              <a:avLst/>
              <a:gdLst/>
              <a:ahLst/>
              <a:cxnLst/>
              <a:rect l="l" t="t" r="r" b="b"/>
              <a:pathLst>
                <a:path w="7985" h="1810" extrusionOk="0">
                  <a:moveTo>
                    <a:pt x="1" y="1"/>
                  </a:moveTo>
                  <a:lnTo>
                    <a:pt x="188" y="1809"/>
                  </a:lnTo>
                  <a:lnTo>
                    <a:pt x="7837" y="1809"/>
                  </a:lnTo>
                  <a:lnTo>
                    <a:pt x="798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28"/>
            <p:cNvSpPr/>
            <p:nvPr/>
          </p:nvSpPr>
          <p:spPr>
            <a:xfrm>
              <a:off x="3023495" y="2987000"/>
              <a:ext cx="458929" cy="159685"/>
            </a:xfrm>
            <a:custGeom>
              <a:avLst/>
              <a:gdLst/>
              <a:ahLst/>
              <a:cxnLst/>
              <a:rect l="l" t="t" r="r" b="b"/>
              <a:pathLst>
                <a:path w="5199" h="1809" extrusionOk="0">
                  <a:moveTo>
                    <a:pt x="1" y="1"/>
                  </a:moveTo>
                  <a:lnTo>
                    <a:pt x="122" y="1809"/>
                  </a:lnTo>
                  <a:lnTo>
                    <a:pt x="5102" y="1809"/>
                  </a:lnTo>
                  <a:lnTo>
                    <a:pt x="519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28"/>
            <p:cNvSpPr/>
            <p:nvPr/>
          </p:nvSpPr>
          <p:spPr>
            <a:xfrm>
              <a:off x="2994895" y="2892637"/>
              <a:ext cx="60025" cy="73001"/>
            </a:xfrm>
            <a:custGeom>
              <a:avLst/>
              <a:gdLst/>
              <a:ahLst/>
              <a:cxnLst/>
              <a:rect l="l" t="t" r="r" b="b"/>
              <a:pathLst>
                <a:path w="680" h="827" extrusionOk="0">
                  <a:moveTo>
                    <a:pt x="335" y="148"/>
                  </a:moveTo>
                  <a:cubicBezTo>
                    <a:pt x="365" y="148"/>
                    <a:pt x="391" y="153"/>
                    <a:pt x="411" y="168"/>
                  </a:cubicBezTo>
                  <a:cubicBezTo>
                    <a:pt x="426" y="183"/>
                    <a:pt x="436" y="208"/>
                    <a:pt x="436" y="234"/>
                  </a:cubicBezTo>
                  <a:cubicBezTo>
                    <a:pt x="436" y="264"/>
                    <a:pt x="426" y="284"/>
                    <a:pt x="411" y="300"/>
                  </a:cubicBezTo>
                  <a:cubicBezTo>
                    <a:pt x="391" y="315"/>
                    <a:pt x="365" y="320"/>
                    <a:pt x="335" y="320"/>
                  </a:cubicBezTo>
                  <a:lnTo>
                    <a:pt x="213" y="320"/>
                  </a:lnTo>
                  <a:lnTo>
                    <a:pt x="213" y="148"/>
                  </a:lnTo>
                  <a:close/>
                  <a:moveTo>
                    <a:pt x="340" y="467"/>
                  </a:moveTo>
                  <a:cubicBezTo>
                    <a:pt x="386" y="467"/>
                    <a:pt x="416" y="477"/>
                    <a:pt x="436" y="492"/>
                  </a:cubicBezTo>
                  <a:cubicBezTo>
                    <a:pt x="457" y="512"/>
                    <a:pt x="467" y="538"/>
                    <a:pt x="467" y="573"/>
                  </a:cubicBezTo>
                  <a:cubicBezTo>
                    <a:pt x="467" y="609"/>
                    <a:pt x="457" y="639"/>
                    <a:pt x="436" y="654"/>
                  </a:cubicBezTo>
                  <a:cubicBezTo>
                    <a:pt x="416" y="674"/>
                    <a:pt x="381" y="685"/>
                    <a:pt x="340" y="685"/>
                  </a:cubicBezTo>
                  <a:lnTo>
                    <a:pt x="213" y="685"/>
                  </a:lnTo>
                  <a:lnTo>
                    <a:pt x="213" y="467"/>
                  </a:lnTo>
                  <a:close/>
                  <a:moveTo>
                    <a:pt x="1" y="1"/>
                  </a:moveTo>
                  <a:lnTo>
                    <a:pt x="1" y="826"/>
                  </a:lnTo>
                  <a:lnTo>
                    <a:pt x="355" y="826"/>
                  </a:lnTo>
                  <a:cubicBezTo>
                    <a:pt x="467" y="826"/>
                    <a:pt x="548" y="806"/>
                    <a:pt x="598" y="771"/>
                  </a:cubicBezTo>
                  <a:cubicBezTo>
                    <a:pt x="654" y="730"/>
                    <a:pt x="679" y="669"/>
                    <a:pt x="679" y="588"/>
                  </a:cubicBezTo>
                  <a:cubicBezTo>
                    <a:pt x="679" y="538"/>
                    <a:pt x="669" y="497"/>
                    <a:pt x="644" y="462"/>
                  </a:cubicBezTo>
                  <a:cubicBezTo>
                    <a:pt x="619" y="421"/>
                    <a:pt x="583" y="401"/>
                    <a:pt x="538" y="386"/>
                  </a:cubicBezTo>
                  <a:cubicBezTo>
                    <a:pt x="573" y="370"/>
                    <a:pt x="598" y="350"/>
                    <a:pt x="619" y="325"/>
                  </a:cubicBezTo>
                  <a:cubicBezTo>
                    <a:pt x="639" y="294"/>
                    <a:pt x="649" y="259"/>
                    <a:pt x="649" y="218"/>
                  </a:cubicBezTo>
                  <a:cubicBezTo>
                    <a:pt x="649" y="143"/>
                    <a:pt x="624" y="92"/>
                    <a:pt x="568" y="56"/>
                  </a:cubicBezTo>
                  <a:cubicBezTo>
                    <a:pt x="517" y="21"/>
                    <a:pt x="436" y="1"/>
                    <a:pt x="3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28"/>
            <p:cNvSpPr/>
            <p:nvPr/>
          </p:nvSpPr>
          <p:spPr>
            <a:xfrm>
              <a:off x="3061540" y="2892637"/>
              <a:ext cx="65851" cy="73001"/>
            </a:xfrm>
            <a:custGeom>
              <a:avLst/>
              <a:gdLst/>
              <a:ahLst/>
              <a:cxnLst/>
              <a:rect l="l" t="t" r="r" b="b"/>
              <a:pathLst>
                <a:path w="746" h="827" extrusionOk="0">
                  <a:moveTo>
                    <a:pt x="304" y="158"/>
                  </a:moveTo>
                  <a:cubicBezTo>
                    <a:pt x="350" y="158"/>
                    <a:pt x="380" y="163"/>
                    <a:pt x="401" y="183"/>
                  </a:cubicBezTo>
                  <a:cubicBezTo>
                    <a:pt x="421" y="198"/>
                    <a:pt x="426" y="224"/>
                    <a:pt x="426" y="264"/>
                  </a:cubicBezTo>
                  <a:cubicBezTo>
                    <a:pt x="426" y="300"/>
                    <a:pt x="421" y="325"/>
                    <a:pt x="401" y="345"/>
                  </a:cubicBezTo>
                  <a:cubicBezTo>
                    <a:pt x="380" y="360"/>
                    <a:pt x="350" y="370"/>
                    <a:pt x="304" y="370"/>
                  </a:cubicBezTo>
                  <a:lnTo>
                    <a:pt x="213" y="370"/>
                  </a:lnTo>
                  <a:lnTo>
                    <a:pt x="213" y="158"/>
                  </a:lnTo>
                  <a:close/>
                  <a:moveTo>
                    <a:pt x="0" y="1"/>
                  </a:moveTo>
                  <a:lnTo>
                    <a:pt x="0" y="826"/>
                  </a:lnTo>
                  <a:lnTo>
                    <a:pt x="213" y="826"/>
                  </a:lnTo>
                  <a:lnTo>
                    <a:pt x="213" y="517"/>
                  </a:lnTo>
                  <a:lnTo>
                    <a:pt x="274" y="517"/>
                  </a:lnTo>
                  <a:cubicBezTo>
                    <a:pt x="309" y="517"/>
                    <a:pt x="335" y="522"/>
                    <a:pt x="355" y="538"/>
                  </a:cubicBezTo>
                  <a:cubicBezTo>
                    <a:pt x="380" y="553"/>
                    <a:pt x="401" y="583"/>
                    <a:pt x="421" y="624"/>
                  </a:cubicBezTo>
                  <a:lnTo>
                    <a:pt x="517" y="826"/>
                  </a:lnTo>
                  <a:lnTo>
                    <a:pt x="745" y="826"/>
                  </a:lnTo>
                  <a:lnTo>
                    <a:pt x="629" y="593"/>
                  </a:lnTo>
                  <a:cubicBezTo>
                    <a:pt x="608" y="548"/>
                    <a:pt x="583" y="512"/>
                    <a:pt x="563" y="487"/>
                  </a:cubicBezTo>
                  <a:cubicBezTo>
                    <a:pt x="537" y="462"/>
                    <a:pt x="512" y="446"/>
                    <a:pt x="482" y="441"/>
                  </a:cubicBezTo>
                  <a:cubicBezTo>
                    <a:pt x="537" y="426"/>
                    <a:pt x="573" y="401"/>
                    <a:pt x="603" y="365"/>
                  </a:cubicBezTo>
                  <a:cubicBezTo>
                    <a:pt x="629" y="330"/>
                    <a:pt x="639" y="284"/>
                    <a:pt x="639" y="229"/>
                  </a:cubicBezTo>
                  <a:cubicBezTo>
                    <a:pt x="639" y="153"/>
                    <a:pt x="613" y="92"/>
                    <a:pt x="563" y="56"/>
                  </a:cubicBezTo>
                  <a:cubicBezTo>
                    <a:pt x="512" y="21"/>
                    <a:pt x="436" y="1"/>
                    <a:pt x="3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28"/>
            <p:cNvSpPr/>
            <p:nvPr/>
          </p:nvSpPr>
          <p:spPr>
            <a:xfrm>
              <a:off x="3127744" y="2892637"/>
              <a:ext cx="51904" cy="73001"/>
            </a:xfrm>
            <a:custGeom>
              <a:avLst/>
              <a:gdLst/>
              <a:ahLst/>
              <a:cxnLst/>
              <a:rect l="l" t="t" r="r" b="b"/>
              <a:pathLst>
                <a:path w="588" h="827" extrusionOk="0">
                  <a:moveTo>
                    <a:pt x="0" y="1"/>
                  </a:moveTo>
                  <a:lnTo>
                    <a:pt x="0" y="826"/>
                  </a:lnTo>
                  <a:lnTo>
                    <a:pt x="588" y="826"/>
                  </a:lnTo>
                  <a:lnTo>
                    <a:pt x="588" y="664"/>
                  </a:lnTo>
                  <a:lnTo>
                    <a:pt x="213" y="664"/>
                  </a:lnTo>
                  <a:lnTo>
                    <a:pt x="213" y="477"/>
                  </a:lnTo>
                  <a:lnTo>
                    <a:pt x="552" y="477"/>
                  </a:lnTo>
                  <a:lnTo>
                    <a:pt x="552" y="315"/>
                  </a:lnTo>
                  <a:lnTo>
                    <a:pt x="213" y="315"/>
                  </a:lnTo>
                  <a:lnTo>
                    <a:pt x="213" y="163"/>
                  </a:lnTo>
                  <a:lnTo>
                    <a:pt x="573" y="163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28"/>
            <p:cNvSpPr/>
            <p:nvPr/>
          </p:nvSpPr>
          <p:spPr>
            <a:xfrm>
              <a:off x="3180442" y="2892637"/>
              <a:ext cx="76621" cy="73001"/>
            </a:xfrm>
            <a:custGeom>
              <a:avLst/>
              <a:gdLst/>
              <a:ahLst/>
              <a:cxnLst/>
              <a:rect l="l" t="t" r="r" b="b"/>
              <a:pathLst>
                <a:path w="868" h="827" extrusionOk="0">
                  <a:moveTo>
                    <a:pt x="437" y="198"/>
                  </a:moveTo>
                  <a:lnTo>
                    <a:pt x="548" y="522"/>
                  </a:lnTo>
                  <a:lnTo>
                    <a:pt x="320" y="522"/>
                  </a:lnTo>
                  <a:lnTo>
                    <a:pt x="437" y="198"/>
                  </a:lnTo>
                  <a:close/>
                  <a:moveTo>
                    <a:pt x="310" y="1"/>
                  </a:moveTo>
                  <a:lnTo>
                    <a:pt x="1" y="826"/>
                  </a:lnTo>
                  <a:lnTo>
                    <a:pt x="219" y="826"/>
                  </a:lnTo>
                  <a:lnTo>
                    <a:pt x="269" y="674"/>
                  </a:lnTo>
                  <a:lnTo>
                    <a:pt x="604" y="674"/>
                  </a:lnTo>
                  <a:lnTo>
                    <a:pt x="654" y="826"/>
                  </a:lnTo>
                  <a:lnTo>
                    <a:pt x="867" y="826"/>
                  </a:lnTo>
                  <a:lnTo>
                    <a:pt x="56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28"/>
            <p:cNvSpPr/>
            <p:nvPr/>
          </p:nvSpPr>
          <p:spPr>
            <a:xfrm>
              <a:off x="3262711" y="2892637"/>
              <a:ext cx="71236" cy="73001"/>
            </a:xfrm>
            <a:custGeom>
              <a:avLst/>
              <a:gdLst/>
              <a:ahLst/>
              <a:cxnLst/>
              <a:rect l="l" t="t" r="r" b="b"/>
              <a:pathLst>
                <a:path w="807" h="827" extrusionOk="0">
                  <a:moveTo>
                    <a:pt x="1" y="1"/>
                  </a:moveTo>
                  <a:lnTo>
                    <a:pt x="1" y="826"/>
                  </a:lnTo>
                  <a:lnTo>
                    <a:pt x="214" y="826"/>
                  </a:lnTo>
                  <a:lnTo>
                    <a:pt x="214" y="502"/>
                  </a:lnTo>
                  <a:lnTo>
                    <a:pt x="543" y="826"/>
                  </a:lnTo>
                  <a:lnTo>
                    <a:pt x="806" y="826"/>
                  </a:lnTo>
                  <a:lnTo>
                    <a:pt x="371" y="391"/>
                  </a:lnTo>
                  <a:lnTo>
                    <a:pt x="766" y="1"/>
                  </a:lnTo>
                  <a:lnTo>
                    <a:pt x="523" y="1"/>
                  </a:lnTo>
                  <a:lnTo>
                    <a:pt x="214" y="305"/>
                  </a:lnTo>
                  <a:lnTo>
                    <a:pt x="2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28"/>
            <p:cNvSpPr/>
            <p:nvPr/>
          </p:nvSpPr>
          <p:spPr>
            <a:xfrm>
              <a:off x="3329357" y="2892637"/>
              <a:ext cx="18890" cy="73001"/>
            </a:xfrm>
            <a:custGeom>
              <a:avLst/>
              <a:gdLst/>
              <a:ahLst/>
              <a:cxnLst/>
              <a:rect l="l" t="t" r="r" b="b"/>
              <a:pathLst>
                <a:path w="214" h="827" extrusionOk="0">
                  <a:moveTo>
                    <a:pt x="1" y="1"/>
                  </a:moveTo>
                  <a:lnTo>
                    <a:pt x="1" y="826"/>
                  </a:lnTo>
                  <a:lnTo>
                    <a:pt x="213" y="826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28"/>
            <p:cNvSpPr/>
            <p:nvPr/>
          </p:nvSpPr>
          <p:spPr>
            <a:xfrm>
              <a:off x="3365636" y="2892637"/>
              <a:ext cx="65322" cy="73001"/>
            </a:xfrm>
            <a:custGeom>
              <a:avLst/>
              <a:gdLst/>
              <a:ahLst/>
              <a:cxnLst/>
              <a:rect l="l" t="t" r="r" b="b"/>
              <a:pathLst>
                <a:path w="740" h="827" extrusionOk="0">
                  <a:moveTo>
                    <a:pt x="0" y="1"/>
                  </a:moveTo>
                  <a:lnTo>
                    <a:pt x="0" y="826"/>
                  </a:lnTo>
                  <a:lnTo>
                    <a:pt x="203" y="826"/>
                  </a:lnTo>
                  <a:lnTo>
                    <a:pt x="203" y="264"/>
                  </a:lnTo>
                  <a:lnTo>
                    <a:pt x="502" y="826"/>
                  </a:lnTo>
                  <a:lnTo>
                    <a:pt x="740" y="826"/>
                  </a:lnTo>
                  <a:lnTo>
                    <a:pt x="740" y="1"/>
                  </a:lnTo>
                  <a:lnTo>
                    <a:pt x="537" y="1"/>
                  </a:lnTo>
                  <a:lnTo>
                    <a:pt x="537" y="568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28"/>
            <p:cNvSpPr/>
            <p:nvPr/>
          </p:nvSpPr>
          <p:spPr>
            <a:xfrm>
              <a:off x="3439785" y="2891755"/>
              <a:ext cx="69470" cy="75208"/>
            </a:xfrm>
            <a:custGeom>
              <a:avLst/>
              <a:gdLst/>
              <a:ahLst/>
              <a:cxnLst/>
              <a:rect l="l" t="t" r="r" b="b"/>
              <a:pathLst>
                <a:path w="787" h="852" extrusionOk="0">
                  <a:moveTo>
                    <a:pt x="457" y="1"/>
                  </a:moveTo>
                  <a:cubicBezTo>
                    <a:pt x="315" y="1"/>
                    <a:pt x="204" y="36"/>
                    <a:pt x="123" y="112"/>
                  </a:cubicBezTo>
                  <a:cubicBezTo>
                    <a:pt x="41" y="188"/>
                    <a:pt x="1" y="294"/>
                    <a:pt x="1" y="426"/>
                  </a:cubicBezTo>
                  <a:cubicBezTo>
                    <a:pt x="1" y="558"/>
                    <a:pt x="36" y="659"/>
                    <a:pt x="117" y="740"/>
                  </a:cubicBezTo>
                  <a:cubicBezTo>
                    <a:pt x="198" y="816"/>
                    <a:pt x="310" y="852"/>
                    <a:pt x="447" y="852"/>
                  </a:cubicBezTo>
                  <a:cubicBezTo>
                    <a:pt x="507" y="852"/>
                    <a:pt x="563" y="846"/>
                    <a:pt x="624" y="831"/>
                  </a:cubicBezTo>
                  <a:cubicBezTo>
                    <a:pt x="680" y="821"/>
                    <a:pt x="735" y="801"/>
                    <a:pt x="786" y="776"/>
                  </a:cubicBezTo>
                  <a:lnTo>
                    <a:pt x="786" y="380"/>
                  </a:lnTo>
                  <a:lnTo>
                    <a:pt x="457" y="380"/>
                  </a:lnTo>
                  <a:lnTo>
                    <a:pt x="457" y="522"/>
                  </a:lnTo>
                  <a:lnTo>
                    <a:pt x="583" y="522"/>
                  </a:lnTo>
                  <a:lnTo>
                    <a:pt x="583" y="679"/>
                  </a:lnTo>
                  <a:cubicBezTo>
                    <a:pt x="568" y="689"/>
                    <a:pt x="553" y="695"/>
                    <a:pt x="533" y="695"/>
                  </a:cubicBezTo>
                  <a:cubicBezTo>
                    <a:pt x="518" y="700"/>
                    <a:pt x="492" y="700"/>
                    <a:pt x="472" y="700"/>
                  </a:cubicBezTo>
                  <a:cubicBezTo>
                    <a:pt x="391" y="700"/>
                    <a:pt x="330" y="674"/>
                    <a:pt x="285" y="629"/>
                  </a:cubicBezTo>
                  <a:cubicBezTo>
                    <a:pt x="239" y="578"/>
                    <a:pt x="219" y="512"/>
                    <a:pt x="219" y="426"/>
                  </a:cubicBezTo>
                  <a:cubicBezTo>
                    <a:pt x="219" y="340"/>
                    <a:pt x="239" y="269"/>
                    <a:pt x="285" y="223"/>
                  </a:cubicBezTo>
                  <a:cubicBezTo>
                    <a:pt x="330" y="178"/>
                    <a:pt x="396" y="153"/>
                    <a:pt x="482" y="153"/>
                  </a:cubicBezTo>
                  <a:cubicBezTo>
                    <a:pt x="528" y="153"/>
                    <a:pt x="573" y="158"/>
                    <a:pt x="619" y="173"/>
                  </a:cubicBezTo>
                  <a:cubicBezTo>
                    <a:pt x="665" y="183"/>
                    <a:pt x="710" y="203"/>
                    <a:pt x="756" y="228"/>
                  </a:cubicBezTo>
                  <a:lnTo>
                    <a:pt x="756" y="61"/>
                  </a:lnTo>
                  <a:cubicBezTo>
                    <a:pt x="710" y="41"/>
                    <a:pt x="665" y="26"/>
                    <a:pt x="614" y="16"/>
                  </a:cubicBezTo>
                  <a:cubicBezTo>
                    <a:pt x="563" y="6"/>
                    <a:pt x="513" y="1"/>
                    <a:pt x="4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28"/>
            <p:cNvSpPr/>
            <p:nvPr/>
          </p:nvSpPr>
          <p:spPr>
            <a:xfrm>
              <a:off x="3097731" y="3025928"/>
              <a:ext cx="92245" cy="84124"/>
            </a:xfrm>
            <a:custGeom>
              <a:avLst/>
              <a:gdLst/>
              <a:ahLst/>
              <a:cxnLst/>
              <a:rect l="l" t="t" r="r" b="b"/>
              <a:pathLst>
                <a:path w="1045" h="953" extrusionOk="0">
                  <a:moveTo>
                    <a:pt x="193" y="0"/>
                  </a:moveTo>
                  <a:lnTo>
                    <a:pt x="1" y="953"/>
                  </a:lnTo>
                  <a:lnTo>
                    <a:pt x="234" y="953"/>
                  </a:lnTo>
                  <a:lnTo>
                    <a:pt x="365" y="299"/>
                  </a:lnTo>
                  <a:lnTo>
                    <a:pt x="578" y="953"/>
                  </a:lnTo>
                  <a:lnTo>
                    <a:pt x="852" y="953"/>
                  </a:lnTo>
                  <a:lnTo>
                    <a:pt x="1044" y="0"/>
                  </a:lnTo>
                  <a:lnTo>
                    <a:pt x="811" y="0"/>
                  </a:lnTo>
                  <a:lnTo>
                    <a:pt x="680" y="654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28"/>
            <p:cNvSpPr/>
            <p:nvPr/>
          </p:nvSpPr>
          <p:spPr>
            <a:xfrm>
              <a:off x="3180001" y="3025928"/>
              <a:ext cx="75208" cy="84124"/>
            </a:xfrm>
            <a:custGeom>
              <a:avLst/>
              <a:gdLst/>
              <a:ahLst/>
              <a:cxnLst/>
              <a:rect l="l" t="t" r="r" b="b"/>
              <a:pathLst>
                <a:path w="852" h="953" extrusionOk="0">
                  <a:moveTo>
                    <a:pt x="188" y="0"/>
                  </a:moveTo>
                  <a:lnTo>
                    <a:pt x="1" y="953"/>
                  </a:lnTo>
                  <a:lnTo>
                    <a:pt x="675" y="953"/>
                  </a:lnTo>
                  <a:lnTo>
                    <a:pt x="710" y="765"/>
                  </a:lnTo>
                  <a:lnTo>
                    <a:pt x="284" y="765"/>
                  </a:lnTo>
                  <a:lnTo>
                    <a:pt x="325" y="547"/>
                  </a:lnTo>
                  <a:lnTo>
                    <a:pt x="715" y="547"/>
                  </a:lnTo>
                  <a:lnTo>
                    <a:pt x="756" y="365"/>
                  </a:lnTo>
                  <a:lnTo>
                    <a:pt x="360" y="365"/>
                  </a:lnTo>
                  <a:lnTo>
                    <a:pt x="396" y="188"/>
                  </a:lnTo>
                  <a:lnTo>
                    <a:pt x="816" y="188"/>
                  </a:lnTo>
                  <a:lnTo>
                    <a:pt x="8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28"/>
            <p:cNvSpPr/>
            <p:nvPr/>
          </p:nvSpPr>
          <p:spPr>
            <a:xfrm>
              <a:off x="3253796" y="3025928"/>
              <a:ext cx="119962" cy="84124"/>
            </a:xfrm>
            <a:custGeom>
              <a:avLst/>
              <a:gdLst/>
              <a:ahLst/>
              <a:cxnLst/>
              <a:rect l="l" t="t" r="r" b="b"/>
              <a:pathLst>
                <a:path w="1359" h="953" extrusionOk="0">
                  <a:moveTo>
                    <a:pt x="1" y="0"/>
                  </a:moveTo>
                  <a:lnTo>
                    <a:pt x="36" y="953"/>
                  </a:lnTo>
                  <a:lnTo>
                    <a:pt x="320" y="953"/>
                  </a:lnTo>
                  <a:lnTo>
                    <a:pt x="634" y="228"/>
                  </a:lnTo>
                  <a:lnTo>
                    <a:pt x="664" y="953"/>
                  </a:lnTo>
                  <a:lnTo>
                    <a:pt x="943" y="953"/>
                  </a:lnTo>
                  <a:lnTo>
                    <a:pt x="1358" y="0"/>
                  </a:lnTo>
                  <a:lnTo>
                    <a:pt x="1125" y="0"/>
                  </a:lnTo>
                  <a:lnTo>
                    <a:pt x="821" y="694"/>
                  </a:lnTo>
                  <a:lnTo>
                    <a:pt x="801" y="0"/>
                  </a:lnTo>
                  <a:lnTo>
                    <a:pt x="563" y="0"/>
                  </a:lnTo>
                  <a:lnTo>
                    <a:pt x="264" y="694"/>
                  </a:lnTo>
                  <a:lnTo>
                    <a:pt x="2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28"/>
            <p:cNvSpPr/>
            <p:nvPr/>
          </p:nvSpPr>
          <p:spPr>
            <a:xfrm>
              <a:off x="3347276" y="3024604"/>
              <a:ext cx="75208" cy="86772"/>
            </a:xfrm>
            <a:custGeom>
              <a:avLst/>
              <a:gdLst/>
              <a:ahLst/>
              <a:cxnLst/>
              <a:rect l="l" t="t" r="r" b="b"/>
              <a:pathLst>
                <a:path w="852" h="983" extrusionOk="0">
                  <a:moveTo>
                    <a:pt x="532" y="0"/>
                  </a:moveTo>
                  <a:cubicBezTo>
                    <a:pt x="416" y="0"/>
                    <a:pt x="325" y="25"/>
                    <a:pt x="254" y="76"/>
                  </a:cubicBezTo>
                  <a:cubicBezTo>
                    <a:pt x="183" y="127"/>
                    <a:pt x="137" y="198"/>
                    <a:pt x="117" y="294"/>
                  </a:cubicBezTo>
                  <a:cubicBezTo>
                    <a:pt x="102" y="370"/>
                    <a:pt x="112" y="431"/>
                    <a:pt x="147" y="476"/>
                  </a:cubicBezTo>
                  <a:cubicBezTo>
                    <a:pt x="183" y="517"/>
                    <a:pt x="243" y="552"/>
                    <a:pt x="335" y="572"/>
                  </a:cubicBezTo>
                  <a:lnTo>
                    <a:pt x="426" y="593"/>
                  </a:lnTo>
                  <a:cubicBezTo>
                    <a:pt x="482" y="603"/>
                    <a:pt x="517" y="618"/>
                    <a:pt x="532" y="638"/>
                  </a:cubicBezTo>
                  <a:cubicBezTo>
                    <a:pt x="547" y="653"/>
                    <a:pt x="553" y="674"/>
                    <a:pt x="547" y="704"/>
                  </a:cubicBezTo>
                  <a:cubicBezTo>
                    <a:pt x="542" y="740"/>
                    <a:pt x="522" y="765"/>
                    <a:pt x="492" y="780"/>
                  </a:cubicBezTo>
                  <a:cubicBezTo>
                    <a:pt x="456" y="800"/>
                    <a:pt x="416" y="805"/>
                    <a:pt x="365" y="805"/>
                  </a:cubicBezTo>
                  <a:cubicBezTo>
                    <a:pt x="309" y="805"/>
                    <a:pt x="259" y="800"/>
                    <a:pt x="203" y="785"/>
                  </a:cubicBezTo>
                  <a:cubicBezTo>
                    <a:pt x="152" y="765"/>
                    <a:pt x="97" y="745"/>
                    <a:pt x="41" y="709"/>
                  </a:cubicBezTo>
                  <a:lnTo>
                    <a:pt x="0" y="917"/>
                  </a:lnTo>
                  <a:cubicBezTo>
                    <a:pt x="56" y="937"/>
                    <a:pt x="112" y="957"/>
                    <a:pt x="173" y="968"/>
                  </a:cubicBezTo>
                  <a:cubicBezTo>
                    <a:pt x="233" y="978"/>
                    <a:pt x="289" y="983"/>
                    <a:pt x="350" y="983"/>
                  </a:cubicBezTo>
                  <a:cubicBezTo>
                    <a:pt x="477" y="983"/>
                    <a:pt x="578" y="957"/>
                    <a:pt x="649" y="907"/>
                  </a:cubicBezTo>
                  <a:cubicBezTo>
                    <a:pt x="725" y="856"/>
                    <a:pt x="770" y="780"/>
                    <a:pt x="791" y="674"/>
                  </a:cubicBezTo>
                  <a:cubicBezTo>
                    <a:pt x="806" y="593"/>
                    <a:pt x="796" y="532"/>
                    <a:pt x="760" y="491"/>
                  </a:cubicBezTo>
                  <a:cubicBezTo>
                    <a:pt x="725" y="446"/>
                    <a:pt x="654" y="415"/>
                    <a:pt x="553" y="395"/>
                  </a:cubicBezTo>
                  <a:lnTo>
                    <a:pt x="456" y="375"/>
                  </a:lnTo>
                  <a:cubicBezTo>
                    <a:pt x="406" y="365"/>
                    <a:pt x="375" y="350"/>
                    <a:pt x="360" y="334"/>
                  </a:cubicBezTo>
                  <a:cubicBezTo>
                    <a:pt x="345" y="324"/>
                    <a:pt x="340" y="304"/>
                    <a:pt x="345" y="279"/>
                  </a:cubicBezTo>
                  <a:cubicBezTo>
                    <a:pt x="350" y="243"/>
                    <a:pt x="370" y="218"/>
                    <a:pt x="401" y="203"/>
                  </a:cubicBezTo>
                  <a:cubicBezTo>
                    <a:pt x="431" y="187"/>
                    <a:pt x="477" y="177"/>
                    <a:pt x="532" y="177"/>
                  </a:cubicBezTo>
                  <a:cubicBezTo>
                    <a:pt x="578" y="177"/>
                    <a:pt x="623" y="182"/>
                    <a:pt x="669" y="193"/>
                  </a:cubicBezTo>
                  <a:cubicBezTo>
                    <a:pt x="720" y="208"/>
                    <a:pt x="765" y="223"/>
                    <a:pt x="816" y="248"/>
                  </a:cubicBezTo>
                  <a:lnTo>
                    <a:pt x="851" y="46"/>
                  </a:lnTo>
                  <a:cubicBezTo>
                    <a:pt x="801" y="30"/>
                    <a:pt x="745" y="20"/>
                    <a:pt x="689" y="10"/>
                  </a:cubicBezTo>
                  <a:cubicBezTo>
                    <a:pt x="639" y="5"/>
                    <a:pt x="583" y="0"/>
                    <a:pt x="5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28"/>
            <p:cNvSpPr/>
            <p:nvPr/>
          </p:nvSpPr>
          <p:spPr>
            <a:xfrm>
              <a:off x="3596732" y="2457546"/>
              <a:ext cx="292535" cy="259874"/>
            </a:xfrm>
            <a:custGeom>
              <a:avLst/>
              <a:gdLst/>
              <a:ahLst/>
              <a:cxnLst/>
              <a:rect l="l" t="t" r="r" b="b"/>
              <a:pathLst>
                <a:path w="3314" h="2944" extrusionOk="0">
                  <a:moveTo>
                    <a:pt x="3314" y="1"/>
                  </a:moveTo>
                  <a:lnTo>
                    <a:pt x="1" y="649"/>
                  </a:lnTo>
                  <a:lnTo>
                    <a:pt x="102" y="2944"/>
                  </a:lnTo>
                  <a:lnTo>
                    <a:pt x="331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9" name="Google Shape;1539;p28"/>
          <p:cNvGrpSpPr/>
          <p:nvPr/>
        </p:nvGrpSpPr>
        <p:grpSpPr>
          <a:xfrm>
            <a:off x="666800" y="1202113"/>
            <a:ext cx="1980325" cy="958200"/>
            <a:chOff x="666800" y="1202113"/>
            <a:chExt cx="1980325" cy="958200"/>
          </a:xfrm>
        </p:grpSpPr>
        <p:sp>
          <p:nvSpPr>
            <p:cNvPr id="1540" name="Google Shape;1540;p28"/>
            <p:cNvSpPr/>
            <p:nvPr/>
          </p:nvSpPr>
          <p:spPr>
            <a:xfrm>
              <a:off x="666825" y="1202113"/>
              <a:ext cx="1980300" cy="9582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41" name="Google Shape;1541;p28"/>
            <p:cNvGrpSpPr/>
            <p:nvPr/>
          </p:nvGrpSpPr>
          <p:grpSpPr>
            <a:xfrm>
              <a:off x="666800" y="1266100"/>
              <a:ext cx="1980323" cy="830243"/>
              <a:chOff x="-2082450" y="1418025"/>
              <a:chExt cx="1980323" cy="830243"/>
            </a:xfrm>
          </p:grpSpPr>
          <p:sp>
            <p:nvSpPr>
              <p:cNvPr id="1542" name="Google Shape;1542;p28"/>
              <p:cNvSpPr txBox="1"/>
              <p:nvPr/>
            </p:nvSpPr>
            <p:spPr>
              <a:xfrm>
                <a:off x="-2082427" y="1418025"/>
                <a:ext cx="1980300" cy="34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" sz="1800" b="1">
                    <a:solidFill>
                      <a:schemeClr val="lt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Social Platforms</a:t>
                </a:r>
                <a:endParaRPr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543" name="Google Shape;1543;p28"/>
              <p:cNvSpPr txBox="1"/>
              <p:nvPr/>
            </p:nvSpPr>
            <p:spPr>
              <a:xfrm>
                <a:off x="-2082450" y="1696868"/>
                <a:ext cx="1980300" cy="55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Flagging tool to maintain user trust</a:t>
                </a:r>
                <a:endParaRPr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544" name="Google Shape;1544;p28"/>
          <p:cNvGrpSpPr/>
          <p:nvPr/>
        </p:nvGrpSpPr>
        <p:grpSpPr>
          <a:xfrm>
            <a:off x="666823" y="2436125"/>
            <a:ext cx="1987511" cy="958200"/>
            <a:chOff x="666823" y="2436125"/>
            <a:chExt cx="1987511" cy="958200"/>
          </a:xfrm>
        </p:grpSpPr>
        <p:sp>
          <p:nvSpPr>
            <p:cNvPr id="1545" name="Google Shape;1545;p28"/>
            <p:cNvSpPr/>
            <p:nvPr/>
          </p:nvSpPr>
          <p:spPr>
            <a:xfrm>
              <a:off x="666825" y="2436125"/>
              <a:ext cx="1980300" cy="9582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46" name="Google Shape;1546;p28"/>
            <p:cNvGrpSpPr/>
            <p:nvPr/>
          </p:nvGrpSpPr>
          <p:grpSpPr>
            <a:xfrm>
              <a:off x="666823" y="2500100"/>
              <a:ext cx="1987511" cy="767168"/>
              <a:chOff x="-2082427" y="1418025"/>
              <a:chExt cx="1987511" cy="767168"/>
            </a:xfrm>
          </p:grpSpPr>
          <p:sp>
            <p:nvSpPr>
              <p:cNvPr id="1547" name="Google Shape;1547;p28"/>
              <p:cNvSpPr txBox="1"/>
              <p:nvPr/>
            </p:nvSpPr>
            <p:spPr>
              <a:xfrm>
                <a:off x="-2082427" y="1418025"/>
                <a:ext cx="1980300" cy="34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" sz="1800" b="1">
                    <a:solidFill>
                      <a:schemeClr val="lt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Journalism</a:t>
                </a:r>
                <a:endParaRPr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548" name="Google Shape;1548;p28"/>
              <p:cNvSpPr txBox="1"/>
              <p:nvPr/>
            </p:nvSpPr>
            <p:spPr>
              <a:xfrm>
                <a:off x="-2075216" y="1633793"/>
                <a:ext cx="1980300" cy="55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Screen press releases, news articles, and user-generated content</a:t>
                </a:r>
                <a:endParaRPr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549" name="Google Shape;1549;p28"/>
          <p:cNvGrpSpPr/>
          <p:nvPr/>
        </p:nvGrpSpPr>
        <p:grpSpPr>
          <a:xfrm>
            <a:off x="666823" y="3670113"/>
            <a:ext cx="1987257" cy="958200"/>
            <a:chOff x="666823" y="3670113"/>
            <a:chExt cx="1987257" cy="958200"/>
          </a:xfrm>
        </p:grpSpPr>
        <p:sp>
          <p:nvSpPr>
            <p:cNvPr id="1550" name="Google Shape;1550;p28"/>
            <p:cNvSpPr/>
            <p:nvPr/>
          </p:nvSpPr>
          <p:spPr>
            <a:xfrm>
              <a:off x="666825" y="3670113"/>
              <a:ext cx="1980300" cy="9582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51" name="Google Shape;1551;p28"/>
            <p:cNvGrpSpPr/>
            <p:nvPr/>
          </p:nvGrpSpPr>
          <p:grpSpPr>
            <a:xfrm>
              <a:off x="666823" y="3734100"/>
              <a:ext cx="1987257" cy="767676"/>
              <a:chOff x="-2082427" y="1418025"/>
              <a:chExt cx="1987257" cy="767676"/>
            </a:xfrm>
          </p:grpSpPr>
          <p:sp>
            <p:nvSpPr>
              <p:cNvPr id="1552" name="Google Shape;1552;p28"/>
              <p:cNvSpPr txBox="1"/>
              <p:nvPr/>
            </p:nvSpPr>
            <p:spPr>
              <a:xfrm>
                <a:off x="-2082427" y="1418025"/>
                <a:ext cx="1980300" cy="34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" sz="1800" b="1">
                    <a:solidFill>
                      <a:schemeClr val="lt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Tech Companies</a:t>
                </a:r>
                <a:endParaRPr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553" name="Google Shape;1553;p28"/>
              <p:cNvSpPr txBox="1"/>
              <p:nvPr/>
            </p:nvSpPr>
            <p:spPr>
              <a:xfrm>
                <a:off x="-2075470" y="1634301"/>
                <a:ext cx="1980300" cy="55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:r>
                  <a:rPr lang="en-US" sz="120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Real-time news verification and data-driven decision-making</a:t>
                </a:r>
                <a:endParaRPr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554" name="Google Shape;1554;p28"/>
          <p:cNvGrpSpPr/>
          <p:nvPr/>
        </p:nvGrpSpPr>
        <p:grpSpPr>
          <a:xfrm>
            <a:off x="6496900" y="1202113"/>
            <a:ext cx="1980323" cy="958200"/>
            <a:chOff x="6496900" y="1202113"/>
            <a:chExt cx="1980323" cy="958200"/>
          </a:xfrm>
        </p:grpSpPr>
        <p:sp>
          <p:nvSpPr>
            <p:cNvPr id="1555" name="Google Shape;1555;p28"/>
            <p:cNvSpPr/>
            <p:nvPr/>
          </p:nvSpPr>
          <p:spPr>
            <a:xfrm>
              <a:off x="6496900" y="1202113"/>
              <a:ext cx="1980300" cy="958200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56" name="Google Shape;1556;p28"/>
            <p:cNvGrpSpPr/>
            <p:nvPr/>
          </p:nvGrpSpPr>
          <p:grpSpPr>
            <a:xfrm>
              <a:off x="6496900" y="1266100"/>
              <a:ext cx="1980323" cy="746481"/>
              <a:chOff x="-2082450" y="1418025"/>
              <a:chExt cx="1980323" cy="746481"/>
            </a:xfrm>
          </p:grpSpPr>
          <p:sp>
            <p:nvSpPr>
              <p:cNvPr id="1557" name="Google Shape;1557;p28"/>
              <p:cNvSpPr txBox="1"/>
              <p:nvPr/>
            </p:nvSpPr>
            <p:spPr>
              <a:xfrm>
                <a:off x="-2082427" y="1418025"/>
                <a:ext cx="1980300" cy="34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" sz="1800" b="1">
                    <a:solidFill>
                      <a:schemeClr val="lt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Government</a:t>
                </a:r>
                <a:endParaRPr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558" name="Google Shape;1558;p28"/>
              <p:cNvSpPr txBox="1"/>
              <p:nvPr/>
            </p:nvSpPr>
            <p:spPr>
              <a:xfrm>
                <a:off x="-2082450" y="1613106"/>
                <a:ext cx="1980300" cy="55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Public remains accurately informed during crises and political campaigns</a:t>
                </a:r>
                <a:endParaRPr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559" name="Google Shape;1559;p28"/>
          <p:cNvGrpSpPr/>
          <p:nvPr/>
        </p:nvGrpSpPr>
        <p:grpSpPr>
          <a:xfrm>
            <a:off x="6496900" y="2436125"/>
            <a:ext cx="1981062" cy="958200"/>
            <a:chOff x="6496900" y="2436125"/>
            <a:chExt cx="1981062" cy="958200"/>
          </a:xfrm>
        </p:grpSpPr>
        <p:sp>
          <p:nvSpPr>
            <p:cNvPr id="1560" name="Google Shape;1560;p28"/>
            <p:cNvSpPr/>
            <p:nvPr/>
          </p:nvSpPr>
          <p:spPr>
            <a:xfrm>
              <a:off x="6496900" y="2436125"/>
              <a:ext cx="1980300" cy="958200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61" name="Google Shape;1561;p28"/>
            <p:cNvGrpSpPr/>
            <p:nvPr/>
          </p:nvGrpSpPr>
          <p:grpSpPr>
            <a:xfrm>
              <a:off x="6496923" y="2500100"/>
              <a:ext cx="1981039" cy="768438"/>
              <a:chOff x="-2082427" y="1418025"/>
              <a:chExt cx="1981039" cy="768438"/>
            </a:xfrm>
          </p:grpSpPr>
          <p:sp>
            <p:nvSpPr>
              <p:cNvPr id="1562" name="Google Shape;1562;p28"/>
              <p:cNvSpPr txBox="1"/>
              <p:nvPr/>
            </p:nvSpPr>
            <p:spPr>
              <a:xfrm>
                <a:off x="-2082427" y="1418025"/>
                <a:ext cx="1980300" cy="34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" sz="1800" b="1">
                    <a:solidFill>
                      <a:schemeClr val="lt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Healthcare</a:t>
                </a:r>
                <a:endParaRPr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563" name="Google Shape;1563;p28"/>
              <p:cNvSpPr txBox="1"/>
              <p:nvPr/>
            </p:nvSpPr>
            <p:spPr>
              <a:xfrm>
                <a:off x="-2081688" y="1635063"/>
                <a:ext cx="1980300" cy="55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Monitor and counter health-related misinformation</a:t>
                </a:r>
                <a:endParaRPr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564" name="Google Shape;1564;p28"/>
          <p:cNvGrpSpPr/>
          <p:nvPr/>
        </p:nvGrpSpPr>
        <p:grpSpPr>
          <a:xfrm>
            <a:off x="6496900" y="3670113"/>
            <a:ext cx="1980323" cy="958200"/>
            <a:chOff x="6496900" y="3670113"/>
            <a:chExt cx="1980323" cy="958200"/>
          </a:xfrm>
        </p:grpSpPr>
        <p:sp>
          <p:nvSpPr>
            <p:cNvPr id="1565" name="Google Shape;1565;p28"/>
            <p:cNvSpPr/>
            <p:nvPr/>
          </p:nvSpPr>
          <p:spPr>
            <a:xfrm>
              <a:off x="6496900" y="3670113"/>
              <a:ext cx="1980300" cy="958200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66" name="Google Shape;1566;p28"/>
            <p:cNvGrpSpPr/>
            <p:nvPr/>
          </p:nvGrpSpPr>
          <p:grpSpPr>
            <a:xfrm>
              <a:off x="6496900" y="3734100"/>
              <a:ext cx="1980323" cy="774402"/>
              <a:chOff x="-2082450" y="1418025"/>
              <a:chExt cx="1980323" cy="774402"/>
            </a:xfrm>
          </p:grpSpPr>
          <p:sp>
            <p:nvSpPr>
              <p:cNvPr id="1567" name="Google Shape;1567;p28"/>
              <p:cNvSpPr txBox="1"/>
              <p:nvPr/>
            </p:nvSpPr>
            <p:spPr>
              <a:xfrm>
                <a:off x="-2082427" y="1418025"/>
                <a:ext cx="1980300" cy="34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US" sz="1800" b="1">
                    <a:solidFill>
                      <a:schemeClr val="lt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A</a:t>
                </a:r>
                <a:r>
                  <a:rPr lang="en" sz="1800" b="1">
                    <a:solidFill>
                      <a:schemeClr val="lt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nd Many More!</a:t>
                </a:r>
                <a:endParaRPr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568" name="Google Shape;1568;p28"/>
              <p:cNvSpPr txBox="1"/>
              <p:nvPr/>
            </p:nvSpPr>
            <p:spPr>
              <a:xfrm>
                <a:off x="-2082450" y="1641027"/>
                <a:ext cx="1980300" cy="55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The identification of fake news will benefit all industries</a:t>
                </a:r>
                <a:endParaRPr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ADB74-8FE3-D4AE-1878-0B4C571D6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10400"/>
            <a:ext cx="8375100" cy="572700"/>
          </a:xfrm>
        </p:spPr>
        <p:txBody>
          <a:bodyPr/>
          <a:lstStyle/>
          <a:p>
            <a:r>
              <a:rPr lang="en-US"/>
              <a:t>Motivation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9D14D9-912C-53BD-8792-61984A7CA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1152475"/>
            <a:ext cx="8427451" cy="3416400"/>
          </a:xfrm>
        </p:spPr>
        <p:txBody>
          <a:bodyPr/>
          <a:lstStyle/>
          <a:p>
            <a:r>
              <a:rPr lang="en-US"/>
              <a:t>The primary motivation behind developing this fake news detection tool is to:</a:t>
            </a:r>
          </a:p>
          <a:p>
            <a:pPr lvl="1"/>
            <a:r>
              <a:rPr lang="en-US"/>
              <a:t>Address the growing threat of misinformation, which can undermine public safety, democracy, and organizational credibility.</a:t>
            </a:r>
          </a:p>
          <a:p>
            <a:pPr lvl="1"/>
            <a:r>
              <a:rPr lang="en-US"/>
              <a:t>Equip industries with innovative solutions to safeguard trust and maintain accurate public communication.</a:t>
            </a:r>
          </a:p>
          <a:p>
            <a:pPr lvl="1"/>
            <a:endParaRPr lang="en-US"/>
          </a:p>
          <a:p>
            <a:r>
              <a:rPr lang="en-US"/>
              <a:t>Misinformation spreads rapidly and can damage reputations, mislead the public, and impact societal welfare. This machine learning-based tool provides:</a:t>
            </a:r>
          </a:p>
          <a:p>
            <a:pPr lvl="1"/>
            <a:r>
              <a:rPr lang="en-US"/>
              <a:t>A practical solution to detect and reduce fake news in real-time.</a:t>
            </a:r>
          </a:p>
          <a:p>
            <a:pPr lvl="1"/>
            <a:r>
              <a:rPr lang="en-US"/>
              <a:t>Support for industries like social media, journalism, government, and healthcare in protecting public trust and reducing the spread of misinformation.</a:t>
            </a:r>
          </a:p>
          <a:p>
            <a:endParaRPr lang="en-US"/>
          </a:p>
        </p:txBody>
      </p:sp>
      <p:grpSp>
        <p:nvGrpSpPr>
          <p:cNvPr id="36" name="Google Shape;2003;p35">
            <a:extLst>
              <a:ext uri="{FF2B5EF4-FFF2-40B4-BE49-F238E27FC236}">
                <a16:creationId xmlns:a16="http://schemas.microsoft.com/office/drawing/2014/main" id="{5F5EDAD4-B49A-2E75-880B-7E43740726B9}"/>
              </a:ext>
            </a:extLst>
          </p:cNvPr>
          <p:cNvGrpSpPr/>
          <p:nvPr/>
        </p:nvGrpSpPr>
        <p:grpSpPr>
          <a:xfrm>
            <a:off x="7315557" y="50800"/>
            <a:ext cx="1516743" cy="1568159"/>
            <a:chOff x="435248" y="1475769"/>
            <a:chExt cx="3098369" cy="3295801"/>
          </a:xfrm>
        </p:grpSpPr>
        <p:sp>
          <p:nvSpPr>
            <p:cNvPr id="38" name="Google Shape;2004;p35">
              <a:extLst>
                <a:ext uri="{FF2B5EF4-FFF2-40B4-BE49-F238E27FC236}">
                  <a16:creationId xmlns:a16="http://schemas.microsoft.com/office/drawing/2014/main" id="{8DF86046-D2FA-B5D0-715D-E8B95BA0F35C}"/>
                </a:ext>
              </a:extLst>
            </p:cNvPr>
            <p:cNvSpPr/>
            <p:nvPr/>
          </p:nvSpPr>
          <p:spPr>
            <a:xfrm>
              <a:off x="486837" y="4642517"/>
              <a:ext cx="3046780" cy="129053"/>
            </a:xfrm>
            <a:custGeom>
              <a:avLst/>
              <a:gdLst/>
              <a:ahLst/>
              <a:cxnLst/>
              <a:rect l="l" t="t" r="r" b="b"/>
              <a:pathLst>
                <a:path w="29204" h="1237" extrusionOk="0">
                  <a:moveTo>
                    <a:pt x="14599" y="1"/>
                  </a:moveTo>
                  <a:cubicBezTo>
                    <a:pt x="6535" y="1"/>
                    <a:pt x="0" y="280"/>
                    <a:pt x="0" y="619"/>
                  </a:cubicBezTo>
                  <a:cubicBezTo>
                    <a:pt x="0" y="963"/>
                    <a:pt x="6535" y="1237"/>
                    <a:pt x="14599" y="1237"/>
                  </a:cubicBezTo>
                  <a:cubicBezTo>
                    <a:pt x="22664" y="1237"/>
                    <a:pt x="29204" y="963"/>
                    <a:pt x="29204" y="619"/>
                  </a:cubicBezTo>
                  <a:cubicBezTo>
                    <a:pt x="29204" y="280"/>
                    <a:pt x="22664" y="1"/>
                    <a:pt x="145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" name="Google Shape;2005;p35">
              <a:extLst>
                <a:ext uri="{FF2B5EF4-FFF2-40B4-BE49-F238E27FC236}">
                  <a16:creationId xmlns:a16="http://schemas.microsoft.com/office/drawing/2014/main" id="{9F440286-98E6-CC63-C43D-1DAFFA75070F}"/>
                </a:ext>
              </a:extLst>
            </p:cNvPr>
            <p:cNvGrpSpPr/>
            <p:nvPr/>
          </p:nvGrpSpPr>
          <p:grpSpPr>
            <a:xfrm>
              <a:off x="435248" y="1475769"/>
              <a:ext cx="2788976" cy="3251253"/>
              <a:chOff x="457208" y="1129894"/>
              <a:chExt cx="2921618" cy="3405880"/>
            </a:xfrm>
          </p:grpSpPr>
          <p:sp>
            <p:nvSpPr>
              <p:cNvPr id="40" name="Google Shape;2006;p35">
                <a:extLst>
                  <a:ext uri="{FF2B5EF4-FFF2-40B4-BE49-F238E27FC236}">
                    <a16:creationId xmlns:a16="http://schemas.microsoft.com/office/drawing/2014/main" id="{41F44A49-4552-8A68-6DF6-543F1B4C3A06}"/>
                  </a:ext>
                </a:extLst>
              </p:cNvPr>
              <p:cNvSpPr/>
              <p:nvPr/>
            </p:nvSpPr>
            <p:spPr>
              <a:xfrm>
                <a:off x="457208" y="1680852"/>
                <a:ext cx="2416329" cy="2854922"/>
              </a:xfrm>
              <a:custGeom>
                <a:avLst/>
                <a:gdLst/>
                <a:ahLst/>
                <a:cxnLst/>
                <a:rect l="l" t="t" r="r" b="b"/>
                <a:pathLst>
                  <a:path w="23161" h="27365" extrusionOk="0">
                    <a:moveTo>
                      <a:pt x="10254" y="0"/>
                    </a:moveTo>
                    <a:cubicBezTo>
                      <a:pt x="10104" y="0"/>
                      <a:pt x="9952" y="39"/>
                      <a:pt x="9813" y="119"/>
                    </a:cubicBezTo>
                    <a:lnTo>
                      <a:pt x="756" y="5347"/>
                    </a:lnTo>
                    <a:lnTo>
                      <a:pt x="538" y="4962"/>
                    </a:lnTo>
                    <a:lnTo>
                      <a:pt x="122" y="5864"/>
                    </a:lnTo>
                    <a:cubicBezTo>
                      <a:pt x="1" y="6117"/>
                      <a:pt x="31" y="6431"/>
                      <a:pt x="183" y="6694"/>
                    </a:cubicBezTo>
                    <a:lnTo>
                      <a:pt x="11859" y="26926"/>
                    </a:lnTo>
                    <a:cubicBezTo>
                      <a:pt x="12022" y="27207"/>
                      <a:pt x="12316" y="27364"/>
                      <a:pt x="12621" y="27364"/>
                    </a:cubicBezTo>
                    <a:cubicBezTo>
                      <a:pt x="12771" y="27364"/>
                      <a:pt x="12924" y="27326"/>
                      <a:pt x="13065" y="27245"/>
                    </a:cubicBezTo>
                    <a:lnTo>
                      <a:pt x="22370" y="21871"/>
                    </a:lnTo>
                    <a:cubicBezTo>
                      <a:pt x="22548" y="21769"/>
                      <a:pt x="22674" y="21622"/>
                      <a:pt x="22745" y="21450"/>
                    </a:cubicBezTo>
                    <a:lnTo>
                      <a:pt x="23161" y="20473"/>
                    </a:lnTo>
                    <a:lnTo>
                      <a:pt x="22745" y="20771"/>
                    </a:lnTo>
                    <a:cubicBezTo>
                      <a:pt x="22730" y="20736"/>
                      <a:pt x="22715" y="20701"/>
                      <a:pt x="22695" y="20670"/>
                    </a:cubicBezTo>
                    <a:lnTo>
                      <a:pt x="11013" y="438"/>
                    </a:lnTo>
                    <a:cubicBezTo>
                      <a:pt x="10851" y="157"/>
                      <a:pt x="10556" y="0"/>
                      <a:pt x="10254" y="0"/>
                    </a:cubicBezTo>
                    <a:close/>
                  </a:path>
                </a:pathLst>
              </a:custGeom>
              <a:solidFill>
                <a:srgbClr val="29252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2007;p35">
                <a:extLst>
                  <a:ext uri="{FF2B5EF4-FFF2-40B4-BE49-F238E27FC236}">
                    <a16:creationId xmlns:a16="http://schemas.microsoft.com/office/drawing/2014/main" id="{92A7D89B-2773-E645-69A6-66F6B0634893}"/>
                  </a:ext>
                </a:extLst>
              </p:cNvPr>
              <p:cNvSpPr/>
              <p:nvPr/>
            </p:nvSpPr>
            <p:spPr>
              <a:xfrm>
                <a:off x="494245" y="1578819"/>
                <a:ext cx="2399428" cy="2854922"/>
              </a:xfrm>
              <a:custGeom>
                <a:avLst/>
                <a:gdLst/>
                <a:ahLst/>
                <a:cxnLst/>
                <a:rect l="l" t="t" r="r" b="b"/>
                <a:pathLst>
                  <a:path w="22999" h="27365" extrusionOk="0">
                    <a:moveTo>
                      <a:pt x="10314" y="1"/>
                    </a:moveTo>
                    <a:cubicBezTo>
                      <a:pt x="10164" y="1"/>
                      <a:pt x="10012" y="39"/>
                      <a:pt x="9873" y="120"/>
                    </a:cubicBezTo>
                    <a:lnTo>
                      <a:pt x="563" y="5494"/>
                    </a:lnTo>
                    <a:cubicBezTo>
                      <a:pt x="142" y="5737"/>
                      <a:pt x="0" y="6274"/>
                      <a:pt x="244" y="6695"/>
                    </a:cubicBezTo>
                    <a:lnTo>
                      <a:pt x="11920" y="26926"/>
                    </a:lnTo>
                    <a:cubicBezTo>
                      <a:pt x="12082" y="27208"/>
                      <a:pt x="12377" y="27364"/>
                      <a:pt x="12681" y="27364"/>
                    </a:cubicBezTo>
                    <a:cubicBezTo>
                      <a:pt x="12831" y="27364"/>
                      <a:pt x="12984" y="27326"/>
                      <a:pt x="13125" y="27246"/>
                    </a:cubicBezTo>
                    <a:lnTo>
                      <a:pt x="22431" y="21871"/>
                    </a:lnTo>
                    <a:cubicBezTo>
                      <a:pt x="22851" y="21628"/>
                      <a:pt x="22998" y="21091"/>
                      <a:pt x="22755" y="20670"/>
                    </a:cubicBezTo>
                    <a:lnTo>
                      <a:pt x="11074" y="439"/>
                    </a:lnTo>
                    <a:cubicBezTo>
                      <a:pt x="10911" y="157"/>
                      <a:pt x="10617" y="1"/>
                      <a:pt x="103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2008;p35">
                <a:extLst>
                  <a:ext uri="{FF2B5EF4-FFF2-40B4-BE49-F238E27FC236}">
                    <a16:creationId xmlns:a16="http://schemas.microsoft.com/office/drawing/2014/main" id="{473587D8-639E-36AE-C6FF-1B3F279BE421}"/>
                  </a:ext>
                </a:extLst>
              </p:cNvPr>
              <p:cNvSpPr/>
              <p:nvPr/>
            </p:nvSpPr>
            <p:spPr>
              <a:xfrm>
                <a:off x="924915" y="1821382"/>
                <a:ext cx="256437" cy="150962"/>
              </a:xfrm>
              <a:custGeom>
                <a:avLst/>
                <a:gdLst/>
                <a:ahLst/>
                <a:cxnLst/>
                <a:rect l="l" t="t" r="r" b="b"/>
                <a:pathLst>
                  <a:path w="2458" h="1447" extrusionOk="0">
                    <a:moveTo>
                      <a:pt x="2408" y="1"/>
                    </a:moveTo>
                    <a:cubicBezTo>
                      <a:pt x="2401" y="1"/>
                      <a:pt x="2393" y="3"/>
                      <a:pt x="2387" y="8"/>
                    </a:cubicBezTo>
                    <a:lnTo>
                      <a:pt x="31" y="1366"/>
                    </a:lnTo>
                    <a:cubicBezTo>
                      <a:pt x="11" y="1381"/>
                      <a:pt x="1" y="1406"/>
                      <a:pt x="16" y="1427"/>
                    </a:cubicBezTo>
                    <a:cubicBezTo>
                      <a:pt x="21" y="1442"/>
                      <a:pt x="36" y="1447"/>
                      <a:pt x="51" y="1447"/>
                    </a:cubicBezTo>
                    <a:cubicBezTo>
                      <a:pt x="57" y="1447"/>
                      <a:pt x="67" y="1447"/>
                      <a:pt x="72" y="1442"/>
                    </a:cubicBezTo>
                    <a:lnTo>
                      <a:pt x="2432" y="79"/>
                    </a:lnTo>
                    <a:cubicBezTo>
                      <a:pt x="2453" y="69"/>
                      <a:pt x="2458" y="44"/>
                      <a:pt x="2447" y="23"/>
                    </a:cubicBezTo>
                    <a:cubicBezTo>
                      <a:pt x="2437" y="10"/>
                      <a:pt x="2423" y="1"/>
                      <a:pt x="2408" y="1"/>
                    </a:cubicBezTo>
                    <a:close/>
                  </a:path>
                </a:pathLst>
              </a:custGeom>
              <a:solidFill>
                <a:srgbClr val="F752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2009;p35">
                <a:extLst>
                  <a:ext uri="{FF2B5EF4-FFF2-40B4-BE49-F238E27FC236}">
                    <a16:creationId xmlns:a16="http://schemas.microsoft.com/office/drawing/2014/main" id="{DE672055-9FC0-DE0A-C517-BEFF74907382}"/>
                  </a:ext>
                </a:extLst>
              </p:cNvPr>
              <p:cNvSpPr/>
              <p:nvPr/>
            </p:nvSpPr>
            <p:spPr>
              <a:xfrm>
                <a:off x="539106" y="1632965"/>
                <a:ext cx="2279973" cy="2696449"/>
              </a:xfrm>
              <a:custGeom>
                <a:avLst/>
                <a:gdLst/>
                <a:ahLst/>
                <a:cxnLst/>
                <a:rect l="l" t="t" r="r" b="b"/>
                <a:pathLst>
                  <a:path w="21854" h="25846" extrusionOk="0">
                    <a:moveTo>
                      <a:pt x="10043" y="1"/>
                    </a:moveTo>
                    <a:cubicBezTo>
                      <a:pt x="9934" y="1"/>
                      <a:pt x="9823" y="28"/>
                      <a:pt x="9722" y="87"/>
                    </a:cubicBezTo>
                    <a:lnTo>
                      <a:pt x="411" y="5461"/>
                    </a:lnTo>
                    <a:cubicBezTo>
                      <a:pt x="107" y="5634"/>
                      <a:pt x="1" y="6029"/>
                      <a:pt x="178" y="6333"/>
                    </a:cubicBezTo>
                    <a:lnTo>
                      <a:pt x="11257" y="25526"/>
                    </a:lnTo>
                    <a:cubicBezTo>
                      <a:pt x="11376" y="25730"/>
                      <a:pt x="11593" y="25845"/>
                      <a:pt x="11815" y="25845"/>
                    </a:cubicBezTo>
                    <a:cubicBezTo>
                      <a:pt x="11923" y="25845"/>
                      <a:pt x="12033" y="25817"/>
                      <a:pt x="12133" y="25759"/>
                    </a:cubicBezTo>
                    <a:lnTo>
                      <a:pt x="21444" y="20385"/>
                    </a:lnTo>
                    <a:cubicBezTo>
                      <a:pt x="21748" y="20207"/>
                      <a:pt x="21854" y="19812"/>
                      <a:pt x="21677" y="19508"/>
                    </a:cubicBezTo>
                    <a:lnTo>
                      <a:pt x="10598" y="320"/>
                    </a:lnTo>
                    <a:cubicBezTo>
                      <a:pt x="10479" y="116"/>
                      <a:pt x="10264" y="1"/>
                      <a:pt x="10043" y="1"/>
                    </a:cubicBezTo>
                    <a:close/>
                  </a:path>
                </a:pathLst>
              </a:custGeom>
              <a:solidFill>
                <a:srgbClr val="B1E4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2010;p35">
                <a:extLst>
                  <a:ext uri="{FF2B5EF4-FFF2-40B4-BE49-F238E27FC236}">
                    <a16:creationId xmlns:a16="http://schemas.microsoft.com/office/drawing/2014/main" id="{F50DB369-21C9-1E2C-B067-B3F30B8212D3}"/>
                  </a:ext>
                </a:extLst>
              </p:cNvPr>
              <p:cNvSpPr/>
              <p:nvPr/>
            </p:nvSpPr>
            <p:spPr>
              <a:xfrm>
                <a:off x="1725117" y="3759070"/>
                <a:ext cx="970350" cy="570045"/>
              </a:xfrm>
              <a:custGeom>
                <a:avLst/>
                <a:gdLst/>
                <a:ahLst/>
                <a:cxnLst/>
                <a:rect l="l" t="t" r="r" b="b"/>
                <a:pathLst>
                  <a:path w="9301" h="5464" extrusionOk="0">
                    <a:moveTo>
                      <a:pt x="7365" y="0"/>
                    </a:moveTo>
                    <a:lnTo>
                      <a:pt x="243" y="836"/>
                    </a:lnTo>
                    <a:cubicBezTo>
                      <a:pt x="0" y="2999"/>
                      <a:pt x="203" y="4661"/>
                      <a:pt x="345" y="5456"/>
                    </a:cubicBezTo>
                    <a:cubicBezTo>
                      <a:pt x="379" y="5461"/>
                      <a:pt x="413" y="5463"/>
                      <a:pt x="447" y="5463"/>
                    </a:cubicBezTo>
                    <a:cubicBezTo>
                      <a:pt x="556" y="5463"/>
                      <a:pt x="665" y="5438"/>
                      <a:pt x="765" y="5380"/>
                    </a:cubicBezTo>
                    <a:lnTo>
                      <a:pt x="9301" y="451"/>
                    </a:lnTo>
                    <a:lnTo>
                      <a:pt x="736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2011;p35">
                <a:extLst>
                  <a:ext uri="{FF2B5EF4-FFF2-40B4-BE49-F238E27FC236}">
                    <a16:creationId xmlns:a16="http://schemas.microsoft.com/office/drawing/2014/main" id="{429311E5-69B1-16B0-3779-2679323D7750}"/>
                  </a:ext>
                </a:extLst>
              </p:cNvPr>
              <p:cNvSpPr/>
              <p:nvPr/>
            </p:nvSpPr>
            <p:spPr>
              <a:xfrm>
                <a:off x="694556" y="2667797"/>
                <a:ext cx="1659538" cy="1621458"/>
              </a:xfrm>
              <a:custGeom>
                <a:avLst/>
                <a:gdLst/>
                <a:ahLst/>
                <a:cxnLst/>
                <a:rect l="l" t="t" r="r" b="b"/>
                <a:pathLst>
                  <a:path w="15907" h="15542" extrusionOk="0">
                    <a:moveTo>
                      <a:pt x="102" y="0"/>
                    </a:moveTo>
                    <a:cubicBezTo>
                      <a:pt x="88" y="0"/>
                      <a:pt x="74" y="4"/>
                      <a:pt x="61" y="10"/>
                    </a:cubicBezTo>
                    <a:cubicBezTo>
                      <a:pt x="15" y="36"/>
                      <a:pt x="0" y="91"/>
                      <a:pt x="26" y="132"/>
                    </a:cubicBezTo>
                    <a:lnTo>
                      <a:pt x="796" y="1464"/>
                    </a:lnTo>
                    <a:cubicBezTo>
                      <a:pt x="812" y="1491"/>
                      <a:pt x="841" y="1507"/>
                      <a:pt x="871" y="1507"/>
                    </a:cubicBezTo>
                    <a:cubicBezTo>
                      <a:pt x="886" y="1507"/>
                      <a:pt x="902" y="1503"/>
                      <a:pt x="917" y="1494"/>
                    </a:cubicBezTo>
                    <a:cubicBezTo>
                      <a:pt x="958" y="1469"/>
                      <a:pt x="973" y="1418"/>
                      <a:pt x="947" y="1378"/>
                    </a:cubicBezTo>
                    <a:lnTo>
                      <a:pt x="178" y="46"/>
                    </a:lnTo>
                    <a:cubicBezTo>
                      <a:pt x="160" y="15"/>
                      <a:pt x="132" y="0"/>
                      <a:pt x="102" y="0"/>
                    </a:cubicBezTo>
                    <a:close/>
                    <a:moveTo>
                      <a:pt x="1167" y="1844"/>
                    </a:moveTo>
                    <a:cubicBezTo>
                      <a:pt x="1153" y="1844"/>
                      <a:pt x="1138" y="1847"/>
                      <a:pt x="1125" y="1854"/>
                    </a:cubicBezTo>
                    <a:cubicBezTo>
                      <a:pt x="1079" y="1879"/>
                      <a:pt x="1069" y="1935"/>
                      <a:pt x="1089" y="1976"/>
                    </a:cubicBezTo>
                    <a:lnTo>
                      <a:pt x="1859" y="3308"/>
                    </a:lnTo>
                    <a:cubicBezTo>
                      <a:pt x="1876" y="3335"/>
                      <a:pt x="1904" y="3351"/>
                      <a:pt x="1935" y="3351"/>
                    </a:cubicBezTo>
                    <a:cubicBezTo>
                      <a:pt x="1950" y="3351"/>
                      <a:pt x="1966" y="3347"/>
                      <a:pt x="1981" y="3338"/>
                    </a:cubicBezTo>
                    <a:cubicBezTo>
                      <a:pt x="2021" y="3313"/>
                      <a:pt x="2037" y="3262"/>
                      <a:pt x="2011" y="3222"/>
                    </a:cubicBezTo>
                    <a:lnTo>
                      <a:pt x="1241" y="1890"/>
                    </a:lnTo>
                    <a:cubicBezTo>
                      <a:pt x="1228" y="1859"/>
                      <a:pt x="1198" y="1844"/>
                      <a:pt x="1167" y="1844"/>
                    </a:cubicBezTo>
                    <a:close/>
                    <a:moveTo>
                      <a:pt x="15818" y="14460"/>
                    </a:moveTo>
                    <a:cubicBezTo>
                      <a:pt x="15805" y="14460"/>
                      <a:pt x="15792" y="14464"/>
                      <a:pt x="15780" y="14472"/>
                    </a:cubicBezTo>
                    <a:lnTo>
                      <a:pt x="14903" y="14979"/>
                    </a:lnTo>
                    <a:cubicBezTo>
                      <a:pt x="14868" y="14999"/>
                      <a:pt x="14853" y="15045"/>
                      <a:pt x="14873" y="15080"/>
                    </a:cubicBezTo>
                    <a:cubicBezTo>
                      <a:pt x="14886" y="15107"/>
                      <a:pt x="14913" y="15121"/>
                      <a:pt x="14940" y="15121"/>
                    </a:cubicBezTo>
                    <a:cubicBezTo>
                      <a:pt x="14954" y="15121"/>
                      <a:pt x="14967" y="15117"/>
                      <a:pt x="14979" y="15111"/>
                    </a:cubicBezTo>
                    <a:lnTo>
                      <a:pt x="15856" y="14604"/>
                    </a:lnTo>
                    <a:cubicBezTo>
                      <a:pt x="15891" y="14584"/>
                      <a:pt x="15906" y="14538"/>
                      <a:pt x="15886" y="14498"/>
                    </a:cubicBezTo>
                    <a:cubicBezTo>
                      <a:pt x="15869" y="14474"/>
                      <a:pt x="15844" y="14460"/>
                      <a:pt x="15818" y="14460"/>
                    </a:cubicBezTo>
                    <a:close/>
                    <a:moveTo>
                      <a:pt x="14355" y="15325"/>
                    </a:moveTo>
                    <a:cubicBezTo>
                      <a:pt x="14321" y="15325"/>
                      <a:pt x="14275" y="15338"/>
                      <a:pt x="14229" y="15364"/>
                    </a:cubicBezTo>
                    <a:cubicBezTo>
                      <a:pt x="14148" y="15409"/>
                      <a:pt x="14103" y="15480"/>
                      <a:pt x="14123" y="15516"/>
                    </a:cubicBezTo>
                    <a:cubicBezTo>
                      <a:pt x="14132" y="15533"/>
                      <a:pt x="14152" y="15541"/>
                      <a:pt x="14178" y="15541"/>
                    </a:cubicBezTo>
                    <a:cubicBezTo>
                      <a:pt x="14213" y="15541"/>
                      <a:pt x="14259" y="15527"/>
                      <a:pt x="14305" y="15501"/>
                    </a:cubicBezTo>
                    <a:cubicBezTo>
                      <a:pt x="14386" y="15455"/>
                      <a:pt x="14437" y="15384"/>
                      <a:pt x="14412" y="15349"/>
                    </a:cubicBezTo>
                    <a:cubicBezTo>
                      <a:pt x="14403" y="15333"/>
                      <a:pt x="14382" y="15325"/>
                      <a:pt x="14355" y="1532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2012;p35">
                <a:extLst>
                  <a:ext uri="{FF2B5EF4-FFF2-40B4-BE49-F238E27FC236}">
                    <a16:creationId xmlns:a16="http://schemas.microsoft.com/office/drawing/2014/main" id="{F5C1ED01-28F6-6449-9CFF-2A237F88F8B8}"/>
                  </a:ext>
                </a:extLst>
              </p:cNvPr>
              <p:cNvSpPr/>
              <p:nvPr/>
            </p:nvSpPr>
            <p:spPr>
              <a:xfrm>
                <a:off x="1750469" y="2157215"/>
                <a:ext cx="43400" cy="42983"/>
              </a:xfrm>
              <a:custGeom>
                <a:avLst/>
                <a:gdLst/>
                <a:ahLst/>
                <a:cxnLst/>
                <a:rect l="l" t="t" r="r" b="b"/>
                <a:pathLst>
                  <a:path w="416" h="412" extrusionOk="0">
                    <a:moveTo>
                      <a:pt x="416" y="1"/>
                    </a:moveTo>
                    <a:lnTo>
                      <a:pt x="416" y="1"/>
                    </a:lnTo>
                    <a:cubicBezTo>
                      <a:pt x="416" y="1"/>
                      <a:pt x="259" y="56"/>
                      <a:pt x="0" y="107"/>
                    </a:cubicBezTo>
                    <a:cubicBezTo>
                      <a:pt x="15" y="295"/>
                      <a:pt x="5" y="411"/>
                      <a:pt x="5" y="411"/>
                    </a:cubicBezTo>
                    <a:lnTo>
                      <a:pt x="416" y="1"/>
                    </a:lnTo>
                    <a:close/>
                  </a:path>
                </a:pathLst>
              </a:custGeom>
              <a:solidFill>
                <a:srgbClr val="2F255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2013;p35">
                <a:extLst>
                  <a:ext uri="{FF2B5EF4-FFF2-40B4-BE49-F238E27FC236}">
                    <a16:creationId xmlns:a16="http://schemas.microsoft.com/office/drawing/2014/main" id="{E0737ECB-95D6-3786-B0D6-4A0527213947}"/>
                  </a:ext>
                </a:extLst>
              </p:cNvPr>
              <p:cNvSpPr/>
              <p:nvPr/>
            </p:nvSpPr>
            <p:spPr>
              <a:xfrm>
                <a:off x="1368104" y="1902028"/>
                <a:ext cx="371823" cy="412511"/>
              </a:xfrm>
              <a:custGeom>
                <a:avLst/>
                <a:gdLst/>
                <a:ahLst/>
                <a:cxnLst/>
                <a:rect l="l" t="t" r="r" b="b"/>
                <a:pathLst>
                  <a:path w="3564" h="3954" extrusionOk="0">
                    <a:moveTo>
                      <a:pt x="1635" y="0"/>
                    </a:moveTo>
                    <a:cubicBezTo>
                      <a:pt x="681" y="0"/>
                      <a:pt x="0" y="1226"/>
                      <a:pt x="1046" y="1991"/>
                    </a:cubicBezTo>
                    <a:cubicBezTo>
                      <a:pt x="1604" y="2396"/>
                      <a:pt x="2186" y="2558"/>
                      <a:pt x="2693" y="2599"/>
                    </a:cubicBezTo>
                    <a:cubicBezTo>
                      <a:pt x="1983" y="2822"/>
                      <a:pt x="955" y="3237"/>
                      <a:pt x="1097" y="3759"/>
                    </a:cubicBezTo>
                    <a:cubicBezTo>
                      <a:pt x="1134" y="3896"/>
                      <a:pt x="1225" y="3953"/>
                      <a:pt x="1351" y="3953"/>
                    </a:cubicBezTo>
                    <a:cubicBezTo>
                      <a:pt x="1802" y="3953"/>
                      <a:pt x="2694" y="3230"/>
                      <a:pt x="3113" y="2862"/>
                    </a:cubicBezTo>
                    <a:cubicBezTo>
                      <a:pt x="3159" y="2518"/>
                      <a:pt x="3331" y="2244"/>
                      <a:pt x="3564" y="2006"/>
                    </a:cubicBezTo>
                    <a:cubicBezTo>
                      <a:pt x="3437" y="1530"/>
                      <a:pt x="3149" y="922"/>
                      <a:pt x="2520" y="370"/>
                    </a:cubicBezTo>
                    <a:cubicBezTo>
                      <a:pt x="2227" y="109"/>
                      <a:pt x="1919" y="0"/>
                      <a:pt x="1635" y="0"/>
                    </a:cubicBezTo>
                    <a:close/>
                  </a:path>
                </a:pathLst>
              </a:custGeom>
              <a:solidFill>
                <a:srgbClr val="29252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2014;p35">
                <a:extLst>
                  <a:ext uri="{FF2B5EF4-FFF2-40B4-BE49-F238E27FC236}">
                    <a16:creationId xmlns:a16="http://schemas.microsoft.com/office/drawing/2014/main" id="{AD6E81A7-7BC5-5857-B058-B3133136AF2C}"/>
                  </a:ext>
                </a:extLst>
              </p:cNvPr>
              <p:cNvSpPr/>
              <p:nvPr/>
            </p:nvSpPr>
            <p:spPr>
              <a:xfrm>
                <a:off x="1245726" y="1985073"/>
                <a:ext cx="1142699" cy="1360326"/>
              </a:xfrm>
              <a:custGeom>
                <a:avLst/>
                <a:gdLst/>
                <a:ahLst/>
                <a:cxnLst/>
                <a:rect l="l" t="t" r="r" b="b"/>
                <a:pathLst>
                  <a:path w="10953" h="13039" extrusionOk="0">
                    <a:moveTo>
                      <a:pt x="7113" y="1"/>
                    </a:moveTo>
                    <a:cubicBezTo>
                      <a:pt x="6120" y="1"/>
                      <a:pt x="5129" y="488"/>
                      <a:pt x="4550" y="1296"/>
                    </a:cubicBezTo>
                    <a:cubicBezTo>
                      <a:pt x="4154" y="1843"/>
                      <a:pt x="3947" y="2507"/>
                      <a:pt x="3617" y="3094"/>
                    </a:cubicBezTo>
                    <a:cubicBezTo>
                      <a:pt x="3293" y="3662"/>
                      <a:pt x="2853" y="4158"/>
                      <a:pt x="2326" y="4543"/>
                    </a:cubicBezTo>
                    <a:cubicBezTo>
                      <a:pt x="2062" y="4741"/>
                      <a:pt x="1758" y="4857"/>
                      <a:pt x="1495" y="5035"/>
                    </a:cubicBezTo>
                    <a:cubicBezTo>
                      <a:pt x="1237" y="5212"/>
                      <a:pt x="993" y="5480"/>
                      <a:pt x="801" y="5729"/>
                    </a:cubicBezTo>
                    <a:cubicBezTo>
                      <a:pt x="360" y="6291"/>
                      <a:pt x="97" y="7030"/>
                      <a:pt x="229" y="7734"/>
                    </a:cubicBezTo>
                    <a:cubicBezTo>
                      <a:pt x="345" y="8388"/>
                      <a:pt x="786" y="8970"/>
                      <a:pt x="796" y="9634"/>
                    </a:cubicBezTo>
                    <a:cubicBezTo>
                      <a:pt x="806" y="10176"/>
                      <a:pt x="527" y="10672"/>
                      <a:pt x="330" y="11174"/>
                    </a:cubicBezTo>
                    <a:cubicBezTo>
                      <a:pt x="132" y="11681"/>
                      <a:pt x="1" y="12258"/>
                      <a:pt x="299" y="12709"/>
                    </a:cubicBezTo>
                    <a:lnTo>
                      <a:pt x="4550" y="13038"/>
                    </a:lnTo>
                    <a:lnTo>
                      <a:pt x="10952" y="8292"/>
                    </a:lnTo>
                    <a:cubicBezTo>
                      <a:pt x="10329" y="7162"/>
                      <a:pt x="10162" y="5835"/>
                      <a:pt x="10188" y="4543"/>
                    </a:cubicBezTo>
                    <a:cubicBezTo>
                      <a:pt x="10203" y="3788"/>
                      <a:pt x="10274" y="3013"/>
                      <a:pt x="10071" y="2284"/>
                    </a:cubicBezTo>
                    <a:cubicBezTo>
                      <a:pt x="9762" y="1159"/>
                      <a:pt x="8769" y="253"/>
                      <a:pt x="7624" y="45"/>
                    </a:cubicBezTo>
                    <a:cubicBezTo>
                      <a:pt x="7455" y="15"/>
                      <a:pt x="7284" y="1"/>
                      <a:pt x="7113" y="1"/>
                    </a:cubicBezTo>
                    <a:close/>
                  </a:path>
                </a:pathLst>
              </a:custGeom>
              <a:solidFill>
                <a:srgbClr val="29252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2015;p35">
                <a:extLst>
                  <a:ext uri="{FF2B5EF4-FFF2-40B4-BE49-F238E27FC236}">
                    <a16:creationId xmlns:a16="http://schemas.microsoft.com/office/drawing/2014/main" id="{3C2429DC-7B19-94DD-16F0-BD5130A1AC90}"/>
                  </a:ext>
                </a:extLst>
              </p:cNvPr>
              <p:cNvSpPr/>
              <p:nvPr/>
            </p:nvSpPr>
            <p:spPr>
              <a:xfrm>
                <a:off x="1583439" y="2724865"/>
                <a:ext cx="910153" cy="1121521"/>
              </a:xfrm>
              <a:custGeom>
                <a:avLst/>
                <a:gdLst/>
                <a:ahLst/>
                <a:cxnLst/>
                <a:rect l="l" t="t" r="r" b="b"/>
                <a:pathLst>
                  <a:path w="8724" h="10750" extrusionOk="0">
                    <a:moveTo>
                      <a:pt x="5821" y="0"/>
                    </a:moveTo>
                    <a:lnTo>
                      <a:pt x="2098" y="15"/>
                    </a:lnTo>
                    <a:lnTo>
                      <a:pt x="1" y="567"/>
                    </a:lnTo>
                    <a:cubicBezTo>
                      <a:pt x="1" y="1874"/>
                      <a:pt x="1601" y="10749"/>
                      <a:pt x="1601" y="10749"/>
                    </a:cubicBezTo>
                    <a:lnTo>
                      <a:pt x="8723" y="9913"/>
                    </a:lnTo>
                    <a:cubicBezTo>
                      <a:pt x="8723" y="9913"/>
                      <a:pt x="7791" y="2791"/>
                      <a:pt x="7280" y="167"/>
                    </a:cubicBezTo>
                    <a:lnTo>
                      <a:pt x="5821" y="0"/>
                    </a:lnTo>
                    <a:close/>
                  </a:path>
                </a:pathLst>
              </a:custGeom>
              <a:solidFill>
                <a:srgbClr val="2356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2016;p35">
                <a:extLst>
                  <a:ext uri="{FF2B5EF4-FFF2-40B4-BE49-F238E27FC236}">
                    <a16:creationId xmlns:a16="http://schemas.microsoft.com/office/drawing/2014/main" id="{8DE37097-FC93-BF78-8F4D-8DA96E7698AC}"/>
                  </a:ext>
                </a:extLst>
              </p:cNvPr>
              <p:cNvSpPr/>
              <p:nvPr/>
            </p:nvSpPr>
            <p:spPr>
              <a:xfrm>
                <a:off x="1802216" y="2701599"/>
                <a:ext cx="388516" cy="176731"/>
              </a:xfrm>
              <a:custGeom>
                <a:avLst/>
                <a:gdLst/>
                <a:ahLst/>
                <a:cxnLst/>
                <a:rect l="l" t="t" r="r" b="b"/>
                <a:pathLst>
                  <a:path w="3724" h="1694" extrusionOk="0">
                    <a:moveTo>
                      <a:pt x="973" y="0"/>
                    </a:moveTo>
                    <a:lnTo>
                      <a:pt x="1" y="238"/>
                    </a:lnTo>
                    <a:cubicBezTo>
                      <a:pt x="1" y="238"/>
                      <a:pt x="1611" y="1694"/>
                      <a:pt x="2576" y="1694"/>
                    </a:cubicBezTo>
                    <a:cubicBezTo>
                      <a:pt x="2656" y="1694"/>
                      <a:pt x="2732" y="1684"/>
                      <a:pt x="2802" y="1662"/>
                    </a:cubicBezTo>
                    <a:cubicBezTo>
                      <a:pt x="3714" y="1378"/>
                      <a:pt x="3724" y="223"/>
                      <a:pt x="3724" y="223"/>
                    </a:cubicBezTo>
                    <a:lnTo>
                      <a:pt x="3005" y="157"/>
                    </a:lnTo>
                    <a:lnTo>
                      <a:pt x="973" y="0"/>
                    </a:lnTo>
                    <a:close/>
                  </a:path>
                </a:pathLst>
              </a:custGeom>
              <a:solidFill>
                <a:srgbClr val="2356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2017;p35">
                <a:extLst>
                  <a:ext uri="{FF2B5EF4-FFF2-40B4-BE49-F238E27FC236}">
                    <a16:creationId xmlns:a16="http://schemas.microsoft.com/office/drawing/2014/main" id="{C32E005E-4950-8D88-0A1C-84C978EF2AE4}"/>
                  </a:ext>
                </a:extLst>
              </p:cNvPr>
              <p:cNvSpPr/>
              <p:nvPr/>
            </p:nvSpPr>
            <p:spPr>
              <a:xfrm>
                <a:off x="1662207" y="2018771"/>
                <a:ext cx="622105" cy="844948"/>
              </a:xfrm>
              <a:custGeom>
                <a:avLst/>
                <a:gdLst/>
                <a:ahLst/>
                <a:cxnLst/>
                <a:rect l="l" t="t" r="r" b="b"/>
                <a:pathLst>
                  <a:path w="5963" h="8099" extrusionOk="0">
                    <a:moveTo>
                      <a:pt x="3166" y="0"/>
                    </a:moveTo>
                    <a:cubicBezTo>
                      <a:pt x="2997" y="0"/>
                      <a:pt x="2816" y="21"/>
                      <a:pt x="2624" y="66"/>
                    </a:cubicBezTo>
                    <a:cubicBezTo>
                      <a:pt x="137" y="649"/>
                      <a:pt x="1328" y="3450"/>
                      <a:pt x="1328" y="3450"/>
                    </a:cubicBezTo>
                    <a:cubicBezTo>
                      <a:pt x="1176" y="3347"/>
                      <a:pt x="986" y="3294"/>
                      <a:pt x="802" y="3294"/>
                    </a:cubicBezTo>
                    <a:cubicBezTo>
                      <a:pt x="387" y="3294"/>
                      <a:pt x="0" y="3561"/>
                      <a:pt x="137" y="4129"/>
                    </a:cubicBezTo>
                    <a:cubicBezTo>
                      <a:pt x="236" y="4548"/>
                      <a:pt x="517" y="4663"/>
                      <a:pt x="793" y="4663"/>
                    </a:cubicBezTo>
                    <a:cubicBezTo>
                      <a:pt x="1124" y="4663"/>
                      <a:pt x="1449" y="4499"/>
                      <a:pt x="1449" y="4499"/>
                    </a:cubicBezTo>
                    <a:lnTo>
                      <a:pt x="2133" y="6591"/>
                    </a:lnTo>
                    <a:cubicBezTo>
                      <a:pt x="2133" y="6591"/>
                      <a:pt x="2482" y="8099"/>
                      <a:pt x="3577" y="8099"/>
                    </a:cubicBezTo>
                    <a:cubicBezTo>
                      <a:pt x="3670" y="8099"/>
                      <a:pt x="3767" y="8088"/>
                      <a:pt x="3870" y="8065"/>
                    </a:cubicBezTo>
                    <a:cubicBezTo>
                      <a:pt x="4605" y="7903"/>
                      <a:pt x="4438" y="7153"/>
                      <a:pt x="4438" y="7153"/>
                    </a:cubicBezTo>
                    <a:lnTo>
                      <a:pt x="4255" y="6262"/>
                    </a:lnTo>
                    <a:cubicBezTo>
                      <a:pt x="5005" y="6079"/>
                      <a:pt x="5963" y="5228"/>
                      <a:pt x="5740" y="3759"/>
                    </a:cubicBezTo>
                    <a:cubicBezTo>
                      <a:pt x="5623" y="2993"/>
                      <a:pt x="5187" y="0"/>
                      <a:pt x="3166" y="0"/>
                    </a:cubicBezTo>
                    <a:close/>
                  </a:path>
                </a:pathLst>
              </a:custGeom>
              <a:solidFill>
                <a:srgbClr val="F796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2018;p35">
                <a:extLst>
                  <a:ext uri="{FF2B5EF4-FFF2-40B4-BE49-F238E27FC236}">
                    <a16:creationId xmlns:a16="http://schemas.microsoft.com/office/drawing/2014/main" id="{284A2CA2-7755-B100-607F-50D1C991C76B}"/>
                  </a:ext>
                </a:extLst>
              </p:cNvPr>
              <p:cNvSpPr/>
              <p:nvPr/>
            </p:nvSpPr>
            <p:spPr>
              <a:xfrm>
                <a:off x="1706547" y="2398943"/>
                <a:ext cx="88365" cy="50599"/>
              </a:xfrm>
              <a:custGeom>
                <a:avLst/>
                <a:gdLst/>
                <a:ahLst/>
                <a:cxnLst/>
                <a:rect l="l" t="t" r="r" b="b"/>
                <a:pathLst>
                  <a:path w="847" h="485" extrusionOk="0">
                    <a:moveTo>
                      <a:pt x="328" y="0"/>
                    </a:moveTo>
                    <a:cubicBezTo>
                      <a:pt x="228" y="0"/>
                      <a:pt x="126" y="28"/>
                      <a:pt x="41" y="80"/>
                    </a:cubicBezTo>
                    <a:cubicBezTo>
                      <a:pt x="11" y="100"/>
                      <a:pt x="1" y="141"/>
                      <a:pt x="21" y="166"/>
                    </a:cubicBezTo>
                    <a:cubicBezTo>
                      <a:pt x="34" y="185"/>
                      <a:pt x="54" y="197"/>
                      <a:pt x="74" y="197"/>
                    </a:cubicBezTo>
                    <a:cubicBezTo>
                      <a:pt x="85" y="197"/>
                      <a:pt x="96" y="193"/>
                      <a:pt x="107" y="186"/>
                    </a:cubicBezTo>
                    <a:cubicBezTo>
                      <a:pt x="174" y="147"/>
                      <a:pt x="249" y="126"/>
                      <a:pt x="325" y="126"/>
                    </a:cubicBezTo>
                    <a:cubicBezTo>
                      <a:pt x="376" y="126"/>
                      <a:pt x="428" y="135"/>
                      <a:pt x="477" y="156"/>
                    </a:cubicBezTo>
                    <a:cubicBezTo>
                      <a:pt x="593" y="206"/>
                      <a:pt x="685" y="313"/>
                      <a:pt x="715" y="439"/>
                    </a:cubicBezTo>
                    <a:cubicBezTo>
                      <a:pt x="720" y="470"/>
                      <a:pt x="745" y="485"/>
                      <a:pt x="776" y="485"/>
                    </a:cubicBezTo>
                    <a:lnTo>
                      <a:pt x="791" y="485"/>
                    </a:lnTo>
                    <a:cubicBezTo>
                      <a:pt x="821" y="480"/>
                      <a:pt x="847" y="444"/>
                      <a:pt x="837" y="409"/>
                    </a:cubicBezTo>
                    <a:cubicBezTo>
                      <a:pt x="801" y="247"/>
                      <a:pt x="680" y="105"/>
                      <a:pt x="523" y="39"/>
                    </a:cubicBezTo>
                    <a:cubicBezTo>
                      <a:pt x="462" y="13"/>
                      <a:pt x="395" y="0"/>
                      <a:pt x="328" y="0"/>
                    </a:cubicBezTo>
                    <a:close/>
                  </a:path>
                </a:pathLst>
              </a:custGeom>
              <a:solidFill>
                <a:srgbClr val="2F255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2019;p35">
                <a:extLst>
                  <a:ext uri="{FF2B5EF4-FFF2-40B4-BE49-F238E27FC236}">
                    <a16:creationId xmlns:a16="http://schemas.microsoft.com/office/drawing/2014/main" id="{A5F4FDB6-ED0A-55FF-A17B-85F8D277C2DA}"/>
                  </a:ext>
                </a:extLst>
              </p:cNvPr>
              <p:cNvSpPr/>
              <p:nvPr/>
            </p:nvSpPr>
            <p:spPr>
              <a:xfrm>
                <a:off x="1609312" y="2003956"/>
                <a:ext cx="622731" cy="702437"/>
              </a:xfrm>
              <a:custGeom>
                <a:avLst/>
                <a:gdLst/>
                <a:ahLst/>
                <a:cxnLst/>
                <a:rect l="l" t="t" r="r" b="b"/>
                <a:pathLst>
                  <a:path w="5969" h="6733" extrusionOk="0">
                    <a:moveTo>
                      <a:pt x="3648" y="1"/>
                    </a:moveTo>
                    <a:cubicBezTo>
                      <a:pt x="3498" y="1"/>
                      <a:pt x="3341" y="17"/>
                      <a:pt x="3177" y="51"/>
                    </a:cubicBezTo>
                    <a:cubicBezTo>
                      <a:pt x="1384" y="431"/>
                      <a:pt x="1237" y="2067"/>
                      <a:pt x="1237" y="2067"/>
                    </a:cubicBezTo>
                    <a:cubicBezTo>
                      <a:pt x="1237" y="2067"/>
                      <a:pt x="1" y="3592"/>
                      <a:pt x="487" y="4575"/>
                    </a:cubicBezTo>
                    <a:cubicBezTo>
                      <a:pt x="978" y="5558"/>
                      <a:pt x="2640" y="6733"/>
                      <a:pt x="2640" y="6733"/>
                    </a:cubicBezTo>
                    <a:cubicBezTo>
                      <a:pt x="2772" y="4848"/>
                      <a:pt x="2447" y="3136"/>
                      <a:pt x="2447" y="3136"/>
                    </a:cubicBezTo>
                    <a:cubicBezTo>
                      <a:pt x="2447" y="3136"/>
                      <a:pt x="3217" y="2726"/>
                      <a:pt x="3182" y="1698"/>
                    </a:cubicBezTo>
                    <a:lnTo>
                      <a:pt x="3182" y="1698"/>
                    </a:lnTo>
                    <a:cubicBezTo>
                      <a:pt x="3182" y="1698"/>
                      <a:pt x="3725" y="1820"/>
                      <a:pt x="4420" y="1820"/>
                    </a:cubicBezTo>
                    <a:cubicBezTo>
                      <a:pt x="4907" y="1820"/>
                      <a:pt x="5467" y="1760"/>
                      <a:pt x="5968" y="1556"/>
                    </a:cubicBezTo>
                    <a:cubicBezTo>
                      <a:pt x="5968" y="1556"/>
                      <a:pt x="5140" y="1"/>
                      <a:pt x="3648" y="1"/>
                    </a:cubicBezTo>
                    <a:close/>
                  </a:path>
                </a:pathLst>
              </a:custGeom>
              <a:solidFill>
                <a:srgbClr val="29252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2020;p35">
                <a:extLst>
                  <a:ext uri="{FF2B5EF4-FFF2-40B4-BE49-F238E27FC236}">
                    <a16:creationId xmlns:a16="http://schemas.microsoft.com/office/drawing/2014/main" id="{C5526194-23C6-E284-35EC-2DDF3F85002E}"/>
                  </a:ext>
                </a:extLst>
              </p:cNvPr>
              <p:cNvSpPr/>
              <p:nvPr/>
            </p:nvSpPr>
            <p:spPr>
              <a:xfrm>
                <a:off x="804415" y="1396662"/>
                <a:ext cx="381734" cy="388098"/>
              </a:xfrm>
              <a:custGeom>
                <a:avLst/>
                <a:gdLst/>
                <a:ahLst/>
                <a:cxnLst/>
                <a:rect l="l" t="t" r="r" b="b"/>
                <a:pathLst>
                  <a:path w="3659" h="3720" extrusionOk="0">
                    <a:moveTo>
                      <a:pt x="1214" y="1"/>
                    </a:moveTo>
                    <a:cubicBezTo>
                      <a:pt x="1211" y="1"/>
                      <a:pt x="1209" y="1"/>
                      <a:pt x="1206" y="1"/>
                    </a:cubicBezTo>
                    <a:cubicBezTo>
                      <a:pt x="999" y="32"/>
                      <a:pt x="1612" y="1359"/>
                      <a:pt x="1612" y="1359"/>
                    </a:cubicBezTo>
                    <a:cubicBezTo>
                      <a:pt x="1612" y="1359"/>
                      <a:pt x="749" y="117"/>
                      <a:pt x="551" y="117"/>
                    </a:cubicBezTo>
                    <a:cubicBezTo>
                      <a:pt x="548" y="117"/>
                      <a:pt x="545" y="117"/>
                      <a:pt x="543" y="118"/>
                    </a:cubicBezTo>
                    <a:cubicBezTo>
                      <a:pt x="355" y="153"/>
                      <a:pt x="1095" y="1445"/>
                      <a:pt x="1095" y="1445"/>
                    </a:cubicBezTo>
                    <a:cubicBezTo>
                      <a:pt x="1095" y="1445"/>
                      <a:pt x="418" y="476"/>
                      <a:pt x="204" y="476"/>
                    </a:cubicBezTo>
                    <a:cubicBezTo>
                      <a:pt x="195" y="476"/>
                      <a:pt x="186" y="478"/>
                      <a:pt x="178" y="483"/>
                    </a:cubicBezTo>
                    <a:cubicBezTo>
                      <a:pt x="1" y="574"/>
                      <a:pt x="1713" y="3720"/>
                      <a:pt x="1713" y="3720"/>
                    </a:cubicBezTo>
                    <a:lnTo>
                      <a:pt x="3131" y="3259"/>
                    </a:lnTo>
                    <a:cubicBezTo>
                      <a:pt x="3131" y="3259"/>
                      <a:pt x="3192" y="2863"/>
                      <a:pt x="3258" y="2473"/>
                    </a:cubicBezTo>
                    <a:cubicBezTo>
                      <a:pt x="3329" y="2083"/>
                      <a:pt x="3658" y="1166"/>
                      <a:pt x="3476" y="1040"/>
                    </a:cubicBezTo>
                    <a:cubicBezTo>
                      <a:pt x="3466" y="1033"/>
                      <a:pt x="3455" y="1030"/>
                      <a:pt x="3443" y="1030"/>
                    </a:cubicBezTo>
                    <a:cubicBezTo>
                      <a:pt x="3245" y="1030"/>
                      <a:pt x="2838" y="2002"/>
                      <a:pt x="2838" y="2002"/>
                    </a:cubicBezTo>
                    <a:cubicBezTo>
                      <a:pt x="2838" y="2002"/>
                      <a:pt x="2235" y="27"/>
                      <a:pt x="1992" y="6"/>
                    </a:cubicBezTo>
                    <a:cubicBezTo>
                      <a:pt x="1988" y="6"/>
                      <a:pt x="1985" y="6"/>
                      <a:pt x="1982" y="6"/>
                    </a:cubicBezTo>
                    <a:cubicBezTo>
                      <a:pt x="1707" y="6"/>
                      <a:pt x="2108" y="1303"/>
                      <a:pt x="2108" y="1303"/>
                    </a:cubicBezTo>
                    <a:cubicBezTo>
                      <a:pt x="2108" y="1303"/>
                      <a:pt x="1425" y="1"/>
                      <a:pt x="1214" y="1"/>
                    </a:cubicBezTo>
                    <a:close/>
                  </a:path>
                </a:pathLst>
              </a:custGeom>
              <a:solidFill>
                <a:srgbClr val="F796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2021;p35">
                <a:extLst>
                  <a:ext uri="{FF2B5EF4-FFF2-40B4-BE49-F238E27FC236}">
                    <a16:creationId xmlns:a16="http://schemas.microsoft.com/office/drawing/2014/main" id="{D0854A50-17B3-85E2-7D18-D63AE66A7765}"/>
                  </a:ext>
                </a:extLst>
              </p:cNvPr>
              <p:cNvSpPr/>
              <p:nvPr/>
            </p:nvSpPr>
            <p:spPr>
              <a:xfrm>
                <a:off x="836131" y="1736563"/>
                <a:ext cx="1048596" cy="1370446"/>
              </a:xfrm>
              <a:custGeom>
                <a:avLst/>
                <a:gdLst/>
                <a:ahLst/>
                <a:cxnLst/>
                <a:rect l="l" t="t" r="r" b="b"/>
                <a:pathLst>
                  <a:path w="10051" h="13136" extrusionOk="0">
                    <a:moveTo>
                      <a:pt x="669" y="1"/>
                    </a:moveTo>
                    <a:cubicBezTo>
                      <a:pt x="669" y="1"/>
                      <a:pt x="1" y="9828"/>
                      <a:pt x="583" y="10466"/>
                    </a:cubicBezTo>
                    <a:cubicBezTo>
                      <a:pt x="1166" y="11104"/>
                      <a:pt x="7837" y="13136"/>
                      <a:pt x="7837" y="13136"/>
                    </a:cubicBezTo>
                    <a:lnTo>
                      <a:pt x="10051" y="9296"/>
                    </a:lnTo>
                    <a:lnTo>
                      <a:pt x="3597" y="8587"/>
                    </a:lnTo>
                    <a:lnTo>
                      <a:pt x="3466" y="1"/>
                    </a:lnTo>
                    <a:close/>
                  </a:path>
                </a:pathLst>
              </a:custGeom>
              <a:solidFill>
                <a:srgbClr val="2356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2022;p35">
                <a:extLst>
                  <a:ext uri="{FF2B5EF4-FFF2-40B4-BE49-F238E27FC236}">
                    <a16:creationId xmlns:a16="http://schemas.microsoft.com/office/drawing/2014/main" id="{9936B14E-14B7-A4DC-95B4-6AC6949BB40A}"/>
                  </a:ext>
                </a:extLst>
              </p:cNvPr>
              <p:cNvSpPr/>
              <p:nvPr/>
            </p:nvSpPr>
            <p:spPr>
              <a:xfrm>
                <a:off x="2581762" y="2506088"/>
                <a:ext cx="300776" cy="312357"/>
              </a:xfrm>
              <a:custGeom>
                <a:avLst/>
                <a:gdLst/>
                <a:ahLst/>
                <a:cxnLst/>
                <a:rect l="l" t="t" r="r" b="b"/>
                <a:pathLst>
                  <a:path w="2883" h="2994" extrusionOk="0">
                    <a:moveTo>
                      <a:pt x="217" y="1"/>
                    </a:moveTo>
                    <a:cubicBezTo>
                      <a:pt x="153" y="1"/>
                      <a:pt x="104" y="24"/>
                      <a:pt x="81" y="71"/>
                    </a:cubicBezTo>
                    <a:cubicBezTo>
                      <a:pt x="0" y="233"/>
                      <a:pt x="370" y="755"/>
                      <a:pt x="527" y="1104"/>
                    </a:cubicBezTo>
                    <a:cubicBezTo>
                      <a:pt x="679" y="1454"/>
                      <a:pt x="1145" y="2994"/>
                      <a:pt x="1145" y="2994"/>
                    </a:cubicBezTo>
                    <a:lnTo>
                      <a:pt x="2883" y="2594"/>
                    </a:lnTo>
                    <a:lnTo>
                      <a:pt x="2761" y="1525"/>
                    </a:lnTo>
                    <a:lnTo>
                      <a:pt x="806" y="436"/>
                    </a:lnTo>
                    <a:cubicBezTo>
                      <a:pt x="638" y="152"/>
                      <a:pt x="379" y="1"/>
                      <a:pt x="217" y="1"/>
                    </a:cubicBezTo>
                    <a:close/>
                  </a:path>
                </a:pathLst>
              </a:custGeom>
              <a:solidFill>
                <a:srgbClr val="F796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2023;p35">
                <a:extLst>
                  <a:ext uri="{FF2B5EF4-FFF2-40B4-BE49-F238E27FC236}">
                    <a16:creationId xmlns:a16="http://schemas.microsoft.com/office/drawing/2014/main" id="{AB7E7EF0-6BBE-D69E-28F0-6E3550CEB8AF}"/>
                  </a:ext>
                </a:extLst>
              </p:cNvPr>
              <p:cNvSpPr/>
              <p:nvPr/>
            </p:nvSpPr>
            <p:spPr>
              <a:xfrm>
                <a:off x="2342849" y="2742287"/>
                <a:ext cx="868944" cy="925489"/>
              </a:xfrm>
              <a:custGeom>
                <a:avLst/>
                <a:gdLst/>
                <a:ahLst/>
                <a:cxnLst/>
                <a:rect l="l" t="t" r="r" b="b"/>
                <a:pathLst>
                  <a:path w="8329" h="8871" extrusionOk="0">
                    <a:moveTo>
                      <a:pt x="1" y="0"/>
                    </a:moveTo>
                    <a:lnTo>
                      <a:pt x="1" y="4397"/>
                    </a:lnTo>
                    <a:cubicBezTo>
                      <a:pt x="1" y="4397"/>
                      <a:pt x="3143" y="8871"/>
                      <a:pt x="5353" y="8871"/>
                    </a:cubicBezTo>
                    <a:cubicBezTo>
                      <a:pt x="5653" y="8871"/>
                      <a:pt x="5936" y="8789"/>
                      <a:pt x="6191" y="8602"/>
                    </a:cubicBezTo>
                    <a:cubicBezTo>
                      <a:pt x="8329" y="7036"/>
                      <a:pt x="5644" y="107"/>
                      <a:pt x="5644" y="107"/>
                    </a:cubicBezTo>
                    <a:lnTo>
                      <a:pt x="3091" y="633"/>
                    </a:lnTo>
                    <a:lnTo>
                      <a:pt x="4256" y="4605"/>
                    </a:lnTo>
                    <a:cubicBezTo>
                      <a:pt x="4256" y="4605"/>
                      <a:pt x="1211" y="188"/>
                      <a:pt x="1" y="0"/>
                    </a:cubicBezTo>
                    <a:close/>
                  </a:path>
                </a:pathLst>
              </a:custGeom>
              <a:solidFill>
                <a:srgbClr val="2356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2024;p35">
                <a:extLst>
                  <a:ext uri="{FF2B5EF4-FFF2-40B4-BE49-F238E27FC236}">
                    <a16:creationId xmlns:a16="http://schemas.microsoft.com/office/drawing/2014/main" id="{A01B5C1B-2B68-12EA-3974-44EDEC29B4D7}"/>
                  </a:ext>
                </a:extLst>
              </p:cNvPr>
              <p:cNvSpPr/>
              <p:nvPr/>
            </p:nvSpPr>
            <p:spPr>
              <a:xfrm>
                <a:off x="3036219" y="2009381"/>
                <a:ext cx="254350" cy="224200"/>
              </a:xfrm>
              <a:custGeom>
                <a:avLst/>
                <a:gdLst/>
                <a:ahLst/>
                <a:cxnLst/>
                <a:rect l="l" t="t" r="r" b="b"/>
                <a:pathLst>
                  <a:path w="2438" h="2149" extrusionOk="0">
                    <a:moveTo>
                      <a:pt x="1218" y="0"/>
                    </a:moveTo>
                    <a:cubicBezTo>
                      <a:pt x="1082" y="0"/>
                      <a:pt x="945" y="26"/>
                      <a:pt x="811" y="80"/>
                    </a:cubicBezTo>
                    <a:cubicBezTo>
                      <a:pt x="259" y="308"/>
                      <a:pt x="1" y="936"/>
                      <a:pt x="229" y="1484"/>
                    </a:cubicBezTo>
                    <a:cubicBezTo>
                      <a:pt x="397" y="1897"/>
                      <a:pt x="797" y="2148"/>
                      <a:pt x="1218" y="2148"/>
                    </a:cubicBezTo>
                    <a:cubicBezTo>
                      <a:pt x="1354" y="2148"/>
                      <a:pt x="1493" y="2122"/>
                      <a:pt x="1627" y="2066"/>
                    </a:cubicBezTo>
                    <a:cubicBezTo>
                      <a:pt x="2174" y="1838"/>
                      <a:pt x="2437" y="1215"/>
                      <a:pt x="2209" y="663"/>
                    </a:cubicBezTo>
                    <a:cubicBezTo>
                      <a:pt x="2037" y="249"/>
                      <a:pt x="1638" y="0"/>
                      <a:pt x="1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2025;p35">
                <a:extLst>
                  <a:ext uri="{FF2B5EF4-FFF2-40B4-BE49-F238E27FC236}">
                    <a16:creationId xmlns:a16="http://schemas.microsoft.com/office/drawing/2014/main" id="{3ABE7FD0-3476-FE86-9BD7-6920F4E1BFDC}"/>
                  </a:ext>
                </a:extLst>
              </p:cNvPr>
              <p:cNvSpPr/>
              <p:nvPr/>
            </p:nvSpPr>
            <p:spPr>
              <a:xfrm>
                <a:off x="2471278" y="2274062"/>
                <a:ext cx="189876" cy="193006"/>
              </a:xfrm>
              <a:custGeom>
                <a:avLst/>
                <a:gdLst/>
                <a:ahLst/>
                <a:cxnLst/>
                <a:rect l="l" t="t" r="r" b="b"/>
                <a:pathLst>
                  <a:path w="1820" h="1850" extrusionOk="0">
                    <a:moveTo>
                      <a:pt x="1171" y="0"/>
                    </a:moveTo>
                    <a:lnTo>
                      <a:pt x="1" y="765"/>
                    </a:lnTo>
                    <a:lnTo>
                      <a:pt x="452" y="1849"/>
                    </a:lnTo>
                    <a:lnTo>
                      <a:pt x="1819" y="1571"/>
                    </a:lnTo>
                    <a:lnTo>
                      <a:pt x="117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2026;p35">
                <a:extLst>
                  <a:ext uri="{FF2B5EF4-FFF2-40B4-BE49-F238E27FC236}">
                    <a16:creationId xmlns:a16="http://schemas.microsoft.com/office/drawing/2014/main" id="{2A08FEE0-9818-CCBF-9AC3-A39968AED706}"/>
                  </a:ext>
                </a:extLst>
              </p:cNvPr>
              <p:cNvSpPr/>
              <p:nvPr/>
            </p:nvSpPr>
            <p:spPr>
              <a:xfrm>
                <a:off x="2623494" y="2413549"/>
                <a:ext cx="181947" cy="284814"/>
              </a:xfrm>
              <a:custGeom>
                <a:avLst/>
                <a:gdLst/>
                <a:ahLst/>
                <a:cxnLst/>
                <a:rect l="l" t="t" r="r" b="b"/>
                <a:pathLst>
                  <a:path w="1744" h="2730" extrusionOk="0">
                    <a:moveTo>
                      <a:pt x="1338" y="1"/>
                    </a:moveTo>
                    <a:lnTo>
                      <a:pt x="1" y="487"/>
                    </a:lnTo>
                    <a:cubicBezTo>
                      <a:pt x="1" y="487"/>
                      <a:pt x="406" y="1475"/>
                      <a:pt x="614" y="1971"/>
                    </a:cubicBezTo>
                    <a:cubicBezTo>
                      <a:pt x="785" y="2392"/>
                      <a:pt x="1012" y="2729"/>
                      <a:pt x="1299" y="2729"/>
                    </a:cubicBezTo>
                    <a:cubicBezTo>
                      <a:pt x="1351" y="2729"/>
                      <a:pt x="1404" y="2718"/>
                      <a:pt x="1460" y="2695"/>
                    </a:cubicBezTo>
                    <a:cubicBezTo>
                      <a:pt x="1743" y="2579"/>
                      <a:pt x="1622" y="2260"/>
                      <a:pt x="1475" y="1657"/>
                    </a:cubicBezTo>
                    <a:cubicBezTo>
                      <a:pt x="1333" y="1069"/>
                      <a:pt x="1338" y="1"/>
                      <a:pt x="133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2027;p35">
                <a:extLst>
                  <a:ext uri="{FF2B5EF4-FFF2-40B4-BE49-F238E27FC236}">
                    <a16:creationId xmlns:a16="http://schemas.microsoft.com/office/drawing/2014/main" id="{022A4DF9-39A0-0C4E-625D-49106215E1E7}"/>
                  </a:ext>
                </a:extLst>
              </p:cNvPr>
              <p:cNvSpPr/>
              <p:nvPr/>
            </p:nvSpPr>
            <p:spPr>
              <a:xfrm>
                <a:off x="2497151" y="2173072"/>
                <a:ext cx="306619" cy="312461"/>
              </a:xfrm>
              <a:custGeom>
                <a:avLst/>
                <a:gdLst/>
                <a:ahLst/>
                <a:cxnLst/>
                <a:rect l="l" t="t" r="r" b="b"/>
                <a:pathLst>
                  <a:path w="2939" h="2995" extrusionOk="0">
                    <a:moveTo>
                      <a:pt x="1895" y="1"/>
                    </a:moveTo>
                    <a:lnTo>
                      <a:pt x="1" y="1237"/>
                    </a:lnTo>
                    <a:lnTo>
                      <a:pt x="725" y="2994"/>
                    </a:lnTo>
                    <a:lnTo>
                      <a:pt x="2939" y="2539"/>
                    </a:lnTo>
                    <a:lnTo>
                      <a:pt x="18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2028;p35">
                <a:extLst>
                  <a:ext uri="{FF2B5EF4-FFF2-40B4-BE49-F238E27FC236}">
                    <a16:creationId xmlns:a16="http://schemas.microsoft.com/office/drawing/2014/main" id="{885D03A0-FFFC-63F2-79A6-172F2D75C2A6}"/>
                  </a:ext>
                </a:extLst>
              </p:cNvPr>
              <p:cNvSpPr/>
              <p:nvPr/>
            </p:nvSpPr>
            <p:spPr>
              <a:xfrm>
                <a:off x="2694855" y="1692224"/>
                <a:ext cx="683971" cy="851938"/>
              </a:xfrm>
              <a:custGeom>
                <a:avLst/>
                <a:gdLst/>
                <a:ahLst/>
                <a:cxnLst/>
                <a:rect l="l" t="t" r="r" b="b"/>
                <a:pathLst>
                  <a:path w="6556" h="8166" extrusionOk="0">
                    <a:moveTo>
                      <a:pt x="3182" y="0"/>
                    </a:moveTo>
                    <a:lnTo>
                      <a:pt x="0" y="4610"/>
                    </a:lnTo>
                    <a:lnTo>
                      <a:pt x="1044" y="7148"/>
                    </a:lnTo>
                    <a:lnTo>
                      <a:pt x="6555" y="8166"/>
                    </a:lnTo>
                    <a:lnTo>
                      <a:pt x="6555" y="8166"/>
                    </a:lnTo>
                    <a:lnTo>
                      <a:pt x="318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2029;p35">
                <a:extLst>
                  <a:ext uri="{FF2B5EF4-FFF2-40B4-BE49-F238E27FC236}">
                    <a16:creationId xmlns:a16="http://schemas.microsoft.com/office/drawing/2014/main" id="{1CA70E8E-37DE-A40B-2ED0-B365B1D746E2}"/>
                  </a:ext>
                </a:extLst>
              </p:cNvPr>
              <p:cNvSpPr/>
              <p:nvPr/>
            </p:nvSpPr>
            <p:spPr>
              <a:xfrm>
                <a:off x="2978629" y="1729156"/>
                <a:ext cx="355757" cy="807078"/>
              </a:xfrm>
              <a:custGeom>
                <a:avLst/>
                <a:gdLst/>
                <a:ahLst/>
                <a:cxnLst/>
                <a:rect l="l" t="t" r="r" b="b"/>
                <a:pathLst>
                  <a:path w="3410" h="7736" extrusionOk="0">
                    <a:moveTo>
                      <a:pt x="219" y="1"/>
                    </a:moveTo>
                    <a:lnTo>
                      <a:pt x="1" y="310"/>
                    </a:lnTo>
                    <a:lnTo>
                      <a:pt x="3040" y="7665"/>
                    </a:lnTo>
                    <a:lnTo>
                      <a:pt x="3410" y="7736"/>
                    </a:lnTo>
                    <a:lnTo>
                      <a:pt x="21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2030;p35">
                <a:extLst>
                  <a:ext uri="{FF2B5EF4-FFF2-40B4-BE49-F238E27FC236}">
                    <a16:creationId xmlns:a16="http://schemas.microsoft.com/office/drawing/2014/main" id="{0E3C53BC-FC58-76AB-F454-8BF159B4A3F3}"/>
                  </a:ext>
                </a:extLst>
              </p:cNvPr>
              <p:cNvSpPr/>
              <p:nvPr/>
            </p:nvSpPr>
            <p:spPr>
              <a:xfrm>
                <a:off x="2701740" y="2475311"/>
                <a:ext cx="231294" cy="260401"/>
              </a:xfrm>
              <a:custGeom>
                <a:avLst/>
                <a:gdLst/>
                <a:ahLst/>
                <a:cxnLst/>
                <a:rect l="l" t="t" r="r" b="b"/>
                <a:pathLst>
                  <a:path w="2217" h="2496" extrusionOk="0">
                    <a:moveTo>
                      <a:pt x="1137" y="1"/>
                    </a:moveTo>
                    <a:cubicBezTo>
                      <a:pt x="1135" y="1"/>
                      <a:pt x="1132" y="1"/>
                      <a:pt x="1130" y="1"/>
                    </a:cubicBezTo>
                    <a:cubicBezTo>
                      <a:pt x="659" y="32"/>
                      <a:pt x="0" y="1030"/>
                      <a:pt x="46" y="1232"/>
                    </a:cubicBezTo>
                    <a:cubicBezTo>
                      <a:pt x="58" y="1290"/>
                      <a:pt x="101" y="1311"/>
                      <a:pt x="158" y="1311"/>
                    </a:cubicBezTo>
                    <a:cubicBezTo>
                      <a:pt x="300" y="1311"/>
                      <a:pt x="522" y="1182"/>
                      <a:pt x="522" y="1181"/>
                    </a:cubicBezTo>
                    <a:lnTo>
                      <a:pt x="522" y="1181"/>
                    </a:lnTo>
                    <a:cubicBezTo>
                      <a:pt x="522" y="1182"/>
                      <a:pt x="330" y="1632"/>
                      <a:pt x="476" y="1729"/>
                    </a:cubicBezTo>
                    <a:cubicBezTo>
                      <a:pt x="503" y="1748"/>
                      <a:pt x="531" y="1755"/>
                      <a:pt x="559" y="1755"/>
                    </a:cubicBezTo>
                    <a:cubicBezTo>
                      <a:pt x="677" y="1755"/>
                      <a:pt x="790" y="1612"/>
                      <a:pt x="791" y="1612"/>
                    </a:cubicBezTo>
                    <a:lnTo>
                      <a:pt x="791" y="1612"/>
                    </a:lnTo>
                    <a:cubicBezTo>
                      <a:pt x="790" y="1612"/>
                      <a:pt x="547" y="2093"/>
                      <a:pt x="669" y="2215"/>
                    </a:cubicBezTo>
                    <a:cubicBezTo>
                      <a:pt x="689" y="2235"/>
                      <a:pt x="714" y="2243"/>
                      <a:pt x="743" y="2243"/>
                    </a:cubicBezTo>
                    <a:cubicBezTo>
                      <a:pt x="892" y="2243"/>
                      <a:pt x="1130" y="2022"/>
                      <a:pt x="1130" y="2022"/>
                    </a:cubicBezTo>
                    <a:lnTo>
                      <a:pt x="1130" y="2022"/>
                    </a:lnTo>
                    <a:cubicBezTo>
                      <a:pt x="1130" y="2022"/>
                      <a:pt x="1019" y="2443"/>
                      <a:pt x="1170" y="2493"/>
                    </a:cubicBezTo>
                    <a:cubicBezTo>
                      <a:pt x="1175" y="2495"/>
                      <a:pt x="1179" y="2496"/>
                      <a:pt x="1184" y="2496"/>
                    </a:cubicBezTo>
                    <a:cubicBezTo>
                      <a:pt x="1369" y="2496"/>
                      <a:pt x="2216" y="1528"/>
                      <a:pt x="2108" y="1409"/>
                    </a:cubicBezTo>
                    <a:cubicBezTo>
                      <a:pt x="2037" y="1328"/>
                      <a:pt x="1905" y="1315"/>
                      <a:pt x="1825" y="1315"/>
                    </a:cubicBezTo>
                    <a:cubicBezTo>
                      <a:pt x="1785" y="1315"/>
                      <a:pt x="1758" y="1318"/>
                      <a:pt x="1758" y="1318"/>
                    </a:cubicBezTo>
                    <a:cubicBezTo>
                      <a:pt x="1758" y="1318"/>
                      <a:pt x="2057" y="786"/>
                      <a:pt x="1895" y="660"/>
                    </a:cubicBezTo>
                    <a:cubicBezTo>
                      <a:pt x="1857" y="632"/>
                      <a:pt x="1819" y="622"/>
                      <a:pt x="1783" y="622"/>
                    </a:cubicBezTo>
                    <a:cubicBezTo>
                      <a:pt x="1659" y="622"/>
                      <a:pt x="1555" y="746"/>
                      <a:pt x="1555" y="746"/>
                    </a:cubicBezTo>
                    <a:cubicBezTo>
                      <a:pt x="1555" y="746"/>
                      <a:pt x="1718" y="366"/>
                      <a:pt x="1581" y="244"/>
                    </a:cubicBezTo>
                    <a:cubicBezTo>
                      <a:pt x="1550" y="216"/>
                      <a:pt x="1516" y="205"/>
                      <a:pt x="1482" y="205"/>
                    </a:cubicBezTo>
                    <a:cubicBezTo>
                      <a:pt x="1365" y="205"/>
                      <a:pt x="1246" y="336"/>
                      <a:pt x="1246" y="336"/>
                    </a:cubicBezTo>
                    <a:cubicBezTo>
                      <a:pt x="1246" y="336"/>
                      <a:pt x="1291" y="1"/>
                      <a:pt x="1137" y="1"/>
                    </a:cubicBezTo>
                    <a:close/>
                  </a:path>
                </a:pathLst>
              </a:custGeom>
              <a:solidFill>
                <a:srgbClr val="F796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2031;p35">
                <a:extLst>
                  <a:ext uri="{FF2B5EF4-FFF2-40B4-BE49-F238E27FC236}">
                    <a16:creationId xmlns:a16="http://schemas.microsoft.com/office/drawing/2014/main" id="{2D2BA65C-F8C0-920D-20FB-AD95A6C00675}"/>
                  </a:ext>
                </a:extLst>
              </p:cNvPr>
              <p:cNvSpPr/>
              <p:nvPr/>
            </p:nvSpPr>
            <p:spPr>
              <a:xfrm>
                <a:off x="2090790" y="1129894"/>
                <a:ext cx="732588" cy="844009"/>
              </a:xfrm>
              <a:custGeom>
                <a:avLst/>
                <a:gdLst/>
                <a:ahLst/>
                <a:cxnLst/>
                <a:rect l="l" t="t" r="r" b="b"/>
                <a:pathLst>
                  <a:path w="7022" h="8090" extrusionOk="0">
                    <a:moveTo>
                      <a:pt x="3511" y="0"/>
                    </a:moveTo>
                    <a:cubicBezTo>
                      <a:pt x="1571" y="0"/>
                      <a:pt x="1" y="1576"/>
                      <a:pt x="1" y="3516"/>
                    </a:cubicBezTo>
                    <a:cubicBezTo>
                      <a:pt x="1" y="4939"/>
                      <a:pt x="846" y="6165"/>
                      <a:pt x="2062" y="6712"/>
                    </a:cubicBezTo>
                    <a:lnTo>
                      <a:pt x="1890" y="8090"/>
                    </a:lnTo>
                    <a:lnTo>
                      <a:pt x="2847" y="6965"/>
                    </a:lnTo>
                    <a:cubicBezTo>
                      <a:pt x="3065" y="7006"/>
                      <a:pt x="3283" y="7026"/>
                      <a:pt x="3511" y="7026"/>
                    </a:cubicBezTo>
                    <a:cubicBezTo>
                      <a:pt x="5451" y="7026"/>
                      <a:pt x="7021" y="5456"/>
                      <a:pt x="7021" y="3516"/>
                    </a:cubicBezTo>
                    <a:cubicBezTo>
                      <a:pt x="7021" y="1576"/>
                      <a:pt x="5451" y="0"/>
                      <a:pt x="351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2032;p35">
                <a:extLst>
                  <a:ext uri="{FF2B5EF4-FFF2-40B4-BE49-F238E27FC236}">
                    <a16:creationId xmlns:a16="http://schemas.microsoft.com/office/drawing/2014/main" id="{16428FA1-4178-48A5-ED98-49A67D7BB405}"/>
                  </a:ext>
                </a:extLst>
              </p:cNvPr>
              <p:cNvSpPr/>
              <p:nvPr/>
            </p:nvSpPr>
            <p:spPr>
              <a:xfrm>
                <a:off x="2314889" y="1302140"/>
                <a:ext cx="283353" cy="407086"/>
              </a:xfrm>
              <a:custGeom>
                <a:avLst/>
                <a:gdLst/>
                <a:ahLst/>
                <a:cxnLst/>
                <a:rect l="l" t="t" r="r" b="b"/>
                <a:pathLst>
                  <a:path w="2716" h="3902" extrusionOk="0">
                    <a:moveTo>
                      <a:pt x="852" y="1"/>
                    </a:moveTo>
                    <a:cubicBezTo>
                      <a:pt x="827" y="1"/>
                      <a:pt x="799" y="3"/>
                      <a:pt x="770" y="6"/>
                    </a:cubicBezTo>
                    <a:cubicBezTo>
                      <a:pt x="679" y="16"/>
                      <a:pt x="578" y="41"/>
                      <a:pt x="471" y="77"/>
                    </a:cubicBezTo>
                    <a:cubicBezTo>
                      <a:pt x="365" y="117"/>
                      <a:pt x="269" y="153"/>
                      <a:pt x="188" y="198"/>
                    </a:cubicBezTo>
                    <a:cubicBezTo>
                      <a:pt x="97" y="234"/>
                      <a:pt x="41" y="279"/>
                      <a:pt x="21" y="325"/>
                    </a:cubicBezTo>
                    <a:cubicBezTo>
                      <a:pt x="0" y="370"/>
                      <a:pt x="10" y="431"/>
                      <a:pt x="56" y="517"/>
                    </a:cubicBezTo>
                    <a:cubicBezTo>
                      <a:pt x="142" y="690"/>
                      <a:pt x="243" y="887"/>
                      <a:pt x="365" y="1100"/>
                    </a:cubicBezTo>
                    <a:cubicBezTo>
                      <a:pt x="482" y="1318"/>
                      <a:pt x="603" y="1536"/>
                      <a:pt x="725" y="1748"/>
                    </a:cubicBezTo>
                    <a:cubicBezTo>
                      <a:pt x="851" y="1966"/>
                      <a:pt x="973" y="2179"/>
                      <a:pt x="1094" y="2376"/>
                    </a:cubicBezTo>
                    <a:cubicBezTo>
                      <a:pt x="1221" y="2579"/>
                      <a:pt x="1328" y="2751"/>
                      <a:pt x="1424" y="2893"/>
                    </a:cubicBezTo>
                    <a:cubicBezTo>
                      <a:pt x="1469" y="2969"/>
                      <a:pt x="1515" y="3015"/>
                      <a:pt x="1561" y="3030"/>
                    </a:cubicBezTo>
                    <a:cubicBezTo>
                      <a:pt x="1583" y="3037"/>
                      <a:pt x="1610" y="3041"/>
                      <a:pt x="1640" y="3041"/>
                    </a:cubicBezTo>
                    <a:cubicBezTo>
                      <a:pt x="1671" y="3041"/>
                      <a:pt x="1705" y="3037"/>
                      <a:pt x="1743" y="3030"/>
                    </a:cubicBezTo>
                    <a:cubicBezTo>
                      <a:pt x="1809" y="3010"/>
                      <a:pt x="1880" y="2984"/>
                      <a:pt x="1946" y="2954"/>
                    </a:cubicBezTo>
                    <a:cubicBezTo>
                      <a:pt x="2011" y="2923"/>
                      <a:pt x="2082" y="2888"/>
                      <a:pt x="2153" y="2842"/>
                    </a:cubicBezTo>
                    <a:cubicBezTo>
                      <a:pt x="2214" y="2812"/>
                      <a:pt x="2255" y="2782"/>
                      <a:pt x="2265" y="2746"/>
                    </a:cubicBezTo>
                    <a:cubicBezTo>
                      <a:pt x="2280" y="2716"/>
                      <a:pt x="2270" y="2670"/>
                      <a:pt x="2239" y="2614"/>
                    </a:cubicBezTo>
                    <a:cubicBezTo>
                      <a:pt x="2153" y="2452"/>
                      <a:pt x="2067" y="2280"/>
                      <a:pt x="1971" y="2088"/>
                    </a:cubicBezTo>
                    <a:cubicBezTo>
                      <a:pt x="1875" y="1895"/>
                      <a:pt x="1783" y="1698"/>
                      <a:pt x="1687" y="1485"/>
                    </a:cubicBezTo>
                    <a:cubicBezTo>
                      <a:pt x="1591" y="1272"/>
                      <a:pt x="1495" y="1059"/>
                      <a:pt x="1398" y="842"/>
                    </a:cubicBezTo>
                    <a:cubicBezTo>
                      <a:pt x="1302" y="619"/>
                      <a:pt x="1211" y="401"/>
                      <a:pt x="1120" y="188"/>
                    </a:cubicBezTo>
                    <a:cubicBezTo>
                      <a:pt x="1084" y="112"/>
                      <a:pt x="1044" y="56"/>
                      <a:pt x="993" y="31"/>
                    </a:cubicBezTo>
                    <a:cubicBezTo>
                      <a:pt x="958" y="10"/>
                      <a:pt x="910" y="1"/>
                      <a:pt x="852" y="1"/>
                    </a:cubicBezTo>
                    <a:close/>
                    <a:moveTo>
                      <a:pt x="2368" y="3008"/>
                    </a:moveTo>
                    <a:cubicBezTo>
                      <a:pt x="2354" y="3008"/>
                      <a:pt x="2340" y="3008"/>
                      <a:pt x="2325" y="3010"/>
                    </a:cubicBezTo>
                    <a:cubicBezTo>
                      <a:pt x="2260" y="3010"/>
                      <a:pt x="2189" y="3030"/>
                      <a:pt x="2118" y="3070"/>
                    </a:cubicBezTo>
                    <a:cubicBezTo>
                      <a:pt x="2032" y="3111"/>
                      <a:pt x="1961" y="3162"/>
                      <a:pt x="1910" y="3222"/>
                    </a:cubicBezTo>
                    <a:cubicBezTo>
                      <a:pt x="1864" y="3278"/>
                      <a:pt x="1829" y="3339"/>
                      <a:pt x="1814" y="3405"/>
                    </a:cubicBezTo>
                    <a:cubicBezTo>
                      <a:pt x="1804" y="3465"/>
                      <a:pt x="1804" y="3526"/>
                      <a:pt x="1819" y="3587"/>
                    </a:cubicBezTo>
                    <a:cubicBezTo>
                      <a:pt x="1834" y="3648"/>
                      <a:pt x="1859" y="3699"/>
                      <a:pt x="1900" y="3749"/>
                    </a:cubicBezTo>
                    <a:cubicBezTo>
                      <a:pt x="1987" y="3851"/>
                      <a:pt x="2088" y="3901"/>
                      <a:pt x="2203" y="3901"/>
                    </a:cubicBezTo>
                    <a:cubicBezTo>
                      <a:pt x="2208" y="3901"/>
                      <a:pt x="2214" y="3901"/>
                      <a:pt x="2219" y="3901"/>
                    </a:cubicBezTo>
                    <a:cubicBezTo>
                      <a:pt x="2346" y="3891"/>
                      <a:pt x="2457" y="3840"/>
                      <a:pt x="2558" y="3744"/>
                    </a:cubicBezTo>
                    <a:cubicBezTo>
                      <a:pt x="2604" y="3704"/>
                      <a:pt x="2639" y="3653"/>
                      <a:pt x="2665" y="3602"/>
                    </a:cubicBezTo>
                    <a:cubicBezTo>
                      <a:pt x="2690" y="3552"/>
                      <a:pt x="2705" y="3506"/>
                      <a:pt x="2710" y="3455"/>
                    </a:cubicBezTo>
                    <a:cubicBezTo>
                      <a:pt x="2715" y="3410"/>
                      <a:pt x="2715" y="3364"/>
                      <a:pt x="2710" y="3319"/>
                    </a:cubicBezTo>
                    <a:cubicBezTo>
                      <a:pt x="2705" y="3273"/>
                      <a:pt x="2695" y="3238"/>
                      <a:pt x="2685" y="3212"/>
                    </a:cubicBezTo>
                    <a:cubicBezTo>
                      <a:pt x="2670" y="3182"/>
                      <a:pt x="2650" y="3146"/>
                      <a:pt x="2614" y="3111"/>
                    </a:cubicBezTo>
                    <a:cubicBezTo>
                      <a:pt x="2584" y="3075"/>
                      <a:pt x="2543" y="3050"/>
                      <a:pt x="2493" y="3030"/>
                    </a:cubicBezTo>
                    <a:cubicBezTo>
                      <a:pt x="2454" y="3014"/>
                      <a:pt x="2412" y="3008"/>
                      <a:pt x="2368" y="30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6197438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23"/>
          <p:cNvSpPr txBox="1">
            <a:spLocks noGrp="1"/>
          </p:cNvSpPr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Data Summary</a:t>
            </a:r>
            <a:endParaRPr lang="en-US"/>
          </a:p>
        </p:txBody>
      </p:sp>
      <p:grpSp>
        <p:nvGrpSpPr>
          <p:cNvPr id="924" name="Google Shape;924;p23"/>
          <p:cNvGrpSpPr/>
          <p:nvPr/>
        </p:nvGrpSpPr>
        <p:grpSpPr>
          <a:xfrm>
            <a:off x="97995" y="1341825"/>
            <a:ext cx="3878257" cy="1309514"/>
            <a:chOff x="97995" y="1341825"/>
            <a:chExt cx="3878257" cy="1309514"/>
          </a:xfrm>
        </p:grpSpPr>
        <p:grpSp>
          <p:nvGrpSpPr>
            <p:cNvPr id="925" name="Google Shape;925;p23"/>
            <p:cNvGrpSpPr/>
            <p:nvPr/>
          </p:nvGrpSpPr>
          <p:grpSpPr>
            <a:xfrm>
              <a:off x="97995" y="1341825"/>
              <a:ext cx="2339528" cy="830243"/>
              <a:chOff x="-2441655" y="1418025"/>
              <a:chExt cx="2339528" cy="830243"/>
            </a:xfrm>
          </p:grpSpPr>
          <p:sp>
            <p:nvSpPr>
              <p:cNvPr id="926" name="Google Shape;926;p23"/>
              <p:cNvSpPr txBox="1"/>
              <p:nvPr/>
            </p:nvSpPr>
            <p:spPr>
              <a:xfrm>
                <a:off x="-2441655" y="1418025"/>
                <a:ext cx="2339528" cy="40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r"/>
                <a:r>
                  <a:rPr lang="en" sz="1800" b="1">
                    <a:latin typeface="Fira Sans Extra Condensed"/>
                  </a:rPr>
                  <a:t>Data</a:t>
                </a:r>
              </a:p>
            </p:txBody>
          </p:sp>
          <p:sp>
            <p:nvSpPr>
              <p:cNvPr id="927" name="Google Shape;927;p23"/>
              <p:cNvSpPr txBox="1"/>
              <p:nvPr/>
            </p:nvSpPr>
            <p:spPr>
              <a:xfrm>
                <a:off x="-2082450" y="1696868"/>
                <a:ext cx="1980300" cy="55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r"/>
                <a:r>
                  <a:rPr lang="en" sz="1200">
                    <a:ea typeface="Roboto"/>
                  </a:rPr>
                  <a:t>72,137 News Articles </a:t>
                </a:r>
                <a:endParaRPr lang="en-US"/>
              </a:p>
              <a:p>
                <a:pPr algn="r"/>
                <a:r>
                  <a:rPr lang="en" sz="1200">
                    <a:ea typeface="Roboto"/>
                    <a:sym typeface="Roboto"/>
                  </a:rPr>
                  <a:t>35,028 Real</a:t>
                </a:r>
                <a:endParaRPr lang="en-US"/>
              </a:p>
              <a:p>
                <a:pPr algn="r"/>
                <a:r>
                  <a:rPr lang="en" sz="1200">
                    <a:ea typeface="Roboto"/>
                    <a:sym typeface="Roboto"/>
                  </a:rPr>
                  <a:t>37,106 Fake</a:t>
                </a:r>
                <a:endParaRPr/>
              </a:p>
            </p:txBody>
          </p:sp>
        </p:grpSp>
        <p:cxnSp>
          <p:nvCxnSpPr>
            <p:cNvPr id="928" name="Google Shape;928;p23"/>
            <p:cNvCxnSpPr>
              <a:stCxn id="929" idx="0"/>
              <a:endCxn id="930" idx="2"/>
            </p:cNvCxnSpPr>
            <p:nvPr/>
          </p:nvCxnSpPr>
          <p:spPr>
            <a:xfrm rot="5400000" flipH="1">
              <a:off x="2754652" y="1429739"/>
              <a:ext cx="904500" cy="1538700"/>
            </a:xfrm>
            <a:prstGeom prst="bentConnector2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929" name="Google Shape;929;p23"/>
          <p:cNvSpPr/>
          <p:nvPr/>
        </p:nvSpPr>
        <p:spPr>
          <a:xfrm flipH="1">
            <a:off x="3124402" y="2651339"/>
            <a:ext cx="1703700" cy="5727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err="1">
                <a:solidFill>
                  <a:schemeClr val="lt1"/>
                </a:solidFill>
                <a:latin typeface="Fira Sans Extra Condensed"/>
                <a:sym typeface="Fira Sans Extra Condensed"/>
              </a:rPr>
              <a:t>WELFake</a:t>
            </a:r>
            <a:endParaRPr lang="en-US" err="1"/>
          </a:p>
        </p:txBody>
      </p:sp>
      <p:cxnSp>
        <p:nvCxnSpPr>
          <p:cNvPr id="931" name="Google Shape;931;p23"/>
          <p:cNvCxnSpPr>
            <a:stCxn id="929" idx="1"/>
          </p:cNvCxnSpPr>
          <p:nvPr/>
        </p:nvCxnSpPr>
        <p:spPr>
          <a:xfrm>
            <a:off x="4828102" y="2937689"/>
            <a:ext cx="5373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930" name="Google Shape;930;p23"/>
          <p:cNvSpPr/>
          <p:nvPr/>
        </p:nvSpPr>
        <p:spPr>
          <a:xfrm flipH="1">
            <a:off x="1864814" y="1460601"/>
            <a:ext cx="572700" cy="5727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2" name="Google Shape;932;p23"/>
          <p:cNvSpPr/>
          <p:nvPr/>
        </p:nvSpPr>
        <p:spPr>
          <a:xfrm flipH="1">
            <a:off x="1864814" y="3841939"/>
            <a:ext cx="572700" cy="5727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5" name="Google Shape;975;p23"/>
          <p:cNvSpPr/>
          <p:nvPr/>
        </p:nvSpPr>
        <p:spPr>
          <a:xfrm flipH="1">
            <a:off x="1864814" y="2646276"/>
            <a:ext cx="572700" cy="5727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6" name="Google Shape;976;p23"/>
          <p:cNvGrpSpPr/>
          <p:nvPr/>
        </p:nvGrpSpPr>
        <p:grpSpPr>
          <a:xfrm>
            <a:off x="457200" y="3224039"/>
            <a:ext cx="3519052" cy="1319379"/>
            <a:chOff x="457200" y="3224039"/>
            <a:chExt cx="3519052" cy="1319379"/>
          </a:xfrm>
        </p:grpSpPr>
        <p:cxnSp>
          <p:nvCxnSpPr>
            <p:cNvPr id="977" name="Google Shape;977;p23"/>
            <p:cNvCxnSpPr>
              <a:stCxn id="929" idx="2"/>
              <a:endCxn id="932" idx="2"/>
            </p:cNvCxnSpPr>
            <p:nvPr/>
          </p:nvCxnSpPr>
          <p:spPr>
            <a:xfrm rot="5400000">
              <a:off x="2754802" y="2906789"/>
              <a:ext cx="904200" cy="1538700"/>
            </a:xfrm>
            <a:prstGeom prst="bentConnector2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978" name="Google Shape;978;p23"/>
            <p:cNvGrpSpPr/>
            <p:nvPr/>
          </p:nvGrpSpPr>
          <p:grpSpPr>
            <a:xfrm>
              <a:off x="457200" y="3713175"/>
              <a:ext cx="1980323" cy="830243"/>
              <a:chOff x="-2082450" y="1418025"/>
              <a:chExt cx="1980323" cy="830243"/>
            </a:xfrm>
          </p:grpSpPr>
          <p:sp>
            <p:nvSpPr>
              <p:cNvPr id="979" name="Google Shape;979;p23"/>
              <p:cNvSpPr txBox="1"/>
              <p:nvPr/>
            </p:nvSpPr>
            <p:spPr>
              <a:xfrm>
                <a:off x="-2082427" y="1418025"/>
                <a:ext cx="1980300" cy="34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r"/>
                <a:r>
                  <a:rPr lang="en" sz="1800" b="1">
                    <a:latin typeface="Fira Sans Extra Condensed"/>
                    <a:sym typeface="Fira Sans Extra Condensed"/>
                  </a:rPr>
                  <a:t>Dependent Variable</a:t>
                </a:r>
                <a:endParaRPr lang="en-US"/>
              </a:p>
            </p:txBody>
          </p:sp>
          <p:sp>
            <p:nvSpPr>
              <p:cNvPr id="980" name="Google Shape;980;p23"/>
              <p:cNvSpPr txBox="1"/>
              <p:nvPr/>
            </p:nvSpPr>
            <p:spPr>
              <a:xfrm>
                <a:off x="-2082450" y="1696868"/>
                <a:ext cx="1980300" cy="55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r"/>
                <a:r>
                  <a:rPr lang="en" sz="1200">
                    <a:ea typeface="Roboto"/>
                    <a:sym typeface="Roboto"/>
                  </a:rPr>
                  <a:t>Label</a:t>
                </a:r>
                <a:endParaRPr lang="en-US">
                  <a:sym typeface="Roboto"/>
                </a:endParaRPr>
              </a:p>
              <a:p>
                <a:pPr algn="r"/>
                <a:r>
                  <a:rPr lang="en" sz="1200">
                    <a:ea typeface="Roboto"/>
                    <a:sym typeface="Roboto"/>
                  </a:rPr>
                  <a:t>0 = Fake</a:t>
                </a:r>
                <a:endParaRPr lang="en">
                  <a:sym typeface="Roboto"/>
                </a:endParaRPr>
              </a:p>
              <a:p>
                <a:pPr algn="r"/>
                <a:r>
                  <a:rPr lang="en" sz="1200">
                    <a:ea typeface="Roboto"/>
                    <a:sym typeface="Roboto"/>
                  </a:rPr>
                  <a:t>1 = Real</a:t>
                </a:r>
                <a:endParaRPr/>
              </a:p>
            </p:txBody>
          </p:sp>
        </p:grpSp>
      </p:grpSp>
      <p:grpSp>
        <p:nvGrpSpPr>
          <p:cNvPr id="981" name="Google Shape;981;p23"/>
          <p:cNvGrpSpPr/>
          <p:nvPr/>
        </p:nvGrpSpPr>
        <p:grpSpPr>
          <a:xfrm>
            <a:off x="-171450" y="2527500"/>
            <a:ext cx="3295852" cy="830243"/>
            <a:chOff x="-171450" y="2527500"/>
            <a:chExt cx="3295852" cy="830243"/>
          </a:xfrm>
        </p:grpSpPr>
        <p:grpSp>
          <p:nvGrpSpPr>
            <p:cNvPr id="982" name="Google Shape;982;p23"/>
            <p:cNvGrpSpPr/>
            <p:nvPr/>
          </p:nvGrpSpPr>
          <p:grpSpPr>
            <a:xfrm>
              <a:off x="-171450" y="2527500"/>
              <a:ext cx="2608973" cy="830243"/>
              <a:chOff x="-2711100" y="1418025"/>
              <a:chExt cx="2608973" cy="830243"/>
            </a:xfrm>
          </p:grpSpPr>
          <p:sp>
            <p:nvSpPr>
              <p:cNvPr id="983" name="Google Shape;983;p23"/>
              <p:cNvSpPr txBox="1"/>
              <p:nvPr/>
            </p:nvSpPr>
            <p:spPr>
              <a:xfrm>
                <a:off x="-2082427" y="1418025"/>
                <a:ext cx="1980300" cy="34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sym typeface="Fira Sans Extra Condensed"/>
                  </a:rPr>
                  <a:t>Features</a:t>
                </a:r>
                <a:endParaRPr lang="en-US"/>
              </a:p>
            </p:txBody>
          </p:sp>
          <p:sp>
            <p:nvSpPr>
              <p:cNvPr id="984" name="Google Shape;984;p23"/>
              <p:cNvSpPr txBox="1"/>
              <p:nvPr/>
            </p:nvSpPr>
            <p:spPr>
              <a:xfrm>
                <a:off x="-2711100" y="1696868"/>
                <a:ext cx="2608950" cy="55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r"/>
                <a:r>
                  <a:rPr lang="en" sz="1200">
                    <a:ea typeface="Roboto"/>
                    <a:sym typeface="Roboto"/>
                  </a:rPr>
                  <a:t>Serial Number (starting from 0)</a:t>
                </a:r>
                <a:endParaRPr lang="en-US">
                  <a:sym typeface="Roboto"/>
                </a:endParaRPr>
              </a:p>
              <a:p>
                <a:pPr algn="r"/>
                <a:r>
                  <a:rPr lang="en" sz="1200">
                    <a:ea typeface="Roboto"/>
                    <a:sym typeface="Roboto"/>
                  </a:rPr>
                  <a:t>Title (about text news heading)</a:t>
                </a:r>
                <a:endParaRPr lang="en"/>
              </a:p>
              <a:p>
                <a:pPr algn="r"/>
                <a:r>
                  <a:rPr lang="en" sz="1200">
                    <a:ea typeface="Roboto"/>
                    <a:sym typeface="Roboto"/>
                  </a:rPr>
                  <a:t>Text (about news content)</a:t>
                </a:r>
                <a:endParaRPr lang="en">
                  <a:ea typeface="Roboto"/>
                  <a:sym typeface="Roboto"/>
                </a:endParaRPr>
              </a:p>
              <a:p>
                <a:pPr algn="r"/>
                <a:endParaRPr/>
              </a:p>
            </p:txBody>
          </p:sp>
        </p:grpSp>
        <p:cxnSp>
          <p:nvCxnSpPr>
            <p:cNvPr id="985" name="Google Shape;985;p23"/>
            <p:cNvCxnSpPr>
              <a:stCxn id="929" idx="3"/>
              <a:endCxn id="975" idx="2"/>
            </p:cNvCxnSpPr>
            <p:nvPr/>
          </p:nvCxnSpPr>
          <p:spPr>
            <a:xfrm rot="10800000">
              <a:off x="2437402" y="2932589"/>
              <a:ext cx="687000" cy="5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pic>
        <p:nvPicPr>
          <p:cNvPr id="3" name="Picture 2" descr="A red and blue rectangles&#10;&#10;Description automatically generated">
            <a:extLst>
              <a:ext uri="{FF2B5EF4-FFF2-40B4-BE49-F238E27FC236}">
                <a16:creationId xmlns:a16="http://schemas.microsoft.com/office/drawing/2014/main" id="{3780C2E5-AC20-DC6F-A9D6-16190626D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7063" y="1548424"/>
            <a:ext cx="3582073" cy="279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518751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21"/>
          <p:cNvSpPr txBox="1">
            <a:spLocks noGrp="1"/>
          </p:cNvSpPr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Text &amp; Title Length</a:t>
            </a:r>
            <a:endParaRPr lang="en-US"/>
          </a:p>
        </p:txBody>
      </p:sp>
      <p:sp>
        <p:nvSpPr>
          <p:cNvPr id="736" name="Google Shape;736;p21"/>
          <p:cNvSpPr/>
          <p:nvPr/>
        </p:nvSpPr>
        <p:spPr>
          <a:xfrm>
            <a:off x="5027595" y="4729868"/>
            <a:ext cx="2286429" cy="47936"/>
          </a:xfrm>
          <a:custGeom>
            <a:avLst/>
            <a:gdLst/>
            <a:ahLst/>
            <a:cxnLst/>
            <a:rect l="l" t="t" r="r" b="b"/>
            <a:pathLst>
              <a:path w="27092" h="568" extrusionOk="0">
                <a:moveTo>
                  <a:pt x="13546" y="1"/>
                </a:moveTo>
                <a:cubicBezTo>
                  <a:pt x="6064" y="1"/>
                  <a:pt x="1" y="127"/>
                  <a:pt x="1" y="284"/>
                </a:cubicBezTo>
                <a:cubicBezTo>
                  <a:pt x="1" y="441"/>
                  <a:pt x="6064" y="568"/>
                  <a:pt x="13546" y="568"/>
                </a:cubicBezTo>
                <a:cubicBezTo>
                  <a:pt x="21028" y="568"/>
                  <a:pt x="27092" y="441"/>
                  <a:pt x="27092" y="284"/>
                </a:cubicBezTo>
                <a:cubicBezTo>
                  <a:pt x="27092" y="127"/>
                  <a:pt x="21028" y="1"/>
                  <a:pt x="1354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0" name="Google Shape;800;p21"/>
          <p:cNvGrpSpPr/>
          <p:nvPr/>
        </p:nvGrpSpPr>
        <p:grpSpPr>
          <a:xfrm>
            <a:off x="457200" y="1300475"/>
            <a:ext cx="3198900" cy="1087200"/>
            <a:chOff x="457200" y="1300475"/>
            <a:chExt cx="3198900" cy="1087200"/>
          </a:xfrm>
        </p:grpSpPr>
        <p:sp>
          <p:nvSpPr>
            <p:cNvPr id="801" name="Google Shape;801;p21"/>
            <p:cNvSpPr/>
            <p:nvPr/>
          </p:nvSpPr>
          <p:spPr>
            <a:xfrm flipH="1">
              <a:off x="457200" y="1300475"/>
              <a:ext cx="3198900" cy="1087200"/>
            </a:xfrm>
            <a:prstGeom prst="roundRect">
              <a:avLst>
                <a:gd name="adj" fmla="val 2539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02" name="Google Shape;802;p21"/>
            <p:cNvGrpSpPr/>
            <p:nvPr/>
          </p:nvGrpSpPr>
          <p:grpSpPr>
            <a:xfrm flipH="1">
              <a:off x="587402" y="1341500"/>
              <a:ext cx="1980323" cy="1005151"/>
              <a:chOff x="1594500" y="3438675"/>
              <a:chExt cx="1980323" cy="1005151"/>
            </a:xfrm>
          </p:grpSpPr>
          <p:sp>
            <p:nvSpPr>
              <p:cNvPr id="803" name="Google Shape;803;p21"/>
              <p:cNvSpPr txBox="1"/>
              <p:nvPr/>
            </p:nvSpPr>
            <p:spPr>
              <a:xfrm>
                <a:off x="1594523" y="3438675"/>
                <a:ext cx="1980300" cy="34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r"/>
                <a:r>
                  <a:rPr lang="en" sz="1800" b="1">
                    <a:solidFill>
                      <a:schemeClr val="lt1"/>
                    </a:solidFill>
                    <a:latin typeface="Fira Sans Extra Condensed"/>
                    <a:sym typeface="Fira Sans Extra Condensed"/>
                  </a:rPr>
                  <a:t>Title Length</a:t>
                </a:r>
                <a:endParaRPr lang="en-US"/>
              </a:p>
            </p:txBody>
          </p:sp>
          <p:sp>
            <p:nvSpPr>
              <p:cNvPr id="804" name="Google Shape;804;p21"/>
              <p:cNvSpPr txBox="1"/>
              <p:nvPr/>
            </p:nvSpPr>
            <p:spPr>
              <a:xfrm>
                <a:off x="1594500" y="3717526"/>
                <a:ext cx="1980300" cy="7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r"/>
                <a:r>
                  <a:rPr lang="en" sz="120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Real News has a longer title at a much higher frequency than Fake News</a:t>
                </a:r>
                <a:endParaRPr lang="en-US">
                  <a:solidFill>
                    <a:schemeClr val="lt1"/>
                  </a:solidFill>
                </a:endParaRPr>
              </a:p>
            </p:txBody>
          </p:sp>
        </p:grpSp>
        <p:sp>
          <p:nvSpPr>
            <p:cNvPr id="805" name="Google Shape;805;p21"/>
            <p:cNvSpPr/>
            <p:nvPr/>
          </p:nvSpPr>
          <p:spPr>
            <a:xfrm flipH="1">
              <a:off x="2711800" y="1452275"/>
              <a:ext cx="783600" cy="783600"/>
            </a:xfrm>
            <a:prstGeom prst="roundRect">
              <a:avLst>
                <a:gd name="adj" fmla="val 241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6" name="Google Shape;806;p21"/>
          <p:cNvSpPr/>
          <p:nvPr/>
        </p:nvSpPr>
        <p:spPr>
          <a:xfrm>
            <a:off x="3960538" y="3534938"/>
            <a:ext cx="366300" cy="3663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07" name="Google Shape;807;p21"/>
          <p:cNvCxnSpPr>
            <a:stCxn id="801" idx="1"/>
            <a:endCxn id="806" idx="0"/>
          </p:cNvCxnSpPr>
          <p:nvPr/>
        </p:nvCxnSpPr>
        <p:spPr>
          <a:xfrm>
            <a:off x="3656100" y="1844075"/>
            <a:ext cx="487500" cy="16908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808" name="Google Shape;808;p21"/>
          <p:cNvSpPr/>
          <p:nvPr/>
        </p:nvSpPr>
        <p:spPr>
          <a:xfrm>
            <a:off x="4864713" y="3534938"/>
            <a:ext cx="366300" cy="3663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9" name="Google Shape;809;p21"/>
          <p:cNvGrpSpPr/>
          <p:nvPr/>
        </p:nvGrpSpPr>
        <p:grpSpPr>
          <a:xfrm>
            <a:off x="5047975" y="1300475"/>
            <a:ext cx="3651900" cy="2234400"/>
            <a:chOff x="5047975" y="1300475"/>
            <a:chExt cx="3651900" cy="2234400"/>
          </a:xfrm>
        </p:grpSpPr>
        <p:grpSp>
          <p:nvGrpSpPr>
            <p:cNvPr id="810" name="Google Shape;810;p21"/>
            <p:cNvGrpSpPr/>
            <p:nvPr/>
          </p:nvGrpSpPr>
          <p:grpSpPr>
            <a:xfrm flipH="1">
              <a:off x="5500975" y="1300475"/>
              <a:ext cx="3198900" cy="1087200"/>
              <a:chOff x="457200" y="1300475"/>
              <a:chExt cx="3198900" cy="1087200"/>
            </a:xfrm>
          </p:grpSpPr>
          <p:sp>
            <p:nvSpPr>
              <p:cNvPr id="811" name="Google Shape;811;p21"/>
              <p:cNvSpPr/>
              <p:nvPr/>
            </p:nvSpPr>
            <p:spPr>
              <a:xfrm flipH="1">
                <a:off x="457200" y="1300475"/>
                <a:ext cx="3198900" cy="1087200"/>
              </a:xfrm>
              <a:prstGeom prst="roundRect">
                <a:avLst>
                  <a:gd name="adj" fmla="val 25393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21"/>
              <p:cNvSpPr/>
              <p:nvPr/>
            </p:nvSpPr>
            <p:spPr>
              <a:xfrm flipH="1">
                <a:off x="2711800" y="1452275"/>
                <a:ext cx="783600" cy="783600"/>
              </a:xfrm>
              <a:prstGeom prst="roundRect">
                <a:avLst>
                  <a:gd name="adj" fmla="val 24103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13" name="Google Shape;813;p21"/>
            <p:cNvGrpSpPr/>
            <p:nvPr/>
          </p:nvGrpSpPr>
          <p:grpSpPr>
            <a:xfrm>
              <a:off x="6589349" y="1341500"/>
              <a:ext cx="1980323" cy="1005151"/>
              <a:chOff x="1594512" y="3438675"/>
              <a:chExt cx="1980323" cy="1005151"/>
            </a:xfrm>
          </p:grpSpPr>
          <p:sp>
            <p:nvSpPr>
              <p:cNvPr id="814" name="Google Shape;814;p21"/>
              <p:cNvSpPr txBox="1"/>
              <p:nvPr/>
            </p:nvSpPr>
            <p:spPr>
              <a:xfrm>
                <a:off x="1594535" y="3438675"/>
                <a:ext cx="1980300" cy="34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" sz="1800" b="1">
                    <a:solidFill>
                      <a:schemeClr val="lt1"/>
                    </a:solidFill>
                    <a:latin typeface="Fira Sans Extra Condensed"/>
                    <a:sym typeface="Fira Sans Extra Condensed"/>
                  </a:rPr>
                  <a:t>Text Length</a:t>
                </a:r>
                <a:endParaRPr 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815" name="Google Shape;815;p21"/>
              <p:cNvSpPr txBox="1"/>
              <p:nvPr/>
            </p:nvSpPr>
            <p:spPr>
              <a:xfrm>
                <a:off x="1594512" y="3717526"/>
                <a:ext cx="1980300" cy="7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r>
                  <a:rPr lang="en" sz="1200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For both, frequencies drop significantly beyond 20,000 characters</a:t>
                </a:r>
                <a:endParaRPr lang="en-US">
                  <a:solidFill>
                    <a:schemeClr val="lt1"/>
                  </a:solidFill>
                </a:endParaRPr>
              </a:p>
            </p:txBody>
          </p:sp>
        </p:grpSp>
        <p:cxnSp>
          <p:nvCxnSpPr>
            <p:cNvPr id="816" name="Google Shape;816;p21"/>
            <p:cNvCxnSpPr>
              <a:stCxn id="811" idx="1"/>
              <a:endCxn id="808" idx="0"/>
            </p:cNvCxnSpPr>
            <p:nvPr/>
          </p:nvCxnSpPr>
          <p:spPr>
            <a:xfrm flipH="1">
              <a:off x="5047975" y="1844075"/>
              <a:ext cx="453000" cy="1690800"/>
            </a:xfrm>
            <a:prstGeom prst="bentConnector2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817" name="Google Shape;817;p21"/>
          <p:cNvGrpSpPr/>
          <p:nvPr/>
        </p:nvGrpSpPr>
        <p:grpSpPr>
          <a:xfrm>
            <a:off x="5768508" y="1594650"/>
            <a:ext cx="569909" cy="498844"/>
            <a:chOff x="11355425" y="3750588"/>
            <a:chExt cx="569909" cy="498844"/>
          </a:xfrm>
        </p:grpSpPr>
        <p:sp>
          <p:nvSpPr>
            <p:cNvPr id="818" name="Google Shape;818;p21"/>
            <p:cNvSpPr/>
            <p:nvPr/>
          </p:nvSpPr>
          <p:spPr>
            <a:xfrm>
              <a:off x="11355425" y="3750588"/>
              <a:ext cx="569909" cy="426435"/>
            </a:xfrm>
            <a:custGeom>
              <a:avLst/>
              <a:gdLst/>
              <a:ahLst/>
              <a:cxnLst/>
              <a:rect l="l" t="t" r="r" b="b"/>
              <a:pathLst>
                <a:path w="8572" h="6414" extrusionOk="0">
                  <a:moveTo>
                    <a:pt x="350" y="1"/>
                  </a:moveTo>
                  <a:cubicBezTo>
                    <a:pt x="158" y="1"/>
                    <a:pt x="1" y="158"/>
                    <a:pt x="1" y="350"/>
                  </a:cubicBezTo>
                  <a:lnTo>
                    <a:pt x="1" y="6064"/>
                  </a:lnTo>
                  <a:cubicBezTo>
                    <a:pt x="1" y="6257"/>
                    <a:pt x="158" y="6414"/>
                    <a:pt x="350" y="6414"/>
                  </a:cubicBezTo>
                  <a:lnTo>
                    <a:pt x="8222" y="6414"/>
                  </a:lnTo>
                  <a:cubicBezTo>
                    <a:pt x="8415" y="6414"/>
                    <a:pt x="8572" y="6257"/>
                    <a:pt x="8572" y="6064"/>
                  </a:cubicBezTo>
                  <a:lnTo>
                    <a:pt x="8572" y="350"/>
                  </a:lnTo>
                  <a:cubicBezTo>
                    <a:pt x="8572" y="158"/>
                    <a:pt x="8415" y="1"/>
                    <a:pt x="82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21"/>
            <p:cNvSpPr/>
            <p:nvPr/>
          </p:nvSpPr>
          <p:spPr>
            <a:xfrm>
              <a:off x="11392125" y="3787288"/>
              <a:ext cx="495513" cy="352038"/>
            </a:xfrm>
            <a:custGeom>
              <a:avLst/>
              <a:gdLst/>
              <a:ahLst/>
              <a:cxnLst/>
              <a:rect l="l" t="t" r="r" b="b"/>
              <a:pathLst>
                <a:path w="7453" h="5295" extrusionOk="0">
                  <a:moveTo>
                    <a:pt x="178" y="1"/>
                  </a:moveTo>
                  <a:cubicBezTo>
                    <a:pt x="82" y="1"/>
                    <a:pt x="1" y="82"/>
                    <a:pt x="1" y="178"/>
                  </a:cubicBezTo>
                  <a:lnTo>
                    <a:pt x="1" y="5117"/>
                  </a:lnTo>
                  <a:cubicBezTo>
                    <a:pt x="1" y="5213"/>
                    <a:pt x="82" y="5294"/>
                    <a:pt x="178" y="5294"/>
                  </a:cubicBezTo>
                  <a:lnTo>
                    <a:pt x="7275" y="5294"/>
                  </a:lnTo>
                  <a:cubicBezTo>
                    <a:pt x="7371" y="5294"/>
                    <a:pt x="7452" y="5213"/>
                    <a:pt x="7452" y="5117"/>
                  </a:cubicBezTo>
                  <a:lnTo>
                    <a:pt x="7452" y="178"/>
                  </a:lnTo>
                  <a:cubicBezTo>
                    <a:pt x="7452" y="82"/>
                    <a:pt x="7371" y="1"/>
                    <a:pt x="7275" y="1"/>
                  </a:cubicBezTo>
                  <a:close/>
                </a:path>
              </a:pathLst>
            </a:custGeom>
            <a:solidFill>
              <a:srgbClr val="CFE2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1"/>
            <p:cNvSpPr/>
            <p:nvPr/>
          </p:nvSpPr>
          <p:spPr>
            <a:xfrm>
              <a:off x="11358816" y="4176962"/>
              <a:ext cx="562463" cy="72469"/>
            </a:xfrm>
            <a:custGeom>
              <a:avLst/>
              <a:gdLst/>
              <a:ahLst/>
              <a:cxnLst/>
              <a:rect l="l" t="t" r="r" b="b"/>
              <a:pathLst>
                <a:path w="8460" h="1090" extrusionOk="0">
                  <a:moveTo>
                    <a:pt x="714" y="1"/>
                  </a:moveTo>
                  <a:cubicBezTo>
                    <a:pt x="583" y="1"/>
                    <a:pt x="461" y="77"/>
                    <a:pt x="405" y="193"/>
                  </a:cubicBezTo>
                  <a:lnTo>
                    <a:pt x="46" y="887"/>
                  </a:lnTo>
                  <a:cubicBezTo>
                    <a:pt x="0" y="978"/>
                    <a:pt x="66" y="1090"/>
                    <a:pt x="172" y="1090"/>
                  </a:cubicBezTo>
                  <a:lnTo>
                    <a:pt x="568" y="1090"/>
                  </a:lnTo>
                  <a:cubicBezTo>
                    <a:pt x="633" y="1090"/>
                    <a:pt x="694" y="1054"/>
                    <a:pt x="725" y="993"/>
                  </a:cubicBezTo>
                  <a:lnTo>
                    <a:pt x="942" y="553"/>
                  </a:lnTo>
                  <a:lnTo>
                    <a:pt x="7512" y="553"/>
                  </a:lnTo>
                  <a:lnTo>
                    <a:pt x="7735" y="993"/>
                  </a:lnTo>
                  <a:cubicBezTo>
                    <a:pt x="7766" y="1054"/>
                    <a:pt x="7827" y="1090"/>
                    <a:pt x="7887" y="1090"/>
                  </a:cubicBezTo>
                  <a:lnTo>
                    <a:pt x="8288" y="1090"/>
                  </a:lnTo>
                  <a:cubicBezTo>
                    <a:pt x="8389" y="1090"/>
                    <a:pt x="8460" y="978"/>
                    <a:pt x="8409" y="887"/>
                  </a:cubicBezTo>
                  <a:lnTo>
                    <a:pt x="8055" y="193"/>
                  </a:lnTo>
                  <a:cubicBezTo>
                    <a:pt x="7994" y="77"/>
                    <a:pt x="7877" y="1"/>
                    <a:pt x="7746" y="1"/>
                  </a:cubicBezTo>
                  <a:close/>
                </a:path>
              </a:pathLst>
            </a:custGeom>
            <a:solidFill>
              <a:srgbClr val="C95B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1"/>
            <p:cNvSpPr/>
            <p:nvPr/>
          </p:nvSpPr>
          <p:spPr>
            <a:xfrm>
              <a:off x="11524167" y="3830770"/>
              <a:ext cx="231767" cy="231434"/>
            </a:xfrm>
            <a:custGeom>
              <a:avLst/>
              <a:gdLst/>
              <a:ahLst/>
              <a:cxnLst/>
              <a:rect l="l" t="t" r="r" b="b"/>
              <a:pathLst>
                <a:path w="3486" h="3481" extrusionOk="0">
                  <a:moveTo>
                    <a:pt x="1743" y="0"/>
                  </a:moveTo>
                  <a:cubicBezTo>
                    <a:pt x="781" y="0"/>
                    <a:pt x="0" y="780"/>
                    <a:pt x="0" y="1743"/>
                  </a:cubicBezTo>
                  <a:cubicBezTo>
                    <a:pt x="0" y="2700"/>
                    <a:pt x="781" y="3480"/>
                    <a:pt x="1743" y="3480"/>
                  </a:cubicBezTo>
                  <a:cubicBezTo>
                    <a:pt x="2705" y="3480"/>
                    <a:pt x="3486" y="2700"/>
                    <a:pt x="3486" y="1743"/>
                  </a:cubicBezTo>
                  <a:cubicBezTo>
                    <a:pt x="3486" y="780"/>
                    <a:pt x="2705" y="0"/>
                    <a:pt x="1743" y="0"/>
                  </a:cubicBezTo>
                  <a:close/>
                </a:path>
              </a:pathLst>
            </a:custGeom>
            <a:solidFill>
              <a:srgbClr val="9FC5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1"/>
            <p:cNvSpPr/>
            <p:nvPr/>
          </p:nvSpPr>
          <p:spPr>
            <a:xfrm>
              <a:off x="11515390" y="3821994"/>
              <a:ext cx="248986" cy="133103"/>
            </a:xfrm>
            <a:custGeom>
              <a:avLst/>
              <a:gdLst/>
              <a:ahLst/>
              <a:cxnLst/>
              <a:rect l="l" t="t" r="r" b="b"/>
              <a:pathLst>
                <a:path w="3745" h="2002" extrusionOk="0">
                  <a:moveTo>
                    <a:pt x="1875" y="0"/>
                  </a:moveTo>
                  <a:cubicBezTo>
                    <a:pt x="842" y="0"/>
                    <a:pt x="1" y="841"/>
                    <a:pt x="1" y="1875"/>
                  </a:cubicBezTo>
                  <a:cubicBezTo>
                    <a:pt x="1" y="1946"/>
                    <a:pt x="62" y="2001"/>
                    <a:pt x="132" y="2001"/>
                  </a:cubicBezTo>
                  <a:cubicBezTo>
                    <a:pt x="203" y="2001"/>
                    <a:pt x="259" y="1946"/>
                    <a:pt x="259" y="1875"/>
                  </a:cubicBezTo>
                  <a:cubicBezTo>
                    <a:pt x="259" y="1221"/>
                    <a:pt x="649" y="664"/>
                    <a:pt x="1201" y="406"/>
                  </a:cubicBezTo>
                  <a:lnTo>
                    <a:pt x="1201" y="406"/>
                  </a:lnTo>
                  <a:cubicBezTo>
                    <a:pt x="958" y="745"/>
                    <a:pt x="806" y="1272"/>
                    <a:pt x="806" y="1875"/>
                  </a:cubicBezTo>
                  <a:cubicBezTo>
                    <a:pt x="806" y="1946"/>
                    <a:pt x="862" y="2001"/>
                    <a:pt x="933" y="2001"/>
                  </a:cubicBezTo>
                  <a:cubicBezTo>
                    <a:pt x="1004" y="2001"/>
                    <a:pt x="1064" y="1946"/>
                    <a:pt x="1064" y="1875"/>
                  </a:cubicBezTo>
                  <a:cubicBezTo>
                    <a:pt x="1064" y="1084"/>
                    <a:pt x="1363" y="411"/>
                    <a:pt x="1748" y="279"/>
                  </a:cubicBezTo>
                  <a:lnTo>
                    <a:pt x="1748" y="1875"/>
                  </a:lnTo>
                  <a:cubicBezTo>
                    <a:pt x="1743" y="1946"/>
                    <a:pt x="1804" y="2001"/>
                    <a:pt x="1875" y="2001"/>
                  </a:cubicBezTo>
                  <a:cubicBezTo>
                    <a:pt x="1946" y="2001"/>
                    <a:pt x="2002" y="1946"/>
                    <a:pt x="1997" y="1875"/>
                  </a:cubicBezTo>
                  <a:lnTo>
                    <a:pt x="1997" y="279"/>
                  </a:lnTo>
                  <a:cubicBezTo>
                    <a:pt x="2387" y="411"/>
                    <a:pt x="2685" y="1084"/>
                    <a:pt x="2685" y="1875"/>
                  </a:cubicBezTo>
                  <a:cubicBezTo>
                    <a:pt x="2685" y="1946"/>
                    <a:pt x="2741" y="2001"/>
                    <a:pt x="2817" y="2001"/>
                  </a:cubicBezTo>
                  <a:cubicBezTo>
                    <a:pt x="2888" y="2001"/>
                    <a:pt x="2944" y="1946"/>
                    <a:pt x="2944" y="1875"/>
                  </a:cubicBezTo>
                  <a:cubicBezTo>
                    <a:pt x="2944" y="1272"/>
                    <a:pt x="2792" y="745"/>
                    <a:pt x="2549" y="406"/>
                  </a:cubicBezTo>
                  <a:lnTo>
                    <a:pt x="2549" y="406"/>
                  </a:lnTo>
                  <a:cubicBezTo>
                    <a:pt x="3101" y="664"/>
                    <a:pt x="3486" y="1221"/>
                    <a:pt x="3486" y="1875"/>
                  </a:cubicBezTo>
                  <a:cubicBezTo>
                    <a:pt x="3486" y="1946"/>
                    <a:pt x="3547" y="2001"/>
                    <a:pt x="3618" y="2001"/>
                  </a:cubicBezTo>
                  <a:cubicBezTo>
                    <a:pt x="3688" y="2001"/>
                    <a:pt x="3744" y="1946"/>
                    <a:pt x="3744" y="1875"/>
                  </a:cubicBezTo>
                  <a:cubicBezTo>
                    <a:pt x="3744" y="841"/>
                    <a:pt x="2908" y="0"/>
                    <a:pt x="18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1"/>
            <p:cNvSpPr/>
            <p:nvPr/>
          </p:nvSpPr>
          <p:spPr>
            <a:xfrm>
              <a:off x="11444317" y="3946588"/>
              <a:ext cx="392129" cy="150256"/>
            </a:xfrm>
            <a:custGeom>
              <a:avLst/>
              <a:gdLst/>
              <a:ahLst/>
              <a:cxnLst/>
              <a:rect l="l" t="t" r="r" b="b"/>
              <a:pathLst>
                <a:path w="5898" h="2260" extrusionOk="0">
                  <a:moveTo>
                    <a:pt x="350" y="1"/>
                  </a:moveTo>
                  <a:cubicBezTo>
                    <a:pt x="158" y="1"/>
                    <a:pt x="1" y="153"/>
                    <a:pt x="1" y="345"/>
                  </a:cubicBezTo>
                  <a:lnTo>
                    <a:pt x="1" y="1916"/>
                  </a:lnTo>
                  <a:cubicBezTo>
                    <a:pt x="1" y="2108"/>
                    <a:pt x="158" y="2260"/>
                    <a:pt x="350" y="2260"/>
                  </a:cubicBezTo>
                  <a:lnTo>
                    <a:pt x="5553" y="2260"/>
                  </a:lnTo>
                  <a:cubicBezTo>
                    <a:pt x="5740" y="2260"/>
                    <a:pt x="5897" y="2108"/>
                    <a:pt x="5897" y="1916"/>
                  </a:cubicBezTo>
                  <a:lnTo>
                    <a:pt x="5897" y="345"/>
                  </a:lnTo>
                  <a:cubicBezTo>
                    <a:pt x="5897" y="153"/>
                    <a:pt x="5740" y="1"/>
                    <a:pt x="55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1"/>
            <p:cNvSpPr/>
            <p:nvPr/>
          </p:nvSpPr>
          <p:spPr>
            <a:xfrm>
              <a:off x="11472307" y="3975576"/>
              <a:ext cx="69078" cy="91350"/>
            </a:xfrm>
            <a:custGeom>
              <a:avLst/>
              <a:gdLst/>
              <a:ahLst/>
              <a:cxnLst/>
              <a:rect l="l" t="t" r="r" b="b"/>
              <a:pathLst>
                <a:path w="1039" h="1374" extrusionOk="0">
                  <a:moveTo>
                    <a:pt x="122" y="0"/>
                  </a:moveTo>
                  <a:cubicBezTo>
                    <a:pt x="51" y="5"/>
                    <a:pt x="0" y="66"/>
                    <a:pt x="0" y="132"/>
                  </a:cubicBezTo>
                  <a:lnTo>
                    <a:pt x="0" y="1241"/>
                  </a:lnTo>
                  <a:cubicBezTo>
                    <a:pt x="0" y="1307"/>
                    <a:pt x="56" y="1368"/>
                    <a:pt x="122" y="1373"/>
                  </a:cubicBezTo>
                  <a:cubicBezTo>
                    <a:pt x="193" y="1373"/>
                    <a:pt x="254" y="1317"/>
                    <a:pt x="254" y="1246"/>
                  </a:cubicBezTo>
                  <a:lnTo>
                    <a:pt x="254" y="542"/>
                  </a:lnTo>
                  <a:lnTo>
                    <a:pt x="770" y="1297"/>
                  </a:lnTo>
                  <a:cubicBezTo>
                    <a:pt x="801" y="1340"/>
                    <a:pt x="848" y="1365"/>
                    <a:pt x="895" y="1365"/>
                  </a:cubicBezTo>
                  <a:cubicBezTo>
                    <a:pt x="909" y="1365"/>
                    <a:pt x="923" y="1363"/>
                    <a:pt x="937" y="1358"/>
                  </a:cubicBezTo>
                  <a:cubicBezTo>
                    <a:pt x="998" y="1338"/>
                    <a:pt x="1039" y="1277"/>
                    <a:pt x="1039" y="1206"/>
                  </a:cubicBezTo>
                  <a:lnTo>
                    <a:pt x="1029" y="127"/>
                  </a:lnTo>
                  <a:cubicBezTo>
                    <a:pt x="1029" y="56"/>
                    <a:pt x="968" y="0"/>
                    <a:pt x="902" y="0"/>
                  </a:cubicBezTo>
                  <a:lnTo>
                    <a:pt x="897" y="0"/>
                  </a:lnTo>
                  <a:cubicBezTo>
                    <a:pt x="826" y="0"/>
                    <a:pt x="770" y="56"/>
                    <a:pt x="770" y="132"/>
                  </a:cubicBezTo>
                  <a:lnTo>
                    <a:pt x="775" y="841"/>
                  </a:lnTo>
                  <a:lnTo>
                    <a:pt x="238" y="61"/>
                  </a:lnTo>
                  <a:cubicBezTo>
                    <a:pt x="213" y="21"/>
                    <a:pt x="167" y="0"/>
                    <a:pt x="1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1"/>
            <p:cNvSpPr/>
            <p:nvPr/>
          </p:nvSpPr>
          <p:spPr>
            <a:xfrm>
              <a:off x="11561199" y="3975576"/>
              <a:ext cx="48202" cy="90287"/>
            </a:xfrm>
            <a:custGeom>
              <a:avLst/>
              <a:gdLst/>
              <a:ahLst/>
              <a:cxnLst/>
              <a:rect l="l" t="t" r="r" b="b"/>
              <a:pathLst>
                <a:path w="725" h="1358" extrusionOk="0">
                  <a:moveTo>
                    <a:pt x="132" y="0"/>
                  </a:moveTo>
                  <a:cubicBezTo>
                    <a:pt x="61" y="0"/>
                    <a:pt x="1" y="56"/>
                    <a:pt x="1" y="127"/>
                  </a:cubicBezTo>
                  <a:lnTo>
                    <a:pt x="1" y="1226"/>
                  </a:lnTo>
                  <a:cubicBezTo>
                    <a:pt x="1" y="1297"/>
                    <a:pt x="61" y="1358"/>
                    <a:pt x="132" y="1358"/>
                  </a:cubicBezTo>
                  <a:lnTo>
                    <a:pt x="573" y="1358"/>
                  </a:lnTo>
                  <a:cubicBezTo>
                    <a:pt x="644" y="1358"/>
                    <a:pt x="705" y="1302"/>
                    <a:pt x="705" y="1231"/>
                  </a:cubicBezTo>
                  <a:cubicBezTo>
                    <a:pt x="710" y="1160"/>
                    <a:pt x="649" y="1105"/>
                    <a:pt x="578" y="1105"/>
                  </a:cubicBezTo>
                  <a:lnTo>
                    <a:pt x="254" y="1105"/>
                  </a:lnTo>
                  <a:lnTo>
                    <a:pt x="254" y="806"/>
                  </a:lnTo>
                  <a:lnTo>
                    <a:pt x="543" y="806"/>
                  </a:lnTo>
                  <a:cubicBezTo>
                    <a:pt x="609" y="806"/>
                    <a:pt x="669" y="750"/>
                    <a:pt x="674" y="679"/>
                  </a:cubicBezTo>
                  <a:cubicBezTo>
                    <a:pt x="674" y="608"/>
                    <a:pt x="619" y="553"/>
                    <a:pt x="548" y="553"/>
                  </a:cubicBezTo>
                  <a:lnTo>
                    <a:pt x="254" y="553"/>
                  </a:lnTo>
                  <a:lnTo>
                    <a:pt x="254" y="249"/>
                  </a:lnTo>
                  <a:lnTo>
                    <a:pt x="588" y="249"/>
                  </a:lnTo>
                  <a:cubicBezTo>
                    <a:pt x="664" y="249"/>
                    <a:pt x="725" y="188"/>
                    <a:pt x="715" y="112"/>
                  </a:cubicBezTo>
                  <a:cubicBezTo>
                    <a:pt x="710" y="46"/>
                    <a:pt x="649" y="0"/>
                    <a:pt x="5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1"/>
            <p:cNvSpPr/>
            <p:nvPr/>
          </p:nvSpPr>
          <p:spPr>
            <a:xfrm>
              <a:off x="11741376" y="3975510"/>
              <a:ext cx="68081" cy="91417"/>
            </a:xfrm>
            <a:custGeom>
              <a:avLst/>
              <a:gdLst/>
              <a:ahLst/>
              <a:cxnLst/>
              <a:rect l="l" t="t" r="r" b="b"/>
              <a:pathLst>
                <a:path w="1024" h="1375" extrusionOk="0">
                  <a:moveTo>
                    <a:pt x="512" y="0"/>
                  </a:moveTo>
                  <a:cubicBezTo>
                    <a:pt x="463" y="0"/>
                    <a:pt x="413" y="7"/>
                    <a:pt x="360" y="22"/>
                  </a:cubicBezTo>
                  <a:cubicBezTo>
                    <a:pt x="208" y="67"/>
                    <a:pt x="102" y="189"/>
                    <a:pt x="82" y="331"/>
                  </a:cubicBezTo>
                  <a:cubicBezTo>
                    <a:pt x="62" y="467"/>
                    <a:pt x="122" y="599"/>
                    <a:pt x="239" y="675"/>
                  </a:cubicBezTo>
                  <a:cubicBezTo>
                    <a:pt x="244" y="675"/>
                    <a:pt x="249" y="680"/>
                    <a:pt x="254" y="680"/>
                  </a:cubicBezTo>
                  <a:cubicBezTo>
                    <a:pt x="259" y="685"/>
                    <a:pt x="416" y="756"/>
                    <a:pt x="588" y="817"/>
                  </a:cubicBezTo>
                  <a:cubicBezTo>
                    <a:pt x="639" y="837"/>
                    <a:pt x="756" y="888"/>
                    <a:pt x="740" y="979"/>
                  </a:cubicBezTo>
                  <a:cubicBezTo>
                    <a:pt x="730" y="1045"/>
                    <a:pt x="649" y="1116"/>
                    <a:pt x="533" y="1116"/>
                  </a:cubicBezTo>
                  <a:cubicBezTo>
                    <a:pt x="421" y="1116"/>
                    <a:pt x="310" y="1070"/>
                    <a:pt x="244" y="994"/>
                  </a:cubicBezTo>
                  <a:cubicBezTo>
                    <a:pt x="217" y="964"/>
                    <a:pt x="181" y="949"/>
                    <a:pt x="146" y="949"/>
                  </a:cubicBezTo>
                  <a:cubicBezTo>
                    <a:pt x="115" y="949"/>
                    <a:pt x="85" y="961"/>
                    <a:pt x="62" y="984"/>
                  </a:cubicBezTo>
                  <a:cubicBezTo>
                    <a:pt x="6" y="1030"/>
                    <a:pt x="1" y="1116"/>
                    <a:pt x="51" y="1166"/>
                  </a:cubicBezTo>
                  <a:cubicBezTo>
                    <a:pt x="168" y="1298"/>
                    <a:pt x="350" y="1374"/>
                    <a:pt x="533" y="1374"/>
                  </a:cubicBezTo>
                  <a:cubicBezTo>
                    <a:pt x="766" y="1374"/>
                    <a:pt x="958" y="1227"/>
                    <a:pt x="994" y="1025"/>
                  </a:cubicBezTo>
                  <a:cubicBezTo>
                    <a:pt x="1024" y="873"/>
                    <a:pt x="953" y="675"/>
                    <a:pt x="674" y="574"/>
                  </a:cubicBezTo>
                  <a:cubicBezTo>
                    <a:pt x="538" y="523"/>
                    <a:pt x="411" y="467"/>
                    <a:pt x="371" y="452"/>
                  </a:cubicBezTo>
                  <a:cubicBezTo>
                    <a:pt x="335" y="422"/>
                    <a:pt x="335" y="386"/>
                    <a:pt x="340" y="366"/>
                  </a:cubicBezTo>
                  <a:cubicBezTo>
                    <a:pt x="340" y="346"/>
                    <a:pt x="360" y="295"/>
                    <a:pt x="436" y="270"/>
                  </a:cubicBezTo>
                  <a:cubicBezTo>
                    <a:pt x="463" y="262"/>
                    <a:pt x="489" y="259"/>
                    <a:pt x="514" y="259"/>
                  </a:cubicBezTo>
                  <a:cubicBezTo>
                    <a:pt x="643" y="259"/>
                    <a:pt x="746" y="342"/>
                    <a:pt x="750" y="346"/>
                  </a:cubicBezTo>
                  <a:cubicBezTo>
                    <a:pt x="774" y="365"/>
                    <a:pt x="802" y="375"/>
                    <a:pt x="831" y="375"/>
                  </a:cubicBezTo>
                  <a:cubicBezTo>
                    <a:pt x="869" y="375"/>
                    <a:pt x="907" y="358"/>
                    <a:pt x="933" y="326"/>
                  </a:cubicBezTo>
                  <a:cubicBezTo>
                    <a:pt x="978" y="275"/>
                    <a:pt x="973" y="189"/>
                    <a:pt x="918" y="143"/>
                  </a:cubicBezTo>
                  <a:cubicBezTo>
                    <a:pt x="909" y="139"/>
                    <a:pt x="739" y="0"/>
                    <a:pt x="5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1"/>
            <p:cNvSpPr/>
            <p:nvPr/>
          </p:nvSpPr>
          <p:spPr>
            <a:xfrm>
              <a:off x="11628550" y="3975443"/>
              <a:ext cx="99462" cy="92481"/>
            </a:xfrm>
            <a:custGeom>
              <a:avLst/>
              <a:gdLst/>
              <a:ahLst/>
              <a:cxnLst/>
              <a:rect l="l" t="t" r="r" b="b"/>
              <a:pathLst>
                <a:path w="1496" h="1391" extrusionOk="0">
                  <a:moveTo>
                    <a:pt x="740" y="2"/>
                  </a:moveTo>
                  <a:cubicBezTo>
                    <a:pt x="741" y="2"/>
                    <a:pt x="742" y="2"/>
                    <a:pt x="743" y="2"/>
                  </a:cubicBezTo>
                  <a:lnTo>
                    <a:pt x="743" y="2"/>
                  </a:lnTo>
                  <a:cubicBezTo>
                    <a:pt x="744" y="2"/>
                    <a:pt x="745" y="2"/>
                    <a:pt x="745" y="2"/>
                  </a:cubicBezTo>
                  <a:close/>
                  <a:moveTo>
                    <a:pt x="136" y="1"/>
                  </a:moveTo>
                  <a:cubicBezTo>
                    <a:pt x="130" y="1"/>
                    <a:pt x="123" y="1"/>
                    <a:pt x="117" y="2"/>
                  </a:cubicBezTo>
                  <a:cubicBezTo>
                    <a:pt x="46" y="18"/>
                    <a:pt x="1" y="88"/>
                    <a:pt x="16" y="154"/>
                  </a:cubicBezTo>
                  <a:lnTo>
                    <a:pt x="229" y="1254"/>
                  </a:lnTo>
                  <a:cubicBezTo>
                    <a:pt x="234" y="1274"/>
                    <a:pt x="244" y="1294"/>
                    <a:pt x="254" y="1309"/>
                  </a:cubicBezTo>
                  <a:cubicBezTo>
                    <a:pt x="284" y="1350"/>
                    <a:pt x="330" y="1375"/>
                    <a:pt x="381" y="1375"/>
                  </a:cubicBezTo>
                  <a:cubicBezTo>
                    <a:pt x="381" y="1375"/>
                    <a:pt x="507" y="1335"/>
                    <a:pt x="528" y="1269"/>
                  </a:cubicBezTo>
                  <a:lnTo>
                    <a:pt x="745" y="570"/>
                  </a:lnTo>
                  <a:lnTo>
                    <a:pt x="958" y="1269"/>
                  </a:lnTo>
                  <a:cubicBezTo>
                    <a:pt x="958" y="1269"/>
                    <a:pt x="958" y="1269"/>
                    <a:pt x="958" y="1274"/>
                  </a:cubicBezTo>
                  <a:cubicBezTo>
                    <a:pt x="983" y="1335"/>
                    <a:pt x="1105" y="1390"/>
                    <a:pt x="1105" y="1390"/>
                  </a:cubicBezTo>
                  <a:cubicBezTo>
                    <a:pt x="1176" y="1390"/>
                    <a:pt x="1232" y="1350"/>
                    <a:pt x="1252" y="1284"/>
                  </a:cubicBezTo>
                  <a:cubicBezTo>
                    <a:pt x="1257" y="1279"/>
                    <a:pt x="1257" y="1274"/>
                    <a:pt x="1257" y="1269"/>
                  </a:cubicBezTo>
                  <a:lnTo>
                    <a:pt x="1480" y="159"/>
                  </a:lnTo>
                  <a:cubicBezTo>
                    <a:pt x="1495" y="88"/>
                    <a:pt x="1450" y="23"/>
                    <a:pt x="1379" y="7"/>
                  </a:cubicBezTo>
                  <a:cubicBezTo>
                    <a:pt x="1369" y="5"/>
                    <a:pt x="1360" y="5"/>
                    <a:pt x="1351" y="5"/>
                  </a:cubicBezTo>
                  <a:cubicBezTo>
                    <a:pt x="1290" y="5"/>
                    <a:pt x="1235" y="47"/>
                    <a:pt x="1222" y="109"/>
                  </a:cubicBezTo>
                  <a:lnTo>
                    <a:pt x="1085" y="808"/>
                  </a:lnTo>
                  <a:lnTo>
                    <a:pt x="867" y="94"/>
                  </a:lnTo>
                  <a:cubicBezTo>
                    <a:pt x="847" y="39"/>
                    <a:pt x="798" y="3"/>
                    <a:pt x="743" y="2"/>
                  </a:cubicBezTo>
                  <a:lnTo>
                    <a:pt x="743" y="2"/>
                  </a:lnTo>
                  <a:cubicBezTo>
                    <a:pt x="688" y="3"/>
                    <a:pt x="639" y="39"/>
                    <a:pt x="619" y="94"/>
                  </a:cubicBezTo>
                  <a:lnTo>
                    <a:pt x="406" y="798"/>
                  </a:lnTo>
                  <a:lnTo>
                    <a:pt x="269" y="104"/>
                  </a:lnTo>
                  <a:cubicBezTo>
                    <a:pt x="255" y="44"/>
                    <a:pt x="196" y="1"/>
                    <a:pt x="1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8" name="Google Shape;828;p21"/>
          <p:cNvGrpSpPr/>
          <p:nvPr/>
        </p:nvGrpSpPr>
        <p:grpSpPr>
          <a:xfrm>
            <a:off x="2819142" y="1611807"/>
            <a:ext cx="568917" cy="464536"/>
            <a:chOff x="10522991" y="3714215"/>
            <a:chExt cx="568917" cy="464536"/>
          </a:xfrm>
        </p:grpSpPr>
        <p:sp>
          <p:nvSpPr>
            <p:cNvPr id="829" name="Google Shape;829;p21"/>
            <p:cNvSpPr/>
            <p:nvPr/>
          </p:nvSpPr>
          <p:spPr>
            <a:xfrm>
              <a:off x="10620659" y="3790674"/>
              <a:ext cx="373579" cy="373579"/>
            </a:xfrm>
            <a:custGeom>
              <a:avLst/>
              <a:gdLst/>
              <a:ahLst/>
              <a:cxnLst/>
              <a:rect l="l" t="t" r="r" b="b"/>
              <a:pathLst>
                <a:path w="5619" h="5619" extrusionOk="0">
                  <a:moveTo>
                    <a:pt x="2807" y="249"/>
                  </a:moveTo>
                  <a:cubicBezTo>
                    <a:pt x="4220" y="249"/>
                    <a:pt x="5370" y="1399"/>
                    <a:pt x="5370" y="2812"/>
                  </a:cubicBezTo>
                  <a:cubicBezTo>
                    <a:pt x="5370" y="4220"/>
                    <a:pt x="4220" y="5370"/>
                    <a:pt x="2807" y="5370"/>
                  </a:cubicBezTo>
                  <a:cubicBezTo>
                    <a:pt x="1398" y="5370"/>
                    <a:pt x="249" y="4220"/>
                    <a:pt x="249" y="2812"/>
                  </a:cubicBezTo>
                  <a:cubicBezTo>
                    <a:pt x="249" y="1399"/>
                    <a:pt x="1398" y="249"/>
                    <a:pt x="2807" y="249"/>
                  </a:cubicBezTo>
                  <a:close/>
                  <a:moveTo>
                    <a:pt x="2807" y="1"/>
                  </a:moveTo>
                  <a:cubicBezTo>
                    <a:pt x="1257" y="1"/>
                    <a:pt x="0" y="1262"/>
                    <a:pt x="0" y="2812"/>
                  </a:cubicBezTo>
                  <a:cubicBezTo>
                    <a:pt x="0" y="4357"/>
                    <a:pt x="1257" y="5618"/>
                    <a:pt x="2807" y="5618"/>
                  </a:cubicBezTo>
                  <a:cubicBezTo>
                    <a:pt x="4357" y="5618"/>
                    <a:pt x="5618" y="4357"/>
                    <a:pt x="5618" y="2812"/>
                  </a:cubicBezTo>
                  <a:cubicBezTo>
                    <a:pt x="5618" y="1262"/>
                    <a:pt x="4357" y="1"/>
                    <a:pt x="28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1"/>
            <p:cNvSpPr/>
            <p:nvPr/>
          </p:nvSpPr>
          <p:spPr>
            <a:xfrm>
              <a:off x="10584624" y="3732432"/>
              <a:ext cx="138156" cy="83572"/>
            </a:xfrm>
            <a:custGeom>
              <a:avLst/>
              <a:gdLst/>
              <a:ahLst/>
              <a:cxnLst/>
              <a:rect l="l" t="t" r="r" b="b"/>
              <a:pathLst>
                <a:path w="2078" h="1257" extrusionOk="0">
                  <a:moveTo>
                    <a:pt x="725" y="0"/>
                  </a:moveTo>
                  <a:cubicBezTo>
                    <a:pt x="325" y="0"/>
                    <a:pt x="0" y="324"/>
                    <a:pt x="0" y="725"/>
                  </a:cubicBezTo>
                  <a:lnTo>
                    <a:pt x="0" y="1084"/>
                  </a:lnTo>
                  <a:lnTo>
                    <a:pt x="71" y="1256"/>
                  </a:lnTo>
                  <a:lnTo>
                    <a:pt x="2011" y="1256"/>
                  </a:lnTo>
                  <a:lnTo>
                    <a:pt x="2077" y="1084"/>
                  </a:lnTo>
                  <a:lnTo>
                    <a:pt x="2077" y="719"/>
                  </a:lnTo>
                  <a:cubicBezTo>
                    <a:pt x="2077" y="319"/>
                    <a:pt x="1753" y="0"/>
                    <a:pt x="1358" y="0"/>
                  </a:cubicBezTo>
                  <a:close/>
                </a:path>
              </a:pathLst>
            </a:custGeom>
            <a:solidFill>
              <a:srgbClr val="C95B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1"/>
            <p:cNvSpPr/>
            <p:nvPr/>
          </p:nvSpPr>
          <p:spPr>
            <a:xfrm>
              <a:off x="10522991" y="3922715"/>
              <a:ext cx="262749" cy="112559"/>
            </a:xfrm>
            <a:custGeom>
              <a:avLst/>
              <a:gdLst/>
              <a:ahLst/>
              <a:cxnLst/>
              <a:rect l="l" t="t" r="r" b="b"/>
              <a:pathLst>
                <a:path w="3952" h="1693" extrusionOk="0">
                  <a:moveTo>
                    <a:pt x="1637" y="0"/>
                  </a:moveTo>
                  <a:cubicBezTo>
                    <a:pt x="730" y="0"/>
                    <a:pt x="0" y="730"/>
                    <a:pt x="0" y="1636"/>
                  </a:cubicBezTo>
                  <a:cubicBezTo>
                    <a:pt x="0" y="1667"/>
                    <a:pt x="21" y="1692"/>
                    <a:pt x="51" y="1692"/>
                  </a:cubicBezTo>
                  <a:lnTo>
                    <a:pt x="3896" y="1692"/>
                  </a:lnTo>
                  <a:cubicBezTo>
                    <a:pt x="3926" y="1692"/>
                    <a:pt x="3952" y="1667"/>
                    <a:pt x="3952" y="1636"/>
                  </a:cubicBezTo>
                  <a:cubicBezTo>
                    <a:pt x="3952" y="735"/>
                    <a:pt x="3217" y="0"/>
                    <a:pt x="23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1"/>
            <p:cNvSpPr/>
            <p:nvPr/>
          </p:nvSpPr>
          <p:spPr>
            <a:xfrm>
              <a:off x="10605833" y="3864739"/>
              <a:ext cx="97068" cy="115019"/>
            </a:xfrm>
            <a:custGeom>
              <a:avLst/>
              <a:gdLst/>
              <a:ahLst/>
              <a:cxnLst/>
              <a:rect l="l" t="t" r="r" b="b"/>
              <a:pathLst>
                <a:path w="1460" h="1730" extrusionOk="0">
                  <a:moveTo>
                    <a:pt x="1" y="1"/>
                  </a:moveTo>
                  <a:lnTo>
                    <a:pt x="1" y="994"/>
                  </a:lnTo>
                  <a:cubicBezTo>
                    <a:pt x="1" y="1364"/>
                    <a:pt x="269" y="1678"/>
                    <a:pt x="634" y="1723"/>
                  </a:cubicBezTo>
                  <a:cubicBezTo>
                    <a:pt x="666" y="1727"/>
                    <a:pt x="697" y="1729"/>
                    <a:pt x="728" y="1729"/>
                  </a:cubicBezTo>
                  <a:cubicBezTo>
                    <a:pt x="1132" y="1729"/>
                    <a:pt x="1459" y="1404"/>
                    <a:pt x="1459" y="1004"/>
                  </a:cubicBezTo>
                  <a:lnTo>
                    <a:pt x="1459" y="1"/>
                  </a:lnTo>
                  <a:close/>
                </a:path>
              </a:pathLst>
            </a:custGeom>
            <a:solidFill>
              <a:srgbClr val="FAC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1"/>
            <p:cNvSpPr/>
            <p:nvPr/>
          </p:nvSpPr>
          <p:spPr>
            <a:xfrm>
              <a:off x="10559692" y="3776845"/>
              <a:ext cx="188020" cy="155708"/>
            </a:xfrm>
            <a:custGeom>
              <a:avLst/>
              <a:gdLst/>
              <a:ahLst/>
              <a:cxnLst/>
              <a:rect l="l" t="t" r="r" b="b"/>
              <a:pathLst>
                <a:path w="2828" h="2342" extrusionOk="0">
                  <a:moveTo>
                    <a:pt x="791" y="1"/>
                  </a:moveTo>
                  <a:cubicBezTo>
                    <a:pt x="563" y="1"/>
                    <a:pt x="375" y="188"/>
                    <a:pt x="375" y="416"/>
                  </a:cubicBezTo>
                  <a:lnTo>
                    <a:pt x="375" y="730"/>
                  </a:lnTo>
                  <a:cubicBezTo>
                    <a:pt x="340" y="709"/>
                    <a:pt x="303" y="698"/>
                    <a:pt x="267" y="698"/>
                  </a:cubicBezTo>
                  <a:cubicBezTo>
                    <a:pt x="235" y="698"/>
                    <a:pt x="203" y="706"/>
                    <a:pt x="173" y="720"/>
                  </a:cubicBezTo>
                  <a:cubicBezTo>
                    <a:pt x="61" y="776"/>
                    <a:pt x="1" y="892"/>
                    <a:pt x="92" y="1080"/>
                  </a:cubicBezTo>
                  <a:cubicBezTo>
                    <a:pt x="163" y="1232"/>
                    <a:pt x="294" y="1369"/>
                    <a:pt x="401" y="1394"/>
                  </a:cubicBezTo>
                  <a:cubicBezTo>
                    <a:pt x="461" y="1662"/>
                    <a:pt x="624" y="1905"/>
                    <a:pt x="862" y="2063"/>
                  </a:cubicBezTo>
                  <a:lnTo>
                    <a:pt x="1166" y="2265"/>
                  </a:lnTo>
                  <a:cubicBezTo>
                    <a:pt x="1242" y="2316"/>
                    <a:pt x="1329" y="2341"/>
                    <a:pt x="1416" y="2341"/>
                  </a:cubicBezTo>
                  <a:cubicBezTo>
                    <a:pt x="1502" y="2341"/>
                    <a:pt x="1589" y="2316"/>
                    <a:pt x="1662" y="2265"/>
                  </a:cubicBezTo>
                  <a:lnTo>
                    <a:pt x="1763" y="2199"/>
                  </a:lnTo>
                  <a:lnTo>
                    <a:pt x="1956" y="2012"/>
                  </a:lnTo>
                  <a:cubicBezTo>
                    <a:pt x="1956" y="2012"/>
                    <a:pt x="2093" y="1971"/>
                    <a:pt x="2143" y="1916"/>
                  </a:cubicBezTo>
                  <a:cubicBezTo>
                    <a:pt x="2285" y="1774"/>
                    <a:pt x="2381" y="1591"/>
                    <a:pt x="2427" y="1394"/>
                  </a:cubicBezTo>
                  <a:cubicBezTo>
                    <a:pt x="2533" y="1369"/>
                    <a:pt x="2665" y="1232"/>
                    <a:pt x="2736" y="1080"/>
                  </a:cubicBezTo>
                  <a:cubicBezTo>
                    <a:pt x="2827" y="892"/>
                    <a:pt x="2771" y="776"/>
                    <a:pt x="2655" y="720"/>
                  </a:cubicBezTo>
                  <a:cubicBezTo>
                    <a:pt x="2624" y="706"/>
                    <a:pt x="2593" y="698"/>
                    <a:pt x="2561" y="698"/>
                  </a:cubicBezTo>
                  <a:cubicBezTo>
                    <a:pt x="2524" y="698"/>
                    <a:pt x="2488" y="709"/>
                    <a:pt x="2452" y="730"/>
                  </a:cubicBezTo>
                  <a:lnTo>
                    <a:pt x="2452" y="416"/>
                  </a:lnTo>
                  <a:cubicBezTo>
                    <a:pt x="2452" y="188"/>
                    <a:pt x="2265" y="1"/>
                    <a:pt x="2037" y="1"/>
                  </a:cubicBezTo>
                  <a:close/>
                </a:path>
              </a:pathLst>
            </a:custGeom>
            <a:solidFill>
              <a:srgbClr val="FAC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1"/>
            <p:cNvSpPr/>
            <p:nvPr/>
          </p:nvSpPr>
          <p:spPr>
            <a:xfrm>
              <a:off x="10847310" y="3714215"/>
              <a:ext cx="226049" cy="279636"/>
            </a:xfrm>
            <a:custGeom>
              <a:avLst/>
              <a:gdLst/>
              <a:ahLst/>
              <a:cxnLst/>
              <a:rect l="l" t="t" r="r" b="b"/>
              <a:pathLst>
                <a:path w="3400" h="4206" extrusionOk="0">
                  <a:moveTo>
                    <a:pt x="1703" y="1"/>
                  </a:moveTo>
                  <a:cubicBezTo>
                    <a:pt x="760" y="1"/>
                    <a:pt x="1" y="760"/>
                    <a:pt x="1" y="1703"/>
                  </a:cubicBezTo>
                  <a:lnTo>
                    <a:pt x="1" y="4205"/>
                  </a:lnTo>
                  <a:lnTo>
                    <a:pt x="3400" y="4205"/>
                  </a:lnTo>
                  <a:lnTo>
                    <a:pt x="3400" y="1703"/>
                  </a:lnTo>
                  <a:cubicBezTo>
                    <a:pt x="3400" y="760"/>
                    <a:pt x="2640" y="1"/>
                    <a:pt x="1703" y="1"/>
                  </a:cubicBezTo>
                  <a:close/>
                </a:path>
              </a:pathLst>
            </a:custGeom>
            <a:solidFill>
              <a:srgbClr val="FFCC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1"/>
            <p:cNvSpPr/>
            <p:nvPr/>
          </p:nvSpPr>
          <p:spPr>
            <a:xfrm>
              <a:off x="10829093" y="3922715"/>
              <a:ext cx="262815" cy="112559"/>
            </a:xfrm>
            <a:custGeom>
              <a:avLst/>
              <a:gdLst/>
              <a:ahLst/>
              <a:cxnLst/>
              <a:rect l="l" t="t" r="r" b="b"/>
              <a:pathLst>
                <a:path w="3953" h="1693" extrusionOk="0">
                  <a:moveTo>
                    <a:pt x="1637" y="0"/>
                  </a:moveTo>
                  <a:cubicBezTo>
                    <a:pt x="736" y="0"/>
                    <a:pt x="1" y="730"/>
                    <a:pt x="1" y="1636"/>
                  </a:cubicBezTo>
                  <a:cubicBezTo>
                    <a:pt x="1" y="1667"/>
                    <a:pt x="26" y="1692"/>
                    <a:pt x="57" y="1692"/>
                  </a:cubicBezTo>
                  <a:lnTo>
                    <a:pt x="3896" y="1692"/>
                  </a:lnTo>
                  <a:cubicBezTo>
                    <a:pt x="3927" y="1692"/>
                    <a:pt x="3952" y="1667"/>
                    <a:pt x="3952" y="1636"/>
                  </a:cubicBezTo>
                  <a:cubicBezTo>
                    <a:pt x="3952" y="735"/>
                    <a:pt x="3218" y="0"/>
                    <a:pt x="23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1"/>
            <p:cNvSpPr/>
            <p:nvPr/>
          </p:nvSpPr>
          <p:spPr>
            <a:xfrm>
              <a:off x="10912001" y="3863742"/>
              <a:ext cx="96669" cy="114953"/>
            </a:xfrm>
            <a:custGeom>
              <a:avLst/>
              <a:gdLst/>
              <a:ahLst/>
              <a:cxnLst/>
              <a:rect l="l" t="t" r="r" b="b"/>
              <a:pathLst>
                <a:path w="1454" h="1729" extrusionOk="0">
                  <a:moveTo>
                    <a:pt x="0" y="1"/>
                  </a:moveTo>
                  <a:lnTo>
                    <a:pt x="0" y="1004"/>
                  </a:lnTo>
                  <a:cubicBezTo>
                    <a:pt x="0" y="1404"/>
                    <a:pt x="324" y="1728"/>
                    <a:pt x="730" y="1728"/>
                  </a:cubicBezTo>
                  <a:cubicBezTo>
                    <a:pt x="1130" y="1728"/>
                    <a:pt x="1454" y="1404"/>
                    <a:pt x="1454" y="1004"/>
                  </a:cubicBezTo>
                  <a:lnTo>
                    <a:pt x="1454" y="1"/>
                  </a:lnTo>
                  <a:close/>
                </a:path>
              </a:pathLst>
            </a:custGeom>
            <a:solidFill>
              <a:srgbClr val="F6A5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1"/>
            <p:cNvSpPr/>
            <p:nvPr/>
          </p:nvSpPr>
          <p:spPr>
            <a:xfrm>
              <a:off x="10890726" y="3784624"/>
              <a:ext cx="138156" cy="143874"/>
            </a:xfrm>
            <a:custGeom>
              <a:avLst/>
              <a:gdLst/>
              <a:ahLst/>
              <a:cxnLst/>
              <a:rect l="l" t="t" r="r" b="b"/>
              <a:pathLst>
                <a:path w="2078" h="2164" extrusionOk="0">
                  <a:moveTo>
                    <a:pt x="386" y="0"/>
                  </a:moveTo>
                  <a:cubicBezTo>
                    <a:pt x="173" y="0"/>
                    <a:pt x="1" y="173"/>
                    <a:pt x="1" y="385"/>
                  </a:cubicBezTo>
                  <a:lnTo>
                    <a:pt x="1" y="973"/>
                  </a:lnTo>
                  <a:cubicBezTo>
                    <a:pt x="1" y="1338"/>
                    <a:pt x="183" y="1682"/>
                    <a:pt x="487" y="1885"/>
                  </a:cubicBezTo>
                  <a:lnTo>
                    <a:pt x="786" y="2087"/>
                  </a:lnTo>
                  <a:cubicBezTo>
                    <a:pt x="862" y="2138"/>
                    <a:pt x="951" y="2163"/>
                    <a:pt x="1039" y="2163"/>
                  </a:cubicBezTo>
                  <a:cubicBezTo>
                    <a:pt x="1128" y="2163"/>
                    <a:pt x="1217" y="2138"/>
                    <a:pt x="1293" y="2087"/>
                  </a:cubicBezTo>
                  <a:lnTo>
                    <a:pt x="1389" y="2021"/>
                  </a:lnTo>
                  <a:lnTo>
                    <a:pt x="1556" y="1849"/>
                  </a:lnTo>
                  <a:cubicBezTo>
                    <a:pt x="1556" y="1849"/>
                    <a:pt x="1713" y="1794"/>
                    <a:pt x="1769" y="1738"/>
                  </a:cubicBezTo>
                  <a:cubicBezTo>
                    <a:pt x="1966" y="1535"/>
                    <a:pt x="2078" y="1262"/>
                    <a:pt x="2078" y="973"/>
                  </a:cubicBezTo>
                  <a:lnTo>
                    <a:pt x="2078" y="385"/>
                  </a:lnTo>
                  <a:cubicBezTo>
                    <a:pt x="2078" y="173"/>
                    <a:pt x="1906" y="0"/>
                    <a:pt x="1693" y="0"/>
                  </a:cubicBezTo>
                  <a:close/>
                </a:path>
              </a:pathLst>
            </a:custGeom>
            <a:solidFill>
              <a:srgbClr val="F6A5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1"/>
            <p:cNvSpPr/>
            <p:nvPr/>
          </p:nvSpPr>
          <p:spPr>
            <a:xfrm>
              <a:off x="10675909" y="4066192"/>
              <a:ext cx="262749" cy="112559"/>
            </a:xfrm>
            <a:custGeom>
              <a:avLst/>
              <a:gdLst/>
              <a:ahLst/>
              <a:cxnLst/>
              <a:rect l="l" t="t" r="r" b="b"/>
              <a:pathLst>
                <a:path w="3952" h="1693" extrusionOk="0">
                  <a:moveTo>
                    <a:pt x="1636" y="0"/>
                  </a:moveTo>
                  <a:cubicBezTo>
                    <a:pt x="735" y="0"/>
                    <a:pt x="0" y="735"/>
                    <a:pt x="0" y="1636"/>
                  </a:cubicBezTo>
                  <a:cubicBezTo>
                    <a:pt x="0" y="1667"/>
                    <a:pt x="25" y="1692"/>
                    <a:pt x="56" y="1692"/>
                  </a:cubicBezTo>
                  <a:lnTo>
                    <a:pt x="3896" y="1692"/>
                  </a:lnTo>
                  <a:cubicBezTo>
                    <a:pt x="3926" y="1692"/>
                    <a:pt x="3951" y="1667"/>
                    <a:pt x="3951" y="1636"/>
                  </a:cubicBezTo>
                  <a:cubicBezTo>
                    <a:pt x="3951" y="735"/>
                    <a:pt x="3222" y="0"/>
                    <a:pt x="231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1"/>
            <p:cNvSpPr/>
            <p:nvPr/>
          </p:nvSpPr>
          <p:spPr>
            <a:xfrm>
              <a:off x="10738207" y="3874845"/>
              <a:ext cx="138156" cy="83638"/>
            </a:xfrm>
            <a:custGeom>
              <a:avLst/>
              <a:gdLst/>
              <a:ahLst/>
              <a:cxnLst/>
              <a:rect l="l" t="t" r="r" b="b"/>
              <a:pathLst>
                <a:path w="2078" h="1258" extrusionOk="0">
                  <a:moveTo>
                    <a:pt x="725" y="1"/>
                  </a:moveTo>
                  <a:cubicBezTo>
                    <a:pt x="324" y="1"/>
                    <a:pt x="0" y="325"/>
                    <a:pt x="0" y="725"/>
                  </a:cubicBezTo>
                  <a:lnTo>
                    <a:pt x="0" y="1085"/>
                  </a:lnTo>
                  <a:lnTo>
                    <a:pt x="86" y="1257"/>
                  </a:lnTo>
                  <a:lnTo>
                    <a:pt x="2011" y="1257"/>
                  </a:lnTo>
                  <a:lnTo>
                    <a:pt x="2077" y="1085"/>
                  </a:lnTo>
                  <a:lnTo>
                    <a:pt x="2077" y="720"/>
                  </a:lnTo>
                  <a:cubicBezTo>
                    <a:pt x="2077" y="320"/>
                    <a:pt x="1753" y="1"/>
                    <a:pt x="1353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1"/>
            <p:cNvSpPr/>
            <p:nvPr/>
          </p:nvSpPr>
          <p:spPr>
            <a:xfrm>
              <a:off x="10759416" y="4007219"/>
              <a:ext cx="97068" cy="114953"/>
            </a:xfrm>
            <a:custGeom>
              <a:avLst/>
              <a:gdLst/>
              <a:ahLst/>
              <a:cxnLst/>
              <a:rect l="l" t="t" r="r" b="b"/>
              <a:pathLst>
                <a:path w="1460" h="1729" extrusionOk="0">
                  <a:moveTo>
                    <a:pt x="0" y="1"/>
                  </a:moveTo>
                  <a:lnTo>
                    <a:pt x="0" y="994"/>
                  </a:lnTo>
                  <a:cubicBezTo>
                    <a:pt x="0" y="1363"/>
                    <a:pt x="269" y="1682"/>
                    <a:pt x="634" y="1723"/>
                  </a:cubicBezTo>
                  <a:cubicBezTo>
                    <a:pt x="666" y="1727"/>
                    <a:pt x="697" y="1729"/>
                    <a:pt x="728" y="1729"/>
                  </a:cubicBezTo>
                  <a:cubicBezTo>
                    <a:pt x="1132" y="1729"/>
                    <a:pt x="1459" y="1403"/>
                    <a:pt x="1459" y="1004"/>
                  </a:cubicBezTo>
                  <a:lnTo>
                    <a:pt x="1459" y="1"/>
                  </a:lnTo>
                  <a:close/>
                </a:path>
              </a:pathLst>
            </a:custGeom>
            <a:solidFill>
              <a:srgbClr val="C95B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1"/>
            <p:cNvSpPr/>
            <p:nvPr/>
          </p:nvSpPr>
          <p:spPr>
            <a:xfrm>
              <a:off x="10713275" y="3919324"/>
              <a:ext cx="188020" cy="155641"/>
            </a:xfrm>
            <a:custGeom>
              <a:avLst/>
              <a:gdLst/>
              <a:ahLst/>
              <a:cxnLst/>
              <a:rect l="l" t="t" r="r" b="b"/>
              <a:pathLst>
                <a:path w="2828" h="2341" extrusionOk="0">
                  <a:moveTo>
                    <a:pt x="791" y="1"/>
                  </a:moveTo>
                  <a:cubicBezTo>
                    <a:pt x="563" y="1"/>
                    <a:pt x="375" y="188"/>
                    <a:pt x="375" y="416"/>
                  </a:cubicBezTo>
                  <a:lnTo>
                    <a:pt x="375" y="730"/>
                  </a:lnTo>
                  <a:cubicBezTo>
                    <a:pt x="340" y="708"/>
                    <a:pt x="303" y="698"/>
                    <a:pt x="267" y="698"/>
                  </a:cubicBezTo>
                  <a:cubicBezTo>
                    <a:pt x="235" y="698"/>
                    <a:pt x="203" y="706"/>
                    <a:pt x="173" y="720"/>
                  </a:cubicBezTo>
                  <a:cubicBezTo>
                    <a:pt x="61" y="776"/>
                    <a:pt x="0" y="892"/>
                    <a:pt x="92" y="1080"/>
                  </a:cubicBezTo>
                  <a:cubicBezTo>
                    <a:pt x="163" y="1231"/>
                    <a:pt x="294" y="1368"/>
                    <a:pt x="406" y="1394"/>
                  </a:cubicBezTo>
                  <a:cubicBezTo>
                    <a:pt x="466" y="1662"/>
                    <a:pt x="629" y="1905"/>
                    <a:pt x="862" y="2062"/>
                  </a:cubicBezTo>
                  <a:lnTo>
                    <a:pt x="1166" y="2265"/>
                  </a:lnTo>
                  <a:cubicBezTo>
                    <a:pt x="1241" y="2316"/>
                    <a:pt x="1329" y="2341"/>
                    <a:pt x="1416" y="2341"/>
                  </a:cubicBezTo>
                  <a:cubicBezTo>
                    <a:pt x="1504" y="2341"/>
                    <a:pt x="1591" y="2316"/>
                    <a:pt x="1667" y="2265"/>
                  </a:cubicBezTo>
                  <a:lnTo>
                    <a:pt x="1763" y="2199"/>
                  </a:lnTo>
                  <a:lnTo>
                    <a:pt x="1930" y="2027"/>
                  </a:lnTo>
                  <a:cubicBezTo>
                    <a:pt x="1930" y="2027"/>
                    <a:pt x="2093" y="1971"/>
                    <a:pt x="2143" y="1915"/>
                  </a:cubicBezTo>
                  <a:cubicBezTo>
                    <a:pt x="2285" y="1774"/>
                    <a:pt x="2381" y="1591"/>
                    <a:pt x="2427" y="1394"/>
                  </a:cubicBezTo>
                  <a:cubicBezTo>
                    <a:pt x="2533" y="1368"/>
                    <a:pt x="2670" y="1231"/>
                    <a:pt x="2736" y="1080"/>
                  </a:cubicBezTo>
                  <a:cubicBezTo>
                    <a:pt x="2827" y="892"/>
                    <a:pt x="2771" y="776"/>
                    <a:pt x="2655" y="720"/>
                  </a:cubicBezTo>
                  <a:cubicBezTo>
                    <a:pt x="2624" y="706"/>
                    <a:pt x="2593" y="698"/>
                    <a:pt x="2561" y="698"/>
                  </a:cubicBezTo>
                  <a:cubicBezTo>
                    <a:pt x="2524" y="698"/>
                    <a:pt x="2487" y="708"/>
                    <a:pt x="2452" y="730"/>
                  </a:cubicBezTo>
                  <a:lnTo>
                    <a:pt x="2452" y="416"/>
                  </a:lnTo>
                  <a:cubicBezTo>
                    <a:pt x="2452" y="188"/>
                    <a:pt x="2265" y="1"/>
                    <a:pt x="2037" y="1"/>
                  </a:cubicBezTo>
                  <a:close/>
                </a:path>
              </a:pathLst>
            </a:custGeom>
            <a:solidFill>
              <a:srgbClr val="C95B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29BFDEA-E24D-77DE-C8D5-D26713BD8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668" y="2633662"/>
            <a:ext cx="3267076" cy="2513240"/>
          </a:xfrm>
          <a:prstGeom prst="rect">
            <a:avLst/>
          </a:prstGeom>
        </p:spPr>
      </p:pic>
      <p:pic>
        <p:nvPicPr>
          <p:cNvPr id="4" name="Picture 3" descr="A graph of a distribution of text length&#10;&#10;Description automatically generated">
            <a:extLst>
              <a:ext uri="{FF2B5EF4-FFF2-40B4-BE49-F238E27FC236}">
                <a16:creationId xmlns:a16="http://schemas.microsoft.com/office/drawing/2014/main" id="{54867380-252D-361D-1745-6699DC02FE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29" y="2457450"/>
            <a:ext cx="3276600" cy="25146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8" name="Google Shape;2328;p39"/>
          <p:cNvSpPr txBox="1">
            <a:spLocks noGrp="1"/>
          </p:cNvSpPr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Word Cloud</a:t>
            </a:r>
            <a:endParaRPr lang="en-US"/>
          </a:p>
        </p:txBody>
      </p:sp>
      <p:grpSp>
        <p:nvGrpSpPr>
          <p:cNvPr id="2394" name="Google Shape;2394;p39"/>
          <p:cNvGrpSpPr/>
          <p:nvPr/>
        </p:nvGrpSpPr>
        <p:grpSpPr>
          <a:xfrm>
            <a:off x="457274" y="1574200"/>
            <a:ext cx="1657013" cy="830237"/>
            <a:chOff x="457274" y="1574200"/>
            <a:chExt cx="1657013" cy="830237"/>
          </a:xfrm>
        </p:grpSpPr>
        <p:grpSp>
          <p:nvGrpSpPr>
            <p:cNvPr id="2395" name="Google Shape;2395;p39"/>
            <p:cNvGrpSpPr/>
            <p:nvPr/>
          </p:nvGrpSpPr>
          <p:grpSpPr>
            <a:xfrm>
              <a:off x="457274" y="1574200"/>
              <a:ext cx="1227729" cy="830237"/>
              <a:chOff x="-2082444" y="1418037"/>
              <a:chExt cx="1745421" cy="830237"/>
            </a:xfrm>
          </p:grpSpPr>
          <p:sp>
            <p:nvSpPr>
              <p:cNvPr id="2396" name="Google Shape;2396;p39"/>
              <p:cNvSpPr txBox="1"/>
              <p:nvPr/>
            </p:nvSpPr>
            <p:spPr>
              <a:xfrm>
                <a:off x="-2082424" y="1418037"/>
                <a:ext cx="1745400" cy="34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sym typeface="Fira Sans Extra Condensed"/>
                  </a:rPr>
                  <a:t>Real</a:t>
                </a:r>
                <a:endParaRPr lang="en-US"/>
              </a:p>
            </p:txBody>
          </p:sp>
          <p:sp>
            <p:nvSpPr>
              <p:cNvPr id="2397" name="Google Shape;2397;p39"/>
              <p:cNvSpPr txBox="1"/>
              <p:nvPr/>
            </p:nvSpPr>
            <p:spPr>
              <a:xfrm>
                <a:off x="-2082444" y="1696874"/>
                <a:ext cx="1745400" cy="55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r>
                  <a:rPr lang="en" sz="1200">
                    <a:latin typeface="Roboto"/>
                    <a:ea typeface="Roboto"/>
                    <a:cs typeface="Roboto"/>
                  </a:rPr>
                  <a:t>New York Times</a:t>
                </a:r>
              </a:p>
            </p:txBody>
          </p:sp>
        </p:grpSp>
        <p:sp>
          <p:nvSpPr>
            <p:cNvPr id="2398" name="Google Shape;2398;p39"/>
            <p:cNvSpPr/>
            <p:nvPr/>
          </p:nvSpPr>
          <p:spPr>
            <a:xfrm>
              <a:off x="1684988" y="1774669"/>
              <a:ext cx="429300" cy="429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1</a:t>
              </a:r>
              <a:endParaRPr sz="2000">
                <a:solidFill>
                  <a:schemeClr val="lt1"/>
                </a:solidFill>
              </a:endParaRPr>
            </a:p>
          </p:txBody>
        </p:sp>
      </p:grpSp>
      <p:grpSp>
        <p:nvGrpSpPr>
          <p:cNvPr id="2399" name="Google Shape;2399;p39"/>
          <p:cNvGrpSpPr/>
          <p:nvPr/>
        </p:nvGrpSpPr>
        <p:grpSpPr>
          <a:xfrm>
            <a:off x="457274" y="2982500"/>
            <a:ext cx="1657013" cy="830237"/>
            <a:chOff x="457274" y="2982500"/>
            <a:chExt cx="1657013" cy="830237"/>
          </a:xfrm>
        </p:grpSpPr>
        <p:grpSp>
          <p:nvGrpSpPr>
            <p:cNvPr id="2400" name="Google Shape;2400;p39"/>
            <p:cNvGrpSpPr/>
            <p:nvPr/>
          </p:nvGrpSpPr>
          <p:grpSpPr>
            <a:xfrm>
              <a:off x="457274" y="2982500"/>
              <a:ext cx="1227729" cy="830237"/>
              <a:chOff x="-2082444" y="1418037"/>
              <a:chExt cx="1745421" cy="830237"/>
            </a:xfrm>
          </p:grpSpPr>
          <p:sp>
            <p:nvSpPr>
              <p:cNvPr id="2401" name="Google Shape;2401;p39"/>
              <p:cNvSpPr txBox="1"/>
              <p:nvPr/>
            </p:nvSpPr>
            <p:spPr>
              <a:xfrm>
                <a:off x="-2082424" y="1418037"/>
                <a:ext cx="1745400" cy="34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sym typeface="Fira Sans Extra Condensed"/>
                  </a:rPr>
                  <a:t>Real</a:t>
                </a:r>
                <a:endParaRPr lang="en-US"/>
              </a:p>
            </p:txBody>
          </p:sp>
          <p:sp>
            <p:nvSpPr>
              <p:cNvPr id="2402" name="Google Shape;2402;p39"/>
              <p:cNvSpPr txBox="1"/>
              <p:nvPr/>
            </p:nvSpPr>
            <p:spPr>
              <a:xfrm>
                <a:off x="-2082444" y="1696874"/>
                <a:ext cx="1745400" cy="55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r>
                  <a:rPr lang="en" sz="1200">
                    <a:latin typeface="Roboto"/>
                    <a:ea typeface="Roboto"/>
                    <a:cs typeface="Roboto"/>
                  </a:rPr>
                  <a:t>Donald Trump Real</a:t>
                </a:r>
              </a:p>
            </p:txBody>
          </p:sp>
        </p:grpSp>
        <p:sp>
          <p:nvSpPr>
            <p:cNvPr id="2403" name="Google Shape;2403;p39"/>
            <p:cNvSpPr/>
            <p:nvPr/>
          </p:nvSpPr>
          <p:spPr>
            <a:xfrm>
              <a:off x="1684988" y="3182969"/>
              <a:ext cx="429300" cy="4293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</a:t>
              </a:r>
              <a:endParaRPr/>
            </a:p>
          </p:txBody>
        </p:sp>
      </p:grpSp>
      <p:grpSp>
        <p:nvGrpSpPr>
          <p:cNvPr id="2409" name="Google Shape;2409;p39"/>
          <p:cNvGrpSpPr/>
          <p:nvPr/>
        </p:nvGrpSpPr>
        <p:grpSpPr>
          <a:xfrm>
            <a:off x="7029788" y="1574206"/>
            <a:ext cx="1657013" cy="830237"/>
            <a:chOff x="7029788" y="1574206"/>
            <a:chExt cx="1657013" cy="830237"/>
          </a:xfrm>
        </p:grpSpPr>
        <p:grpSp>
          <p:nvGrpSpPr>
            <p:cNvPr id="2410" name="Google Shape;2410;p39"/>
            <p:cNvGrpSpPr/>
            <p:nvPr/>
          </p:nvGrpSpPr>
          <p:grpSpPr>
            <a:xfrm flipH="1">
              <a:off x="7459072" y="1574206"/>
              <a:ext cx="1227729" cy="830237"/>
              <a:chOff x="-2082444" y="1418037"/>
              <a:chExt cx="1745421" cy="830237"/>
            </a:xfrm>
          </p:grpSpPr>
          <p:sp>
            <p:nvSpPr>
              <p:cNvPr id="2411" name="Google Shape;2411;p39"/>
              <p:cNvSpPr txBox="1"/>
              <p:nvPr/>
            </p:nvSpPr>
            <p:spPr>
              <a:xfrm>
                <a:off x="-2082424" y="1418037"/>
                <a:ext cx="1745400" cy="34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sym typeface="Fira Sans Extra Condensed"/>
                  </a:rPr>
                  <a:t>Fake</a:t>
                </a:r>
                <a:endParaRPr lang="en-US"/>
              </a:p>
            </p:txBody>
          </p:sp>
          <p:sp>
            <p:nvSpPr>
              <p:cNvPr id="2412" name="Google Shape;2412;p39"/>
              <p:cNvSpPr txBox="1"/>
              <p:nvPr/>
            </p:nvSpPr>
            <p:spPr>
              <a:xfrm>
                <a:off x="-2082444" y="1696874"/>
                <a:ext cx="1745400" cy="55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r"/>
                <a:r>
                  <a:rPr lang="en" sz="1200">
                    <a:latin typeface="Roboto"/>
                    <a:ea typeface="Roboto"/>
                    <a:cs typeface="Roboto"/>
                    <a:sym typeface="Roboto"/>
                  </a:rPr>
                  <a:t>President Donald Trump</a:t>
                </a:r>
                <a:endParaRPr lang="en" sz="1200">
                  <a:latin typeface="Roboto"/>
                  <a:ea typeface="Roboto"/>
                  <a:cs typeface="Roboto"/>
                </a:endParaRPr>
              </a:p>
              <a:p>
                <a:pPr marL="0" lvl="0" indent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" sz="1200">
                  <a:solidFill>
                    <a:srgbClr val="000000"/>
                  </a:solidFill>
                  <a:latin typeface="Roboto"/>
                  <a:ea typeface="Roboto"/>
                  <a:cs typeface="Roboto"/>
                </a:endParaRPr>
              </a:p>
            </p:txBody>
          </p:sp>
        </p:grpSp>
        <p:sp>
          <p:nvSpPr>
            <p:cNvPr id="2413" name="Google Shape;2413;p39"/>
            <p:cNvSpPr/>
            <p:nvPr/>
          </p:nvSpPr>
          <p:spPr>
            <a:xfrm flipH="1">
              <a:off x="7029788" y="1774675"/>
              <a:ext cx="429300" cy="429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chemeClr val="lt1"/>
                  </a:solidFill>
                  <a:latin typeface="Fira Sans Extra Condensed"/>
                  <a:sym typeface="Fira Sans Extra Condensed"/>
                </a:rPr>
                <a:t>1</a:t>
              </a:r>
              <a:endParaRPr lang="en-US"/>
            </a:p>
          </p:txBody>
        </p:sp>
      </p:grpSp>
      <p:grpSp>
        <p:nvGrpSpPr>
          <p:cNvPr id="2414" name="Google Shape;2414;p39"/>
          <p:cNvGrpSpPr/>
          <p:nvPr/>
        </p:nvGrpSpPr>
        <p:grpSpPr>
          <a:xfrm>
            <a:off x="7029788" y="2982506"/>
            <a:ext cx="1657013" cy="830237"/>
            <a:chOff x="7029788" y="2982506"/>
            <a:chExt cx="1657013" cy="830237"/>
          </a:xfrm>
        </p:grpSpPr>
        <p:grpSp>
          <p:nvGrpSpPr>
            <p:cNvPr id="2415" name="Google Shape;2415;p39"/>
            <p:cNvGrpSpPr/>
            <p:nvPr/>
          </p:nvGrpSpPr>
          <p:grpSpPr>
            <a:xfrm flipH="1">
              <a:off x="7459072" y="2982506"/>
              <a:ext cx="1227729" cy="830237"/>
              <a:chOff x="-2082444" y="1418037"/>
              <a:chExt cx="1745421" cy="830237"/>
            </a:xfrm>
          </p:grpSpPr>
          <p:sp>
            <p:nvSpPr>
              <p:cNvPr id="2416" name="Google Shape;2416;p39"/>
              <p:cNvSpPr txBox="1"/>
              <p:nvPr/>
            </p:nvSpPr>
            <p:spPr>
              <a:xfrm>
                <a:off x="-2082424" y="1418037"/>
                <a:ext cx="1745400" cy="34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sym typeface="Fira Sans Extra Condensed"/>
                  </a:rPr>
                  <a:t>Fake</a:t>
                </a:r>
                <a:endParaRPr lang="en-US"/>
              </a:p>
            </p:txBody>
          </p:sp>
          <p:sp>
            <p:nvSpPr>
              <p:cNvPr id="2417" name="Google Shape;2417;p39"/>
              <p:cNvSpPr txBox="1"/>
              <p:nvPr/>
            </p:nvSpPr>
            <p:spPr>
              <a:xfrm>
                <a:off x="-2082444" y="1696874"/>
                <a:ext cx="1745400" cy="55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r"/>
                <a:r>
                  <a:rPr lang="en" sz="1200">
                    <a:latin typeface="Roboto"/>
                    <a:ea typeface="Roboto"/>
                    <a:cs typeface="Roboto"/>
                    <a:sym typeface="Roboto"/>
                  </a:rPr>
                  <a:t>President Barack Obama</a:t>
                </a:r>
                <a:endParaRPr lang="en-US"/>
              </a:p>
              <a:p>
                <a:pPr marL="0" lvl="0" indent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" sz="1200">
                  <a:solidFill>
                    <a:srgbClr val="000000"/>
                  </a:solidFill>
                  <a:latin typeface="Roboto"/>
                  <a:ea typeface="Roboto"/>
                  <a:cs typeface="Roboto"/>
                </a:endParaRPr>
              </a:p>
            </p:txBody>
          </p:sp>
        </p:grpSp>
        <p:sp>
          <p:nvSpPr>
            <p:cNvPr id="2418" name="Google Shape;2418;p39"/>
            <p:cNvSpPr/>
            <p:nvPr/>
          </p:nvSpPr>
          <p:spPr>
            <a:xfrm flipH="1">
              <a:off x="7029788" y="3182975"/>
              <a:ext cx="429300" cy="429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chemeClr val="lt1"/>
                  </a:solidFill>
                  <a:latin typeface="Fira Sans Extra Condensed"/>
                </a:rPr>
                <a:t>2</a:t>
              </a:r>
            </a:p>
          </p:txBody>
        </p:sp>
      </p:grpSp>
      <p:pic>
        <p:nvPicPr>
          <p:cNvPr id="3" name="Picture 2" descr="A close up of words&#10;&#10;Description automatically generated">
            <a:extLst>
              <a:ext uri="{FF2B5EF4-FFF2-40B4-BE49-F238E27FC236}">
                <a16:creationId xmlns:a16="http://schemas.microsoft.com/office/drawing/2014/main" id="{E4022115-3F55-96B3-198B-1B7CD3B340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2144" y="2920714"/>
            <a:ext cx="3861028" cy="2224089"/>
          </a:xfrm>
          <a:prstGeom prst="rect">
            <a:avLst/>
          </a:prstGeom>
        </p:spPr>
      </p:pic>
      <p:pic>
        <p:nvPicPr>
          <p:cNvPr id="5" name="Picture 4" descr="A close up of words&#10;&#10;Description automatically generated">
            <a:extLst>
              <a:ext uri="{FF2B5EF4-FFF2-40B4-BE49-F238E27FC236}">
                <a16:creationId xmlns:a16="http://schemas.microsoft.com/office/drawing/2014/main" id="{B7ABE410-CB06-6552-E5B6-77F569AA5B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0724" y="920048"/>
            <a:ext cx="3861028" cy="200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407663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FF3FC-15CD-6DBA-5D2F-ABC9144E2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Overview</a:t>
            </a:r>
          </a:p>
        </p:txBody>
      </p:sp>
      <p:grpSp>
        <p:nvGrpSpPr>
          <p:cNvPr id="66" name="Google Shape;222;p16">
            <a:extLst>
              <a:ext uri="{FF2B5EF4-FFF2-40B4-BE49-F238E27FC236}">
                <a16:creationId xmlns:a16="http://schemas.microsoft.com/office/drawing/2014/main" id="{0D0E2B56-A933-153E-4767-ACF786B1EC98}"/>
              </a:ext>
            </a:extLst>
          </p:cNvPr>
          <p:cNvGrpSpPr/>
          <p:nvPr/>
        </p:nvGrpSpPr>
        <p:grpSpPr>
          <a:xfrm>
            <a:off x="481150" y="1007775"/>
            <a:ext cx="3419971" cy="3737900"/>
            <a:chOff x="481150" y="1007775"/>
            <a:chExt cx="3419971" cy="3737900"/>
          </a:xfrm>
        </p:grpSpPr>
        <p:sp>
          <p:nvSpPr>
            <p:cNvPr id="4" name="Google Shape;223;p16">
              <a:extLst>
                <a:ext uri="{FF2B5EF4-FFF2-40B4-BE49-F238E27FC236}">
                  <a16:creationId xmlns:a16="http://schemas.microsoft.com/office/drawing/2014/main" id="{761B867B-649A-FDB2-02AD-2354705260E3}"/>
                </a:ext>
              </a:extLst>
            </p:cNvPr>
            <p:cNvSpPr/>
            <p:nvPr/>
          </p:nvSpPr>
          <p:spPr>
            <a:xfrm>
              <a:off x="481150" y="1007775"/>
              <a:ext cx="3419971" cy="3671041"/>
            </a:xfrm>
            <a:custGeom>
              <a:avLst/>
              <a:gdLst/>
              <a:ahLst/>
              <a:cxnLst/>
              <a:rect l="l" t="t" r="r" b="b"/>
              <a:pathLst>
                <a:path w="19174" h="24400" extrusionOk="0">
                  <a:moveTo>
                    <a:pt x="9952" y="0"/>
                  </a:moveTo>
                  <a:cubicBezTo>
                    <a:pt x="7821" y="0"/>
                    <a:pt x="5443" y="831"/>
                    <a:pt x="3293" y="2784"/>
                  </a:cubicBezTo>
                  <a:cubicBezTo>
                    <a:pt x="1839" y="4101"/>
                    <a:pt x="1104" y="6300"/>
                    <a:pt x="1044" y="8402"/>
                  </a:cubicBezTo>
                  <a:cubicBezTo>
                    <a:pt x="978" y="10469"/>
                    <a:pt x="1621" y="12556"/>
                    <a:pt x="1180" y="14567"/>
                  </a:cubicBezTo>
                  <a:cubicBezTo>
                    <a:pt x="947" y="15610"/>
                    <a:pt x="436" y="16567"/>
                    <a:pt x="284" y="17626"/>
                  </a:cubicBezTo>
                  <a:cubicBezTo>
                    <a:pt x="0" y="19607"/>
                    <a:pt x="1059" y="21577"/>
                    <a:pt x="2518" y="22666"/>
                  </a:cubicBezTo>
                  <a:cubicBezTo>
                    <a:pt x="3977" y="23750"/>
                    <a:pt x="5765" y="24105"/>
                    <a:pt x="7507" y="24282"/>
                  </a:cubicBezTo>
                  <a:cubicBezTo>
                    <a:pt x="8212" y="24354"/>
                    <a:pt x="8922" y="24400"/>
                    <a:pt x="9631" y="24400"/>
                  </a:cubicBezTo>
                  <a:cubicBezTo>
                    <a:pt x="10875" y="24400"/>
                    <a:pt x="12116" y="24259"/>
                    <a:pt x="13312" y="23872"/>
                  </a:cubicBezTo>
                  <a:cubicBezTo>
                    <a:pt x="15197" y="23264"/>
                    <a:pt x="16975" y="21988"/>
                    <a:pt x="18003" y="20078"/>
                  </a:cubicBezTo>
                  <a:cubicBezTo>
                    <a:pt x="19026" y="18173"/>
                    <a:pt x="19173" y="15595"/>
                    <a:pt x="18089" y="13766"/>
                  </a:cubicBezTo>
                  <a:cubicBezTo>
                    <a:pt x="17203" y="12267"/>
                    <a:pt x="15567" y="11264"/>
                    <a:pt x="15268" y="9481"/>
                  </a:cubicBezTo>
                  <a:cubicBezTo>
                    <a:pt x="14928" y="7449"/>
                    <a:pt x="16722" y="5216"/>
                    <a:pt x="15886" y="3392"/>
                  </a:cubicBezTo>
                  <a:cubicBezTo>
                    <a:pt x="14944" y="1327"/>
                    <a:pt x="12646" y="0"/>
                    <a:pt x="99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24;p16">
              <a:extLst>
                <a:ext uri="{FF2B5EF4-FFF2-40B4-BE49-F238E27FC236}">
                  <a16:creationId xmlns:a16="http://schemas.microsoft.com/office/drawing/2014/main" id="{D9B59B03-0A5C-8EAB-69EA-69AF8B928598}"/>
                </a:ext>
              </a:extLst>
            </p:cNvPr>
            <p:cNvSpPr/>
            <p:nvPr/>
          </p:nvSpPr>
          <p:spPr>
            <a:xfrm>
              <a:off x="769843" y="4667091"/>
              <a:ext cx="2778451" cy="78584"/>
            </a:xfrm>
            <a:custGeom>
              <a:avLst/>
              <a:gdLst/>
              <a:ahLst/>
              <a:cxnLst/>
              <a:rect l="l" t="t" r="r" b="b"/>
              <a:pathLst>
                <a:path w="31418" h="690" extrusionOk="0">
                  <a:moveTo>
                    <a:pt x="264" y="0"/>
                  </a:moveTo>
                  <a:cubicBezTo>
                    <a:pt x="117" y="0"/>
                    <a:pt x="1" y="158"/>
                    <a:pt x="1" y="345"/>
                  </a:cubicBezTo>
                  <a:cubicBezTo>
                    <a:pt x="1" y="537"/>
                    <a:pt x="117" y="689"/>
                    <a:pt x="264" y="689"/>
                  </a:cubicBezTo>
                  <a:lnTo>
                    <a:pt x="31154" y="689"/>
                  </a:lnTo>
                  <a:cubicBezTo>
                    <a:pt x="31301" y="689"/>
                    <a:pt x="31418" y="537"/>
                    <a:pt x="31418" y="345"/>
                  </a:cubicBezTo>
                  <a:cubicBezTo>
                    <a:pt x="31418" y="158"/>
                    <a:pt x="31301" y="0"/>
                    <a:pt x="311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25;p16">
              <a:extLst>
                <a:ext uri="{FF2B5EF4-FFF2-40B4-BE49-F238E27FC236}">
                  <a16:creationId xmlns:a16="http://schemas.microsoft.com/office/drawing/2014/main" id="{4E3D0139-02AA-2C08-12B5-CB693968A7F6}"/>
                </a:ext>
              </a:extLst>
            </p:cNvPr>
            <p:cNvSpPr/>
            <p:nvPr/>
          </p:nvSpPr>
          <p:spPr>
            <a:xfrm>
              <a:off x="1733350" y="2296039"/>
              <a:ext cx="1366224" cy="2402396"/>
            </a:xfrm>
            <a:custGeom>
              <a:avLst/>
              <a:gdLst/>
              <a:ahLst/>
              <a:cxnLst/>
              <a:rect l="l" t="t" r="r" b="b"/>
              <a:pathLst>
                <a:path w="11996" h="21094" extrusionOk="0">
                  <a:moveTo>
                    <a:pt x="0" y="0"/>
                  </a:moveTo>
                  <a:lnTo>
                    <a:pt x="0" y="21093"/>
                  </a:lnTo>
                  <a:lnTo>
                    <a:pt x="11996" y="21093"/>
                  </a:lnTo>
                  <a:lnTo>
                    <a:pt x="119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26;p16">
              <a:extLst>
                <a:ext uri="{FF2B5EF4-FFF2-40B4-BE49-F238E27FC236}">
                  <a16:creationId xmlns:a16="http://schemas.microsoft.com/office/drawing/2014/main" id="{D6429DF8-E824-4706-6A28-7CD58FE8268C}"/>
                </a:ext>
              </a:extLst>
            </p:cNvPr>
            <p:cNvSpPr/>
            <p:nvPr/>
          </p:nvSpPr>
          <p:spPr>
            <a:xfrm>
              <a:off x="1655449" y="2246953"/>
              <a:ext cx="1380119" cy="2451482"/>
            </a:xfrm>
            <a:custGeom>
              <a:avLst/>
              <a:gdLst/>
              <a:ahLst/>
              <a:cxnLst/>
              <a:rect l="l" t="t" r="r" b="b"/>
              <a:pathLst>
                <a:path w="12118" h="21525" extrusionOk="0">
                  <a:moveTo>
                    <a:pt x="0" y="0"/>
                  </a:moveTo>
                  <a:lnTo>
                    <a:pt x="0" y="21524"/>
                  </a:lnTo>
                  <a:lnTo>
                    <a:pt x="12117" y="21524"/>
                  </a:lnTo>
                  <a:lnTo>
                    <a:pt x="12117" y="487"/>
                  </a:lnTo>
                  <a:cubicBezTo>
                    <a:pt x="12117" y="218"/>
                    <a:pt x="11905" y="0"/>
                    <a:pt x="11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27;p16">
              <a:extLst>
                <a:ext uri="{FF2B5EF4-FFF2-40B4-BE49-F238E27FC236}">
                  <a16:creationId xmlns:a16="http://schemas.microsoft.com/office/drawing/2014/main" id="{3C13F0E8-E705-4C60-35FE-0D38C8D53B17}"/>
                </a:ext>
              </a:extLst>
            </p:cNvPr>
            <p:cNvSpPr/>
            <p:nvPr/>
          </p:nvSpPr>
          <p:spPr>
            <a:xfrm>
              <a:off x="1459331" y="2192742"/>
              <a:ext cx="1498906" cy="2505694"/>
            </a:xfrm>
            <a:custGeom>
              <a:avLst/>
              <a:gdLst/>
              <a:ahLst/>
              <a:cxnLst/>
              <a:rect l="l" t="t" r="r" b="b"/>
              <a:pathLst>
                <a:path w="13161" h="22001" extrusionOk="0">
                  <a:moveTo>
                    <a:pt x="578" y="0"/>
                  </a:moveTo>
                  <a:cubicBezTo>
                    <a:pt x="258" y="0"/>
                    <a:pt x="0" y="259"/>
                    <a:pt x="0" y="578"/>
                  </a:cubicBezTo>
                  <a:lnTo>
                    <a:pt x="0" y="22000"/>
                  </a:lnTo>
                  <a:lnTo>
                    <a:pt x="13160" y="22000"/>
                  </a:lnTo>
                  <a:lnTo>
                    <a:pt x="131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28;p16">
              <a:extLst>
                <a:ext uri="{FF2B5EF4-FFF2-40B4-BE49-F238E27FC236}">
                  <a16:creationId xmlns:a16="http://schemas.microsoft.com/office/drawing/2014/main" id="{45F7F651-17C6-750F-05D7-E359C4252EB7}"/>
                </a:ext>
              </a:extLst>
            </p:cNvPr>
            <p:cNvSpPr/>
            <p:nvPr/>
          </p:nvSpPr>
          <p:spPr>
            <a:xfrm>
              <a:off x="1631760" y="4250600"/>
              <a:ext cx="1139583" cy="308186"/>
            </a:xfrm>
            <a:custGeom>
              <a:avLst/>
              <a:gdLst/>
              <a:ahLst/>
              <a:cxnLst/>
              <a:rect l="l" t="t" r="r" b="b"/>
              <a:pathLst>
                <a:path w="10006" h="2706" extrusionOk="0">
                  <a:moveTo>
                    <a:pt x="1" y="0"/>
                  </a:moveTo>
                  <a:lnTo>
                    <a:pt x="1" y="2705"/>
                  </a:lnTo>
                  <a:lnTo>
                    <a:pt x="10005" y="2705"/>
                  </a:lnTo>
                  <a:lnTo>
                    <a:pt x="100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29;p16">
              <a:extLst>
                <a:ext uri="{FF2B5EF4-FFF2-40B4-BE49-F238E27FC236}">
                  <a16:creationId xmlns:a16="http://schemas.microsoft.com/office/drawing/2014/main" id="{77AB2F4E-C147-B6BE-787B-94A0CBFB2C0E}"/>
                </a:ext>
              </a:extLst>
            </p:cNvPr>
            <p:cNvSpPr/>
            <p:nvPr/>
          </p:nvSpPr>
          <p:spPr>
            <a:xfrm>
              <a:off x="2105996" y="3635600"/>
              <a:ext cx="665345" cy="534258"/>
            </a:xfrm>
            <a:custGeom>
              <a:avLst/>
              <a:gdLst/>
              <a:ahLst/>
              <a:cxnLst/>
              <a:rect l="l" t="t" r="r" b="b"/>
              <a:pathLst>
                <a:path w="5842" h="4691" extrusionOk="0">
                  <a:moveTo>
                    <a:pt x="1" y="0"/>
                  </a:moveTo>
                  <a:lnTo>
                    <a:pt x="1" y="4691"/>
                  </a:lnTo>
                  <a:lnTo>
                    <a:pt x="5841" y="4691"/>
                  </a:lnTo>
                  <a:lnTo>
                    <a:pt x="584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30;p16">
              <a:extLst>
                <a:ext uri="{FF2B5EF4-FFF2-40B4-BE49-F238E27FC236}">
                  <a16:creationId xmlns:a16="http://schemas.microsoft.com/office/drawing/2014/main" id="{42B01F06-6B75-008F-847F-5C6C041ADA28}"/>
                </a:ext>
              </a:extLst>
            </p:cNvPr>
            <p:cNvSpPr/>
            <p:nvPr/>
          </p:nvSpPr>
          <p:spPr>
            <a:xfrm>
              <a:off x="1611032" y="2424050"/>
              <a:ext cx="253405" cy="285750"/>
            </a:xfrm>
            <a:custGeom>
              <a:avLst/>
              <a:gdLst/>
              <a:ahLst/>
              <a:cxnLst/>
              <a:rect l="l" t="t" r="r" b="b"/>
              <a:pathLst>
                <a:path w="2225" h="2509" extrusionOk="0">
                  <a:moveTo>
                    <a:pt x="0" y="1"/>
                  </a:moveTo>
                  <a:lnTo>
                    <a:pt x="0" y="2508"/>
                  </a:lnTo>
                  <a:lnTo>
                    <a:pt x="477" y="2508"/>
                  </a:lnTo>
                  <a:lnTo>
                    <a:pt x="477" y="1328"/>
                  </a:lnTo>
                  <a:cubicBezTo>
                    <a:pt x="477" y="1186"/>
                    <a:pt x="461" y="948"/>
                    <a:pt x="441" y="614"/>
                  </a:cubicBezTo>
                  <a:lnTo>
                    <a:pt x="456" y="614"/>
                  </a:lnTo>
                  <a:lnTo>
                    <a:pt x="1545" y="2508"/>
                  </a:lnTo>
                  <a:lnTo>
                    <a:pt x="2224" y="2508"/>
                  </a:lnTo>
                  <a:lnTo>
                    <a:pt x="2224" y="1"/>
                  </a:lnTo>
                  <a:lnTo>
                    <a:pt x="1743" y="1"/>
                  </a:lnTo>
                  <a:lnTo>
                    <a:pt x="1743" y="1186"/>
                  </a:lnTo>
                  <a:cubicBezTo>
                    <a:pt x="1743" y="1323"/>
                    <a:pt x="1753" y="1551"/>
                    <a:pt x="1768" y="1880"/>
                  </a:cubicBezTo>
                  <a:lnTo>
                    <a:pt x="1758" y="1880"/>
                  </a:lnTo>
                  <a:lnTo>
                    <a:pt x="6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31;p16">
              <a:extLst>
                <a:ext uri="{FF2B5EF4-FFF2-40B4-BE49-F238E27FC236}">
                  <a16:creationId xmlns:a16="http://schemas.microsoft.com/office/drawing/2014/main" id="{F9C73713-CFD3-0D22-2878-8A85CBB0DFE2}"/>
                </a:ext>
              </a:extLst>
            </p:cNvPr>
            <p:cNvSpPr/>
            <p:nvPr/>
          </p:nvSpPr>
          <p:spPr>
            <a:xfrm>
              <a:off x="1967507" y="2424050"/>
              <a:ext cx="164571" cy="285750"/>
            </a:xfrm>
            <a:custGeom>
              <a:avLst/>
              <a:gdLst/>
              <a:ahLst/>
              <a:cxnLst/>
              <a:rect l="l" t="t" r="r" b="b"/>
              <a:pathLst>
                <a:path w="1445" h="2509" extrusionOk="0">
                  <a:moveTo>
                    <a:pt x="1" y="1"/>
                  </a:moveTo>
                  <a:lnTo>
                    <a:pt x="1" y="2508"/>
                  </a:lnTo>
                  <a:lnTo>
                    <a:pt x="1445" y="2508"/>
                  </a:lnTo>
                  <a:lnTo>
                    <a:pt x="1445" y="2067"/>
                  </a:lnTo>
                  <a:lnTo>
                    <a:pt x="533" y="2067"/>
                  </a:lnTo>
                  <a:lnTo>
                    <a:pt x="533" y="1424"/>
                  </a:lnTo>
                  <a:lnTo>
                    <a:pt x="1384" y="1424"/>
                  </a:lnTo>
                  <a:lnTo>
                    <a:pt x="1384" y="988"/>
                  </a:lnTo>
                  <a:lnTo>
                    <a:pt x="533" y="988"/>
                  </a:lnTo>
                  <a:lnTo>
                    <a:pt x="533" y="436"/>
                  </a:lnTo>
                  <a:lnTo>
                    <a:pt x="1445" y="436"/>
                  </a:lnTo>
                  <a:lnTo>
                    <a:pt x="14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32;p16">
              <a:extLst>
                <a:ext uri="{FF2B5EF4-FFF2-40B4-BE49-F238E27FC236}">
                  <a16:creationId xmlns:a16="http://schemas.microsoft.com/office/drawing/2014/main" id="{CFCE9C7B-E0FD-E384-E3BE-B22D4F78CB3A}"/>
                </a:ext>
              </a:extLst>
            </p:cNvPr>
            <p:cNvSpPr/>
            <p:nvPr/>
          </p:nvSpPr>
          <p:spPr>
            <a:xfrm>
              <a:off x="2187883" y="2424050"/>
              <a:ext cx="386087" cy="285750"/>
            </a:xfrm>
            <a:custGeom>
              <a:avLst/>
              <a:gdLst/>
              <a:ahLst/>
              <a:cxnLst/>
              <a:rect l="l" t="t" r="r" b="b"/>
              <a:pathLst>
                <a:path w="3390" h="2509" extrusionOk="0">
                  <a:moveTo>
                    <a:pt x="1" y="1"/>
                  </a:moveTo>
                  <a:lnTo>
                    <a:pt x="639" y="2508"/>
                  </a:lnTo>
                  <a:lnTo>
                    <a:pt x="1242" y="2508"/>
                  </a:lnTo>
                  <a:lnTo>
                    <a:pt x="1576" y="1196"/>
                  </a:lnTo>
                  <a:cubicBezTo>
                    <a:pt x="1592" y="1135"/>
                    <a:pt x="1617" y="1039"/>
                    <a:pt x="1642" y="902"/>
                  </a:cubicBezTo>
                  <a:cubicBezTo>
                    <a:pt x="1668" y="765"/>
                    <a:pt x="1688" y="664"/>
                    <a:pt x="1693" y="603"/>
                  </a:cubicBezTo>
                  <a:cubicBezTo>
                    <a:pt x="1698" y="654"/>
                    <a:pt x="1713" y="755"/>
                    <a:pt x="1743" y="902"/>
                  </a:cubicBezTo>
                  <a:cubicBezTo>
                    <a:pt x="1774" y="1049"/>
                    <a:pt x="1799" y="1145"/>
                    <a:pt x="1809" y="1191"/>
                  </a:cubicBezTo>
                  <a:lnTo>
                    <a:pt x="2149" y="2508"/>
                  </a:lnTo>
                  <a:lnTo>
                    <a:pt x="2752" y="2508"/>
                  </a:lnTo>
                  <a:lnTo>
                    <a:pt x="3390" y="1"/>
                  </a:lnTo>
                  <a:lnTo>
                    <a:pt x="2868" y="1"/>
                  </a:lnTo>
                  <a:lnTo>
                    <a:pt x="2549" y="1368"/>
                  </a:lnTo>
                  <a:cubicBezTo>
                    <a:pt x="2529" y="1449"/>
                    <a:pt x="2508" y="1561"/>
                    <a:pt x="2483" y="1692"/>
                  </a:cubicBezTo>
                  <a:cubicBezTo>
                    <a:pt x="2458" y="1824"/>
                    <a:pt x="2437" y="1936"/>
                    <a:pt x="2427" y="2027"/>
                  </a:cubicBezTo>
                  <a:cubicBezTo>
                    <a:pt x="2412" y="1931"/>
                    <a:pt x="2397" y="1824"/>
                    <a:pt x="2372" y="1692"/>
                  </a:cubicBezTo>
                  <a:cubicBezTo>
                    <a:pt x="2346" y="1566"/>
                    <a:pt x="2326" y="1470"/>
                    <a:pt x="2311" y="1404"/>
                  </a:cubicBezTo>
                  <a:lnTo>
                    <a:pt x="1946" y="1"/>
                  </a:lnTo>
                  <a:lnTo>
                    <a:pt x="1445" y="1"/>
                  </a:lnTo>
                  <a:lnTo>
                    <a:pt x="1080" y="1404"/>
                  </a:lnTo>
                  <a:cubicBezTo>
                    <a:pt x="1060" y="1480"/>
                    <a:pt x="1034" y="1586"/>
                    <a:pt x="1009" y="1723"/>
                  </a:cubicBezTo>
                  <a:cubicBezTo>
                    <a:pt x="984" y="1860"/>
                    <a:pt x="968" y="1961"/>
                    <a:pt x="963" y="2027"/>
                  </a:cubicBezTo>
                  <a:cubicBezTo>
                    <a:pt x="938" y="1839"/>
                    <a:pt x="898" y="1622"/>
                    <a:pt x="842" y="1368"/>
                  </a:cubicBezTo>
                  <a:lnTo>
                    <a:pt x="5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33;p16">
              <a:extLst>
                <a:ext uri="{FF2B5EF4-FFF2-40B4-BE49-F238E27FC236}">
                  <a16:creationId xmlns:a16="http://schemas.microsoft.com/office/drawing/2014/main" id="{266F9AD5-5301-F8F6-3B34-0C926B835F45}"/>
                </a:ext>
              </a:extLst>
            </p:cNvPr>
            <p:cNvSpPr/>
            <p:nvPr/>
          </p:nvSpPr>
          <p:spPr>
            <a:xfrm>
              <a:off x="2624650" y="2420064"/>
              <a:ext cx="185868" cy="293722"/>
            </a:xfrm>
            <a:custGeom>
              <a:avLst/>
              <a:gdLst/>
              <a:ahLst/>
              <a:cxnLst/>
              <a:rect l="l" t="t" r="r" b="b"/>
              <a:pathLst>
                <a:path w="1632" h="2579" extrusionOk="0">
                  <a:moveTo>
                    <a:pt x="877" y="0"/>
                  </a:moveTo>
                  <a:cubicBezTo>
                    <a:pt x="614" y="0"/>
                    <a:pt x="401" y="66"/>
                    <a:pt x="254" y="193"/>
                  </a:cubicBezTo>
                  <a:cubicBezTo>
                    <a:pt x="102" y="319"/>
                    <a:pt x="26" y="491"/>
                    <a:pt x="26" y="714"/>
                  </a:cubicBezTo>
                  <a:cubicBezTo>
                    <a:pt x="26" y="831"/>
                    <a:pt x="51" y="932"/>
                    <a:pt x="97" y="1023"/>
                  </a:cubicBezTo>
                  <a:cubicBezTo>
                    <a:pt x="142" y="1109"/>
                    <a:pt x="203" y="1185"/>
                    <a:pt x="279" y="1251"/>
                  </a:cubicBezTo>
                  <a:cubicBezTo>
                    <a:pt x="355" y="1317"/>
                    <a:pt x="472" y="1388"/>
                    <a:pt x="624" y="1459"/>
                  </a:cubicBezTo>
                  <a:cubicBezTo>
                    <a:pt x="786" y="1540"/>
                    <a:pt x="897" y="1596"/>
                    <a:pt x="948" y="1631"/>
                  </a:cubicBezTo>
                  <a:cubicBezTo>
                    <a:pt x="1004" y="1667"/>
                    <a:pt x="1044" y="1702"/>
                    <a:pt x="1069" y="1743"/>
                  </a:cubicBezTo>
                  <a:cubicBezTo>
                    <a:pt x="1095" y="1778"/>
                    <a:pt x="1110" y="1824"/>
                    <a:pt x="1110" y="1874"/>
                  </a:cubicBezTo>
                  <a:cubicBezTo>
                    <a:pt x="1110" y="1960"/>
                    <a:pt x="1080" y="2026"/>
                    <a:pt x="1019" y="2072"/>
                  </a:cubicBezTo>
                  <a:cubicBezTo>
                    <a:pt x="953" y="2118"/>
                    <a:pt x="867" y="2138"/>
                    <a:pt x="750" y="2138"/>
                  </a:cubicBezTo>
                  <a:cubicBezTo>
                    <a:pt x="654" y="2138"/>
                    <a:pt x="543" y="2123"/>
                    <a:pt x="426" y="2092"/>
                  </a:cubicBezTo>
                  <a:cubicBezTo>
                    <a:pt x="310" y="2062"/>
                    <a:pt x="168" y="2006"/>
                    <a:pt x="1" y="1930"/>
                  </a:cubicBezTo>
                  <a:lnTo>
                    <a:pt x="1" y="2427"/>
                  </a:lnTo>
                  <a:cubicBezTo>
                    <a:pt x="203" y="2528"/>
                    <a:pt x="441" y="2578"/>
                    <a:pt x="710" y="2578"/>
                  </a:cubicBezTo>
                  <a:cubicBezTo>
                    <a:pt x="999" y="2578"/>
                    <a:pt x="1226" y="2513"/>
                    <a:pt x="1389" y="2381"/>
                  </a:cubicBezTo>
                  <a:cubicBezTo>
                    <a:pt x="1551" y="2249"/>
                    <a:pt x="1632" y="2072"/>
                    <a:pt x="1632" y="1844"/>
                  </a:cubicBezTo>
                  <a:cubicBezTo>
                    <a:pt x="1632" y="1682"/>
                    <a:pt x="1586" y="1545"/>
                    <a:pt x="1500" y="1434"/>
                  </a:cubicBezTo>
                  <a:cubicBezTo>
                    <a:pt x="1414" y="1322"/>
                    <a:pt x="1252" y="1206"/>
                    <a:pt x="1019" y="1094"/>
                  </a:cubicBezTo>
                  <a:cubicBezTo>
                    <a:pt x="841" y="1013"/>
                    <a:pt x="730" y="952"/>
                    <a:pt x="684" y="922"/>
                  </a:cubicBezTo>
                  <a:cubicBezTo>
                    <a:pt x="634" y="887"/>
                    <a:pt x="603" y="856"/>
                    <a:pt x="578" y="821"/>
                  </a:cubicBezTo>
                  <a:cubicBezTo>
                    <a:pt x="558" y="785"/>
                    <a:pt x="548" y="745"/>
                    <a:pt x="548" y="694"/>
                  </a:cubicBezTo>
                  <a:cubicBezTo>
                    <a:pt x="548" y="623"/>
                    <a:pt x="573" y="562"/>
                    <a:pt x="629" y="512"/>
                  </a:cubicBezTo>
                  <a:cubicBezTo>
                    <a:pt x="679" y="466"/>
                    <a:pt x="760" y="441"/>
                    <a:pt x="857" y="441"/>
                  </a:cubicBezTo>
                  <a:cubicBezTo>
                    <a:pt x="943" y="441"/>
                    <a:pt x="1029" y="456"/>
                    <a:pt x="1115" y="476"/>
                  </a:cubicBezTo>
                  <a:cubicBezTo>
                    <a:pt x="1206" y="497"/>
                    <a:pt x="1313" y="537"/>
                    <a:pt x="1449" y="593"/>
                  </a:cubicBezTo>
                  <a:lnTo>
                    <a:pt x="1622" y="177"/>
                  </a:lnTo>
                  <a:cubicBezTo>
                    <a:pt x="1490" y="122"/>
                    <a:pt x="1368" y="76"/>
                    <a:pt x="1247" y="46"/>
                  </a:cubicBezTo>
                  <a:cubicBezTo>
                    <a:pt x="1130" y="15"/>
                    <a:pt x="1009" y="0"/>
                    <a:pt x="8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34;p16">
              <a:extLst>
                <a:ext uri="{FF2B5EF4-FFF2-40B4-BE49-F238E27FC236}">
                  <a16:creationId xmlns:a16="http://schemas.microsoft.com/office/drawing/2014/main" id="{4CDFC8E0-4D8E-CDD7-9404-4320A7E3C066}"/>
                </a:ext>
              </a:extLst>
            </p:cNvPr>
            <p:cNvSpPr/>
            <p:nvPr/>
          </p:nvSpPr>
          <p:spPr>
            <a:xfrm>
              <a:off x="1631760" y="2860244"/>
              <a:ext cx="784702" cy="38723"/>
            </a:xfrm>
            <a:custGeom>
              <a:avLst/>
              <a:gdLst/>
              <a:ahLst/>
              <a:cxnLst/>
              <a:rect l="l" t="t" r="r" b="b"/>
              <a:pathLst>
                <a:path w="6890" h="340" extrusionOk="0">
                  <a:moveTo>
                    <a:pt x="1" y="0"/>
                  </a:moveTo>
                  <a:lnTo>
                    <a:pt x="1" y="340"/>
                  </a:lnTo>
                  <a:lnTo>
                    <a:pt x="6890" y="340"/>
                  </a:lnTo>
                  <a:lnTo>
                    <a:pt x="689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35;p16">
              <a:extLst>
                <a:ext uri="{FF2B5EF4-FFF2-40B4-BE49-F238E27FC236}">
                  <a16:creationId xmlns:a16="http://schemas.microsoft.com/office/drawing/2014/main" id="{4BA2C824-D138-7C70-8C85-91202A9AEA2C}"/>
                </a:ext>
              </a:extLst>
            </p:cNvPr>
            <p:cNvSpPr/>
            <p:nvPr/>
          </p:nvSpPr>
          <p:spPr>
            <a:xfrm>
              <a:off x="1631760" y="2968097"/>
              <a:ext cx="1139583" cy="38723"/>
            </a:xfrm>
            <a:custGeom>
              <a:avLst/>
              <a:gdLst/>
              <a:ahLst/>
              <a:cxnLst/>
              <a:rect l="l" t="t" r="r" b="b"/>
              <a:pathLst>
                <a:path w="10006" h="340" extrusionOk="0">
                  <a:moveTo>
                    <a:pt x="1" y="0"/>
                  </a:moveTo>
                  <a:lnTo>
                    <a:pt x="1" y="340"/>
                  </a:lnTo>
                  <a:lnTo>
                    <a:pt x="10005" y="340"/>
                  </a:lnTo>
                  <a:lnTo>
                    <a:pt x="100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36;p16">
              <a:extLst>
                <a:ext uri="{FF2B5EF4-FFF2-40B4-BE49-F238E27FC236}">
                  <a16:creationId xmlns:a16="http://schemas.microsoft.com/office/drawing/2014/main" id="{6FA3F54B-A173-78C4-EBDD-96C9FD3E942F}"/>
                </a:ext>
              </a:extLst>
            </p:cNvPr>
            <p:cNvSpPr/>
            <p:nvPr/>
          </p:nvSpPr>
          <p:spPr>
            <a:xfrm>
              <a:off x="1631760" y="3076519"/>
              <a:ext cx="1139583" cy="38836"/>
            </a:xfrm>
            <a:custGeom>
              <a:avLst/>
              <a:gdLst/>
              <a:ahLst/>
              <a:cxnLst/>
              <a:rect l="l" t="t" r="r" b="b"/>
              <a:pathLst>
                <a:path w="10006" h="341" extrusionOk="0">
                  <a:moveTo>
                    <a:pt x="1" y="1"/>
                  </a:moveTo>
                  <a:lnTo>
                    <a:pt x="1" y="340"/>
                  </a:lnTo>
                  <a:lnTo>
                    <a:pt x="10005" y="340"/>
                  </a:lnTo>
                  <a:lnTo>
                    <a:pt x="100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37;p16">
              <a:extLst>
                <a:ext uri="{FF2B5EF4-FFF2-40B4-BE49-F238E27FC236}">
                  <a16:creationId xmlns:a16="http://schemas.microsoft.com/office/drawing/2014/main" id="{601B781A-DFF9-E1B8-7447-01D1C49BBF53}"/>
                </a:ext>
              </a:extLst>
            </p:cNvPr>
            <p:cNvSpPr/>
            <p:nvPr/>
          </p:nvSpPr>
          <p:spPr>
            <a:xfrm>
              <a:off x="1631760" y="3184372"/>
              <a:ext cx="1139583" cy="38836"/>
            </a:xfrm>
            <a:custGeom>
              <a:avLst/>
              <a:gdLst/>
              <a:ahLst/>
              <a:cxnLst/>
              <a:rect l="l" t="t" r="r" b="b"/>
              <a:pathLst>
                <a:path w="10006" h="341" extrusionOk="0">
                  <a:moveTo>
                    <a:pt x="1" y="1"/>
                  </a:moveTo>
                  <a:lnTo>
                    <a:pt x="1" y="340"/>
                  </a:lnTo>
                  <a:lnTo>
                    <a:pt x="10005" y="340"/>
                  </a:lnTo>
                  <a:lnTo>
                    <a:pt x="100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38;p16">
              <a:extLst>
                <a:ext uri="{FF2B5EF4-FFF2-40B4-BE49-F238E27FC236}">
                  <a16:creationId xmlns:a16="http://schemas.microsoft.com/office/drawing/2014/main" id="{E583E0FD-64BE-F5D3-CC31-43BF81AA678D}"/>
                </a:ext>
              </a:extLst>
            </p:cNvPr>
            <p:cNvSpPr/>
            <p:nvPr/>
          </p:nvSpPr>
          <p:spPr>
            <a:xfrm>
              <a:off x="1631760" y="3292908"/>
              <a:ext cx="1139583" cy="38723"/>
            </a:xfrm>
            <a:custGeom>
              <a:avLst/>
              <a:gdLst/>
              <a:ahLst/>
              <a:cxnLst/>
              <a:rect l="l" t="t" r="r" b="b"/>
              <a:pathLst>
                <a:path w="10006" h="340" extrusionOk="0">
                  <a:moveTo>
                    <a:pt x="1" y="0"/>
                  </a:moveTo>
                  <a:lnTo>
                    <a:pt x="1" y="340"/>
                  </a:lnTo>
                  <a:lnTo>
                    <a:pt x="10005" y="340"/>
                  </a:lnTo>
                  <a:lnTo>
                    <a:pt x="100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39;p16">
              <a:extLst>
                <a:ext uri="{FF2B5EF4-FFF2-40B4-BE49-F238E27FC236}">
                  <a16:creationId xmlns:a16="http://schemas.microsoft.com/office/drawing/2014/main" id="{8293CD0D-0253-CD46-DB8D-E494D9577751}"/>
                </a:ext>
              </a:extLst>
            </p:cNvPr>
            <p:cNvSpPr/>
            <p:nvPr/>
          </p:nvSpPr>
          <p:spPr>
            <a:xfrm>
              <a:off x="1631760" y="3400761"/>
              <a:ext cx="1139583" cy="38723"/>
            </a:xfrm>
            <a:custGeom>
              <a:avLst/>
              <a:gdLst/>
              <a:ahLst/>
              <a:cxnLst/>
              <a:rect l="l" t="t" r="r" b="b"/>
              <a:pathLst>
                <a:path w="10006" h="340" extrusionOk="0">
                  <a:moveTo>
                    <a:pt x="1" y="1"/>
                  </a:moveTo>
                  <a:lnTo>
                    <a:pt x="1" y="340"/>
                  </a:lnTo>
                  <a:lnTo>
                    <a:pt x="10005" y="340"/>
                  </a:lnTo>
                  <a:lnTo>
                    <a:pt x="100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40;p16">
              <a:extLst>
                <a:ext uri="{FF2B5EF4-FFF2-40B4-BE49-F238E27FC236}">
                  <a16:creationId xmlns:a16="http://schemas.microsoft.com/office/drawing/2014/main" id="{92D177B4-0228-A5E2-2FA8-C4E0508CF50E}"/>
                </a:ext>
              </a:extLst>
            </p:cNvPr>
            <p:cNvSpPr/>
            <p:nvPr/>
          </p:nvSpPr>
          <p:spPr>
            <a:xfrm>
              <a:off x="1631760" y="3509183"/>
              <a:ext cx="1139583" cy="38836"/>
            </a:xfrm>
            <a:custGeom>
              <a:avLst/>
              <a:gdLst/>
              <a:ahLst/>
              <a:cxnLst/>
              <a:rect l="l" t="t" r="r" b="b"/>
              <a:pathLst>
                <a:path w="10006" h="341" extrusionOk="0">
                  <a:moveTo>
                    <a:pt x="1" y="1"/>
                  </a:moveTo>
                  <a:lnTo>
                    <a:pt x="1" y="340"/>
                  </a:lnTo>
                  <a:lnTo>
                    <a:pt x="10005" y="340"/>
                  </a:lnTo>
                  <a:lnTo>
                    <a:pt x="100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41;p16">
              <a:extLst>
                <a:ext uri="{FF2B5EF4-FFF2-40B4-BE49-F238E27FC236}">
                  <a16:creationId xmlns:a16="http://schemas.microsoft.com/office/drawing/2014/main" id="{E5719FFD-9934-EB83-5893-CFCEC2E913B7}"/>
                </a:ext>
              </a:extLst>
            </p:cNvPr>
            <p:cNvSpPr/>
            <p:nvPr/>
          </p:nvSpPr>
          <p:spPr>
            <a:xfrm>
              <a:off x="1631760" y="3630931"/>
              <a:ext cx="337114" cy="37014"/>
            </a:xfrm>
            <a:custGeom>
              <a:avLst/>
              <a:gdLst/>
              <a:ahLst/>
              <a:cxnLst/>
              <a:rect l="l" t="t" r="r" b="b"/>
              <a:pathLst>
                <a:path w="2960" h="325" extrusionOk="0">
                  <a:moveTo>
                    <a:pt x="1" y="1"/>
                  </a:moveTo>
                  <a:lnTo>
                    <a:pt x="1" y="325"/>
                  </a:lnTo>
                  <a:lnTo>
                    <a:pt x="2959" y="325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42;p16">
              <a:extLst>
                <a:ext uri="{FF2B5EF4-FFF2-40B4-BE49-F238E27FC236}">
                  <a16:creationId xmlns:a16="http://schemas.microsoft.com/office/drawing/2014/main" id="{0847B0F3-E6D3-CF25-181D-4EDD26B983E2}"/>
                </a:ext>
              </a:extLst>
            </p:cNvPr>
            <p:cNvSpPr/>
            <p:nvPr/>
          </p:nvSpPr>
          <p:spPr>
            <a:xfrm>
              <a:off x="1631760" y="3750970"/>
              <a:ext cx="337114" cy="37014"/>
            </a:xfrm>
            <a:custGeom>
              <a:avLst/>
              <a:gdLst/>
              <a:ahLst/>
              <a:cxnLst/>
              <a:rect l="l" t="t" r="r" b="b"/>
              <a:pathLst>
                <a:path w="2960" h="325" extrusionOk="0">
                  <a:moveTo>
                    <a:pt x="1" y="0"/>
                  </a:moveTo>
                  <a:lnTo>
                    <a:pt x="1" y="325"/>
                  </a:lnTo>
                  <a:lnTo>
                    <a:pt x="2959" y="325"/>
                  </a:lnTo>
                  <a:lnTo>
                    <a:pt x="29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3;p16">
              <a:extLst>
                <a:ext uri="{FF2B5EF4-FFF2-40B4-BE49-F238E27FC236}">
                  <a16:creationId xmlns:a16="http://schemas.microsoft.com/office/drawing/2014/main" id="{8D669142-3590-D9E5-147D-4B7772A93549}"/>
                </a:ext>
              </a:extLst>
            </p:cNvPr>
            <p:cNvSpPr/>
            <p:nvPr/>
          </p:nvSpPr>
          <p:spPr>
            <a:xfrm>
              <a:off x="1631760" y="3871008"/>
              <a:ext cx="337114" cy="37014"/>
            </a:xfrm>
            <a:custGeom>
              <a:avLst/>
              <a:gdLst/>
              <a:ahLst/>
              <a:cxnLst/>
              <a:rect l="l" t="t" r="r" b="b"/>
              <a:pathLst>
                <a:path w="2960" h="325" extrusionOk="0">
                  <a:moveTo>
                    <a:pt x="1" y="0"/>
                  </a:moveTo>
                  <a:lnTo>
                    <a:pt x="1" y="324"/>
                  </a:lnTo>
                  <a:lnTo>
                    <a:pt x="2959" y="324"/>
                  </a:lnTo>
                  <a:lnTo>
                    <a:pt x="29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44;p16">
              <a:extLst>
                <a:ext uri="{FF2B5EF4-FFF2-40B4-BE49-F238E27FC236}">
                  <a16:creationId xmlns:a16="http://schemas.microsoft.com/office/drawing/2014/main" id="{28991DD5-D48D-BF07-BBDD-2B76171BAF6E}"/>
                </a:ext>
              </a:extLst>
            </p:cNvPr>
            <p:cNvSpPr/>
            <p:nvPr/>
          </p:nvSpPr>
          <p:spPr>
            <a:xfrm>
              <a:off x="1631760" y="3990933"/>
              <a:ext cx="337114" cy="37014"/>
            </a:xfrm>
            <a:custGeom>
              <a:avLst/>
              <a:gdLst/>
              <a:ahLst/>
              <a:cxnLst/>
              <a:rect l="l" t="t" r="r" b="b"/>
              <a:pathLst>
                <a:path w="2960" h="325" extrusionOk="0">
                  <a:moveTo>
                    <a:pt x="1" y="1"/>
                  </a:moveTo>
                  <a:lnTo>
                    <a:pt x="1" y="325"/>
                  </a:lnTo>
                  <a:lnTo>
                    <a:pt x="2959" y="325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45;p16">
              <a:extLst>
                <a:ext uri="{FF2B5EF4-FFF2-40B4-BE49-F238E27FC236}">
                  <a16:creationId xmlns:a16="http://schemas.microsoft.com/office/drawing/2014/main" id="{6F1BA587-5A4B-B302-157B-081D317EBA24}"/>
                </a:ext>
              </a:extLst>
            </p:cNvPr>
            <p:cNvSpPr/>
            <p:nvPr/>
          </p:nvSpPr>
          <p:spPr>
            <a:xfrm>
              <a:off x="1631760" y="4110972"/>
              <a:ext cx="337114" cy="37014"/>
            </a:xfrm>
            <a:custGeom>
              <a:avLst/>
              <a:gdLst/>
              <a:ahLst/>
              <a:cxnLst/>
              <a:rect l="l" t="t" r="r" b="b"/>
              <a:pathLst>
                <a:path w="2960" h="325" extrusionOk="0">
                  <a:moveTo>
                    <a:pt x="1" y="0"/>
                  </a:moveTo>
                  <a:lnTo>
                    <a:pt x="1" y="324"/>
                  </a:lnTo>
                  <a:lnTo>
                    <a:pt x="2959" y="324"/>
                  </a:lnTo>
                  <a:lnTo>
                    <a:pt x="29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46;p16">
              <a:extLst>
                <a:ext uri="{FF2B5EF4-FFF2-40B4-BE49-F238E27FC236}">
                  <a16:creationId xmlns:a16="http://schemas.microsoft.com/office/drawing/2014/main" id="{E0F10A0F-4CE4-566F-297D-05F50AEB386E}"/>
                </a:ext>
              </a:extLst>
            </p:cNvPr>
            <p:cNvSpPr/>
            <p:nvPr/>
          </p:nvSpPr>
          <p:spPr>
            <a:xfrm>
              <a:off x="1841203" y="1727164"/>
              <a:ext cx="173227" cy="272994"/>
            </a:xfrm>
            <a:custGeom>
              <a:avLst/>
              <a:gdLst/>
              <a:ahLst/>
              <a:cxnLst/>
              <a:rect l="l" t="t" r="r" b="b"/>
              <a:pathLst>
                <a:path w="1521" h="2397" extrusionOk="0">
                  <a:moveTo>
                    <a:pt x="1029" y="31"/>
                  </a:moveTo>
                  <a:cubicBezTo>
                    <a:pt x="1004" y="41"/>
                    <a:pt x="978" y="61"/>
                    <a:pt x="958" y="81"/>
                  </a:cubicBezTo>
                  <a:lnTo>
                    <a:pt x="958" y="81"/>
                  </a:lnTo>
                  <a:cubicBezTo>
                    <a:pt x="938" y="107"/>
                    <a:pt x="917" y="137"/>
                    <a:pt x="897" y="162"/>
                  </a:cubicBezTo>
                  <a:lnTo>
                    <a:pt x="897" y="162"/>
                  </a:lnTo>
                  <a:cubicBezTo>
                    <a:pt x="755" y="355"/>
                    <a:pt x="644" y="563"/>
                    <a:pt x="527" y="770"/>
                  </a:cubicBezTo>
                  <a:lnTo>
                    <a:pt x="527" y="770"/>
                  </a:lnTo>
                  <a:cubicBezTo>
                    <a:pt x="380" y="1044"/>
                    <a:pt x="234" y="1312"/>
                    <a:pt x="122" y="1601"/>
                  </a:cubicBezTo>
                  <a:lnTo>
                    <a:pt x="122" y="1601"/>
                  </a:lnTo>
                  <a:cubicBezTo>
                    <a:pt x="66" y="1743"/>
                    <a:pt x="16" y="1895"/>
                    <a:pt x="6" y="2052"/>
                  </a:cubicBezTo>
                  <a:lnTo>
                    <a:pt x="6" y="2052"/>
                  </a:lnTo>
                  <a:cubicBezTo>
                    <a:pt x="1" y="2128"/>
                    <a:pt x="11" y="2214"/>
                    <a:pt x="51" y="2280"/>
                  </a:cubicBezTo>
                  <a:lnTo>
                    <a:pt x="51" y="2280"/>
                  </a:lnTo>
                  <a:cubicBezTo>
                    <a:pt x="132" y="2396"/>
                    <a:pt x="310" y="2396"/>
                    <a:pt x="426" y="2320"/>
                  </a:cubicBezTo>
                  <a:lnTo>
                    <a:pt x="426" y="2320"/>
                  </a:lnTo>
                  <a:cubicBezTo>
                    <a:pt x="537" y="2244"/>
                    <a:pt x="598" y="2118"/>
                    <a:pt x="664" y="2001"/>
                  </a:cubicBezTo>
                  <a:lnTo>
                    <a:pt x="664" y="2001"/>
                  </a:lnTo>
                  <a:cubicBezTo>
                    <a:pt x="928" y="1550"/>
                    <a:pt x="1155" y="1069"/>
                    <a:pt x="1399" y="603"/>
                  </a:cubicBezTo>
                  <a:lnTo>
                    <a:pt x="1399" y="603"/>
                  </a:lnTo>
                  <a:cubicBezTo>
                    <a:pt x="1439" y="527"/>
                    <a:pt x="1480" y="446"/>
                    <a:pt x="1495" y="355"/>
                  </a:cubicBezTo>
                  <a:lnTo>
                    <a:pt x="1495" y="355"/>
                  </a:lnTo>
                  <a:cubicBezTo>
                    <a:pt x="1520" y="157"/>
                    <a:pt x="1333" y="0"/>
                    <a:pt x="1155" y="0"/>
                  </a:cubicBezTo>
                  <a:lnTo>
                    <a:pt x="1155" y="0"/>
                  </a:lnTo>
                  <a:cubicBezTo>
                    <a:pt x="1110" y="0"/>
                    <a:pt x="1069" y="5"/>
                    <a:pt x="1029" y="31"/>
                  </a:cubicBezTo>
                </a:path>
              </a:pathLst>
            </a:custGeom>
            <a:solidFill>
              <a:srgbClr val="FAC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47;p16">
              <a:extLst>
                <a:ext uri="{FF2B5EF4-FFF2-40B4-BE49-F238E27FC236}">
                  <a16:creationId xmlns:a16="http://schemas.microsoft.com/office/drawing/2014/main" id="{FDC1EF61-9E1F-41A4-1A8E-A331B9D97660}"/>
                </a:ext>
              </a:extLst>
            </p:cNvPr>
            <p:cNvSpPr/>
            <p:nvPr/>
          </p:nvSpPr>
          <p:spPr>
            <a:xfrm>
              <a:off x="1888467" y="1675800"/>
              <a:ext cx="146690" cy="198624"/>
            </a:xfrm>
            <a:custGeom>
              <a:avLst/>
              <a:gdLst/>
              <a:ahLst/>
              <a:cxnLst/>
              <a:rect l="l" t="t" r="r" b="b"/>
              <a:pathLst>
                <a:path w="1288" h="1744" extrusionOk="0">
                  <a:moveTo>
                    <a:pt x="1284" y="0"/>
                  </a:moveTo>
                  <a:cubicBezTo>
                    <a:pt x="1238" y="0"/>
                    <a:pt x="852" y="77"/>
                    <a:pt x="842" y="77"/>
                  </a:cubicBezTo>
                  <a:cubicBezTo>
                    <a:pt x="452" y="208"/>
                    <a:pt x="1" y="1272"/>
                    <a:pt x="1" y="1272"/>
                  </a:cubicBezTo>
                  <a:lnTo>
                    <a:pt x="984" y="1743"/>
                  </a:lnTo>
                  <a:lnTo>
                    <a:pt x="1288" y="1"/>
                  </a:lnTo>
                  <a:cubicBezTo>
                    <a:pt x="1287" y="0"/>
                    <a:pt x="1286" y="0"/>
                    <a:pt x="12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48;p16">
              <a:extLst>
                <a:ext uri="{FF2B5EF4-FFF2-40B4-BE49-F238E27FC236}">
                  <a16:creationId xmlns:a16="http://schemas.microsoft.com/office/drawing/2014/main" id="{F9BD5A19-CF36-D40E-B8BD-8BA27BDD19A3}"/>
                </a:ext>
              </a:extLst>
            </p:cNvPr>
            <p:cNvSpPr/>
            <p:nvPr/>
          </p:nvSpPr>
          <p:spPr>
            <a:xfrm>
              <a:off x="2355187" y="2585544"/>
              <a:ext cx="1367" cy="5353"/>
            </a:xfrm>
            <a:custGeom>
              <a:avLst/>
              <a:gdLst/>
              <a:ahLst/>
              <a:cxnLst/>
              <a:rect l="l" t="t" r="r" b="b"/>
              <a:pathLst>
                <a:path w="12" h="47" extrusionOk="0">
                  <a:moveTo>
                    <a:pt x="11" y="1"/>
                  </a:moveTo>
                  <a:lnTo>
                    <a:pt x="11" y="1"/>
                  </a:lnTo>
                  <a:cubicBezTo>
                    <a:pt x="6" y="16"/>
                    <a:pt x="1" y="31"/>
                    <a:pt x="1" y="47"/>
                  </a:cubicBezTo>
                  <a:cubicBezTo>
                    <a:pt x="6" y="31"/>
                    <a:pt x="6" y="16"/>
                    <a:pt x="11" y="1"/>
                  </a:cubicBezTo>
                  <a:close/>
                </a:path>
              </a:pathLst>
            </a:custGeom>
            <a:solidFill>
              <a:srgbClr val="FFC3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49;p16">
              <a:extLst>
                <a:ext uri="{FF2B5EF4-FFF2-40B4-BE49-F238E27FC236}">
                  <a16:creationId xmlns:a16="http://schemas.microsoft.com/office/drawing/2014/main" id="{83D47AEA-63B2-B95D-3073-F2B3B00B7E74}"/>
                </a:ext>
              </a:extLst>
            </p:cNvPr>
            <p:cNvSpPr/>
            <p:nvPr/>
          </p:nvSpPr>
          <p:spPr>
            <a:xfrm>
              <a:off x="2473518" y="2624836"/>
              <a:ext cx="114" cy="1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C3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50;p16">
              <a:extLst>
                <a:ext uri="{FF2B5EF4-FFF2-40B4-BE49-F238E27FC236}">
                  <a16:creationId xmlns:a16="http://schemas.microsoft.com/office/drawing/2014/main" id="{AFDF47C6-6BDC-D58B-254C-FDF07DF7A35C}"/>
                </a:ext>
              </a:extLst>
            </p:cNvPr>
            <p:cNvSpPr/>
            <p:nvPr/>
          </p:nvSpPr>
          <p:spPr>
            <a:xfrm>
              <a:off x="2468279" y="2623128"/>
              <a:ext cx="2506" cy="1253"/>
            </a:xfrm>
            <a:custGeom>
              <a:avLst/>
              <a:gdLst/>
              <a:ahLst/>
              <a:cxnLst/>
              <a:rect l="l" t="t" r="r" b="b"/>
              <a:pathLst>
                <a:path w="22" h="11" extrusionOk="0">
                  <a:moveTo>
                    <a:pt x="21" y="10"/>
                  </a:moveTo>
                  <a:cubicBezTo>
                    <a:pt x="16" y="5"/>
                    <a:pt x="11" y="0"/>
                    <a:pt x="1" y="0"/>
                  </a:cubicBezTo>
                  <a:cubicBezTo>
                    <a:pt x="11" y="0"/>
                    <a:pt x="16" y="5"/>
                    <a:pt x="21" y="10"/>
                  </a:cubicBezTo>
                  <a:close/>
                </a:path>
              </a:pathLst>
            </a:custGeom>
            <a:solidFill>
              <a:srgbClr val="FFC3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51;p16">
              <a:extLst>
                <a:ext uri="{FF2B5EF4-FFF2-40B4-BE49-F238E27FC236}">
                  <a16:creationId xmlns:a16="http://schemas.microsoft.com/office/drawing/2014/main" id="{BFCC700F-062D-A553-8D20-A45E472CBBE9}"/>
                </a:ext>
              </a:extLst>
            </p:cNvPr>
            <p:cNvSpPr/>
            <p:nvPr/>
          </p:nvSpPr>
          <p:spPr>
            <a:xfrm>
              <a:off x="2501193" y="2618458"/>
              <a:ext cx="1253" cy="1253"/>
            </a:xfrm>
            <a:custGeom>
              <a:avLst/>
              <a:gdLst/>
              <a:ahLst/>
              <a:cxnLst/>
              <a:rect l="l" t="t" r="r" b="b"/>
              <a:pathLst>
                <a:path w="11" h="11" extrusionOk="0">
                  <a:moveTo>
                    <a:pt x="1" y="11"/>
                  </a:moveTo>
                  <a:cubicBezTo>
                    <a:pt x="6" y="6"/>
                    <a:pt x="6" y="1"/>
                    <a:pt x="11" y="1"/>
                  </a:cubicBezTo>
                  <a:cubicBezTo>
                    <a:pt x="6" y="1"/>
                    <a:pt x="6" y="6"/>
                    <a:pt x="1" y="11"/>
                  </a:cubicBezTo>
                  <a:close/>
                </a:path>
              </a:pathLst>
            </a:custGeom>
            <a:solidFill>
              <a:srgbClr val="FFC3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52;p16">
              <a:extLst>
                <a:ext uri="{FF2B5EF4-FFF2-40B4-BE49-F238E27FC236}">
                  <a16:creationId xmlns:a16="http://schemas.microsoft.com/office/drawing/2014/main" id="{74616B0E-3C7F-7FB6-2E04-C8C7C2C16ABB}"/>
                </a:ext>
              </a:extLst>
            </p:cNvPr>
            <p:cNvSpPr/>
            <p:nvPr/>
          </p:nvSpPr>
          <p:spPr>
            <a:xfrm>
              <a:off x="2503471" y="2616750"/>
              <a:ext cx="1253" cy="683"/>
            </a:xfrm>
            <a:custGeom>
              <a:avLst/>
              <a:gdLst/>
              <a:ahLst/>
              <a:cxnLst/>
              <a:rect l="l" t="t" r="r" b="b"/>
              <a:pathLst>
                <a:path w="11" h="6" extrusionOk="0">
                  <a:moveTo>
                    <a:pt x="11" y="0"/>
                  </a:moveTo>
                  <a:cubicBezTo>
                    <a:pt x="6" y="0"/>
                    <a:pt x="6" y="6"/>
                    <a:pt x="1" y="6"/>
                  </a:cubicBezTo>
                  <a:cubicBezTo>
                    <a:pt x="6" y="6"/>
                    <a:pt x="6" y="0"/>
                    <a:pt x="11" y="0"/>
                  </a:cubicBezTo>
                  <a:close/>
                </a:path>
              </a:pathLst>
            </a:custGeom>
            <a:solidFill>
              <a:srgbClr val="FFC3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53;p16">
              <a:extLst>
                <a:ext uri="{FF2B5EF4-FFF2-40B4-BE49-F238E27FC236}">
                  <a16:creationId xmlns:a16="http://schemas.microsoft.com/office/drawing/2014/main" id="{FA824368-BF46-DB6A-351E-C8CD78EE7AFA}"/>
                </a:ext>
              </a:extLst>
            </p:cNvPr>
            <p:cNvSpPr/>
            <p:nvPr/>
          </p:nvSpPr>
          <p:spPr>
            <a:xfrm>
              <a:off x="1837786" y="1997650"/>
              <a:ext cx="647351" cy="209785"/>
            </a:xfrm>
            <a:custGeom>
              <a:avLst/>
              <a:gdLst/>
              <a:ahLst/>
              <a:cxnLst/>
              <a:rect l="l" t="t" r="r" b="b"/>
              <a:pathLst>
                <a:path w="5684" h="1842" extrusionOk="0">
                  <a:moveTo>
                    <a:pt x="2268" y="1"/>
                  </a:moveTo>
                  <a:cubicBezTo>
                    <a:pt x="1966" y="1"/>
                    <a:pt x="1663" y="107"/>
                    <a:pt x="1383" y="224"/>
                  </a:cubicBezTo>
                  <a:cubicBezTo>
                    <a:pt x="1109" y="335"/>
                    <a:pt x="826" y="432"/>
                    <a:pt x="552" y="553"/>
                  </a:cubicBezTo>
                  <a:cubicBezTo>
                    <a:pt x="390" y="629"/>
                    <a:pt x="157" y="700"/>
                    <a:pt x="71" y="883"/>
                  </a:cubicBezTo>
                  <a:cubicBezTo>
                    <a:pt x="66" y="893"/>
                    <a:pt x="61" y="908"/>
                    <a:pt x="56" y="923"/>
                  </a:cubicBezTo>
                  <a:cubicBezTo>
                    <a:pt x="0" y="1090"/>
                    <a:pt x="76" y="1273"/>
                    <a:pt x="157" y="1414"/>
                  </a:cubicBezTo>
                  <a:cubicBezTo>
                    <a:pt x="208" y="1506"/>
                    <a:pt x="350" y="1754"/>
                    <a:pt x="446" y="1774"/>
                  </a:cubicBezTo>
                  <a:cubicBezTo>
                    <a:pt x="662" y="1822"/>
                    <a:pt x="882" y="1842"/>
                    <a:pt x="1102" y="1842"/>
                  </a:cubicBezTo>
                  <a:cubicBezTo>
                    <a:pt x="1300" y="1842"/>
                    <a:pt x="1498" y="1826"/>
                    <a:pt x="1692" y="1799"/>
                  </a:cubicBezTo>
                  <a:cubicBezTo>
                    <a:pt x="1945" y="1769"/>
                    <a:pt x="2194" y="1723"/>
                    <a:pt x="2442" y="1673"/>
                  </a:cubicBezTo>
                  <a:cubicBezTo>
                    <a:pt x="2568" y="1647"/>
                    <a:pt x="2710" y="1622"/>
                    <a:pt x="2842" y="1577"/>
                  </a:cubicBezTo>
                  <a:cubicBezTo>
                    <a:pt x="2974" y="1622"/>
                    <a:pt x="3121" y="1647"/>
                    <a:pt x="3247" y="1673"/>
                  </a:cubicBezTo>
                  <a:cubicBezTo>
                    <a:pt x="3495" y="1723"/>
                    <a:pt x="3744" y="1769"/>
                    <a:pt x="3992" y="1799"/>
                  </a:cubicBezTo>
                  <a:cubicBezTo>
                    <a:pt x="4189" y="1826"/>
                    <a:pt x="4387" y="1842"/>
                    <a:pt x="4584" y="1842"/>
                  </a:cubicBezTo>
                  <a:cubicBezTo>
                    <a:pt x="4803" y="1842"/>
                    <a:pt x="5022" y="1822"/>
                    <a:pt x="5238" y="1774"/>
                  </a:cubicBezTo>
                  <a:cubicBezTo>
                    <a:pt x="5334" y="1754"/>
                    <a:pt x="5481" y="1506"/>
                    <a:pt x="5527" y="1414"/>
                  </a:cubicBezTo>
                  <a:cubicBezTo>
                    <a:pt x="5613" y="1273"/>
                    <a:pt x="5684" y="1090"/>
                    <a:pt x="5633" y="923"/>
                  </a:cubicBezTo>
                  <a:cubicBezTo>
                    <a:pt x="5628" y="908"/>
                    <a:pt x="5623" y="893"/>
                    <a:pt x="5613" y="883"/>
                  </a:cubicBezTo>
                  <a:cubicBezTo>
                    <a:pt x="5532" y="700"/>
                    <a:pt x="5299" y="629"/>
                    <a:pt x="5137" y="553"/>
                  </a:cubicBezTo>
                  <a:cubicBezTo>
                    <a:pt x="4863" y="432"/>
                    <a:pt x="4579" y="335"/>
                    <a:pt x="4301" y="224"/>
                  </a:cubicBezTo>
                  <a:cubicBezTo>
                    <a:pt x="4021" y="107"/>
                    <a:pt x="3721" y="1"/>
                    <a:pt x="3417" y="1"/>
                  </a:cubicBezTo>
                  <a:cubicBezTo>
                    <a:pt x="3352" y="1"/>
                    <a:pt x="3287" y="6"/>
                    <a:pt x="3222" y="16"/>
                  </a:cubicBezTo>
                  <a:cubicBezTo>
                    <a:pt x="3085" y="37"/>
                    <a:pt x="2958" y="92"/>
                    <a:pt x="2842" y="168"/>
                  </a:cubicBezTo>
                  <a:cubicBezTo>
                    <a:pt x="2730" y="92"/>
                    <a:pt x="2599" y="37"/>
                    <a:pt x="2462" y="16"/>
                  </a:cubicBezTo>
                  <a:cubicBezTo>
                    <a:pt x="2398" y="6"/>
                    <a:pt x="2333" y="1"/>
                    <a:pt x="2268" y="1"/>
                  </a:cubicBez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54;p16">
              <a:extLst>
                <a:ext uri="{FF2B5EF4-FFF2-40B4-BE49-F238E27FC236}">
                  <a16:creationId xmlns:a16="http://schemas.microsoft.com/office/drawing/2014/main" id="{C4AD20EC-6F10-8109-F797-D065D6E040E5}"/>
                </a:ext>
              </a:extLst>
            </p:cNvPr>
            <p:cNvSpPr/>
            <p:nvPr/>
          </p:nvSpPr>
          <p:spPr>
            <a:xfrm>
              <a:off x="2009646" y="1641747"/>
              <a:ext cx="309325" cy="406929"/>
            </a:xfrm>
            <a:custGeom>
              <a:avLst/>
              <a:gdLst/>
              <a:ahLst/>
              <a:cxnLst/>
              <a:rect l="l" t="t" r="r" b="b"/>
              <a:pathLst>
                <a:path w="2716" h="3573" extrusionOk="0">
                  <a:moveTo>
                    <a:pt x="1353" y="1"/>
                  </a:moveTo>
                  <a:cubicBezTo>
                    <a:pt x="690" y="6"/>
                    <a:pt x="1" y="325"/>
                    <a:pt x="1" y="325"/>
                  </a:cubicBezTo>
                  <a:cubicBezTo>
                    <a:pt x="6" y="376"/>
                    <a:pt x="11" y="426"/>
                    <a:pt x="11" y="472"/>
                  </a:cubicBezTo>
                  <a:cubicBezTo>
                    <a:pt x="36" y="847"/>
                    <a:pt x="61" y="1227"/>
                    <a:pt x="87" y="1601"/>
                  </a:cubicBezTo>
                  <a:cubicBezTo>
                    <a:pt x="102" y="1829"/>
                    <a:pt x="117" y="2057"/>
                    <a:pt x="132" y="2290"/>
                  </a:cubicBezTo>
                  <a:cubicBezTo>
                    <a:pt x="148" y="2533"/>
                    <a:pt x="183" y="2746"/>
                    <a:pt x="107" y="2984"/>
                  </a:cubicBezTo>
                  <a:cubicBezTo>
                    <a:pt x="87" y="3060"/>
                    <a:pt x="56" y="3141"/>
                    <a:pt x="92" y="3207"/>
                  </a:cubicBezTo>
                  <a:cubicBezTo>
                    <a:pt x="117" y="3263"/>
                    <a:pt x="173" y="3293"/>
                    <a:pt x="224" y="3319"/>
                  </a:cubicBezTo>
                  <a:cubicBezTo>
                    <a:pt x="325" y="3369"/>
                    <a:pt x="431" y="3415"/>
                    <a:pt x="538" y="3455"/>
                  </a:cubicBezTo>
                  <a:cubicBezTo>
                    <a:pt x="771" y="3541"/>
                    <a:pt x="1017" y="3573"/>
                    <a:pt x="1265" y="3573"/>
                  </a:cubicBezTo>
                  <a:cubicBezTo>
                    <a:pt x="1560" y="3573"/>
                    <a:pt x="1860" y="3528"/>
                    <a:pt x="2148" y="3476"/>
                  </a:cubicBezTo>
                  <a:cubicBezTo>
                    <a:pt x="2321" y="3445"/>
                    <a:pt x="2503" y="3400"/>
                    <a:pt x="2620" y="3263"/>
                  </a:cubicBezTo>
                  <a:cubicBezTo>
                    <a:pt x="2640" y="3243"/>
                    <a:pt x="2655" y="3217"/>
                    <a:pt x="2665" y="3187"/>
                  </a:cubicBezTo>
                  <a:cubicBezTo>
                    <a:pt x="2685" y="3121"/>
                    <a:pt x="2660" y="3050"/>
                    <a:pt x="2640" y="2984"/>
                  </a:cubicBezTo>
                  <a:cubicBezTo>
                    <a:pt x="2625" y="2929"/>
                    <a:pt x="2609" y="2868"/>
                    <a:pt x="2599" y="2807"/>
                  </a:cubicBezTo>
                  <a:cubicBezTo>
                    <a:pt x="2549" y="2539"/>
                    <a:pt x="2589" y="2255"/>
                    <a:pt x="2604" y="1981"/>
                  </a:cubicBezTo>
                  <a:cubicBezTo>
                    <a:pt x="2625" y="1723"/>
                    <a:pt x="2640" y="1465"/>
                    <a:pt x="2655" y="1206"/>
                  </a:cubicBezTo>
                  <a:lnTo>
                    <a:pt x="2716" y="325"/>
                  </a:lnTo>
                  <a:cubicBezTo>
                    <a:pt x="2716" y="325"/>
                    <a:pt x="2027" y="6"/>
                    <a:pt x="13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55;p16">
              <a:extLst>
                <a:ext uri="{FF2B5EF4-FFF2-40B4-BE49-F238E27FC236}">
                  <a16:creationId xmlns:a16="http://schemas.microsoft.com/office/drawing/2014/main" id="{98768F8F-DB58-EC00-6822-B5AF24FD5A13}"/>
                </a:ext>
              </a:extLst>
            </p:cNvPr>
            <p:cNvSpPr/>
            <p:nvPr/>
          </p:nvSpPr>
          <p:spPr>
            <a:xfrm>
              <a:off x="2127977" y="1750283"/>
              <a:ext cx="43962" cy="50795"/>
            </a:xfrm>
            <a:custGeom>
              <a:avLst/>
              <a:gdLst/>
              <a:ahLst/>
              <a:cxnLst/>
              <a:rect l="l" t="t" r="r" b="b"/>
              <a:pathLst>
                <a:path w="386" h="446" extrusionOk="0">
                  <a:moveTo>
                    <a:pt x="198" y="0"/>
                  </a:moveTo>
                  <a:lnTo>
                    <a:pt x="188" y="0"/>
                  </a:lnTo>
                  <a:lnTo>
                    <a:pt x="0" y="0"/>
                  </a:lnTo>
                  <a:lnTo>
                    <a:pt x="188" y="436"/>
                  </a:lnTo>
                  <a:lnTo>
                    <a:pt x="188" y="446"/>
                  </a:lnTo>
                  <a:lnTo>
                    <a:pt x="193" y="441"/>
                  </a:lnTo>
                  <a:lnTo>
                    <a:pt x="198" y="446"/>
                  </a:lnTo>
                  <a:lnTo>
                    <a:pt x="198" y="436"/>
                  </a:lnTo>
                  <a:lnTo>
                    <a:pt x="385" y="0"/>
                  </a:lnTo>
                  <a:close/>
                </a:path>
              </a:pathLst>
            </a:custGeom>
            <a:solidFill>
              <a:srgbClr val="0411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56;p16">
              <a:extLst>
                <a:ext uri="{FF2B5EF4-FFF2-40B4-BE49-F238E27FC236}">
                  <a16:creationId xmlns:a16="http://schemas.microsoft.com/office/drawing/2014/main" id="{FC5D8688-5C05-7617-62C1-E91860F21BAD}"/>
                </a:ext>
              </a:extLst>
            </p:cNvPr>
            <p:cNvSpPr/>
            <p:nvPr/>
          </p:nvSpPr>
          <p:spPr>
            <a:xfrm>
              <a:off x="2115222" y="1783653"/>
              <a:ext cx="64120" cy="285750"/>
            </a:xfrm>
            <a:custGeom>
              <a:avLst/>
              <a:gdLst/>
              <a:ahLst/>
              <a:cxnLst/>
              <a:rect l="l" t="t" r="r" b="b"/>
              <a:pathLst>
                <a:path w="563" h="2509" extrusionOk="0">
                  <a:moveTo>
                    <a:pt x="310" y="21"/>
                  </a:moveTo>
                  <a:lnTo>
                    <a:pt x="229" y="1"/>
                  </a:lnTo>
                  <a:lnTo>
                    <a:pt x="1" y="1946"/>
                  </a:lnTo>
                  <a:lnTo>
                    <a:pt x="305" y="2498"/>
                  </a:lnTo>
                  <a:lnTo>
                    <a:pt x="305" y="2508"/>
                  </a:lnTo>
                  <a:lnTo>
                    <a:pt x="310" y="2503"/>
                  </a:lnTo>
                  <a:lnTo>
                    <a:pt x="315" y="2508"/>
                  </a:lnTo>
                  <a:lnTo>
                    <a:pt x="315" y="2498"/>
                  </a:lnTo>
                  <a:lnTo>
                    <a:pt x="563" y="1946"/>
                  </a:lnTo>
                  <a:lnTo>
                    <a:pt x="391" y="1"/>
                  </a:lnTo>
                  <a:close/>
                </a:path>
              </a:pathLst>
            </a:custGeom>
            <a:solidFill>
              <a:srgbClr val="0411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57;p16">
              <a:extLst>
                <a:ext uri="{FF2B5EF4-FFF2-40B4-BE49-F238E27FC236}">
                  <a16:creationId xmlns:a16="http://schemas.microsoft.com/office/drawing/2014/main" id="{6AECDF07-F1F8-6E3D-4FC6-BB503E24ACFA}"/>
                </a:ext>
              </a:extLst>
            </p:cNvPr>
            <p:cNvSpPr/>
            <p:nvPr/>
          </p:nvSpPr>
          <p:spPr>
            <a:xfrm>
              <a:off x="2095633" y="1683886"/>
              <a:ext cx="108537" cy="91795"/>
            </a:xfrm>
            <a:custGeom>
              <a:avLst/>
              <a:gdLst/>
              <a:ahLst/>
              <a:cxnLst/>
              <a:rect l="l" t="t" r="r" b="b"/>
              <a:pathLst>
                <a:path w="953" h="806" extrusionOk="0">
                  <a:moveTo>
                    <a:pt x="0" y="0"/>
                  </a:moveTo>
                  <a:lnTo>
                    <a:pt x="477" y="806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FB5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58;p16">
              <a:extLst>
                <a:ext uri="{FF2B5EF4-FFF2-40B4-BE49-F238E27FC236}">
                  <a16:creationId xmlns:a16="http://schemas.microsoft.com/office/drawing/2014/main" id="{61A0CF91-A352-6548-FAD7-2E985C4ACE19}"/>
                </a:ext>
              </a:extLst>
            </p:cNvPr>
            <p:cNvSpPr/>
            <p:nvPr/>
          </p:nvSpPr>
          <p:spPr>
            <a:xfrm>
              <a:off x="2089255" y="1665436"/>
              <a:ext cx="49770" cy="91226"/>
            </a:xfrm>
            <a:custGeom>
              <a:avLst/>
              <a:gdLst/>
              <a:ahLst/>
              <a:cxnLst/>
              <a:rect l="l" t="t" r="r" b="b"/>
              <a:pathLst>
                <a:path w="437" h="801" extrusionOk="0">
                  <a:moveTo>
                    <a:pt x="244" y="704"/>
                  </a:moveTo>
                  <a:lnTo>
                    <a:pt x="436" y="801"/>
                  </a:lnTo>
                  <a:cubicBezTo>
                    <a:pt x="436" y="786"/>
                    <a:pt x="1" y="0"/>
                    <a:pt x="1" y="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2CD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59;p16">
              <a:extLst>
                <a:ext uri="{FF2B5EF4-FFF2-40B4-BE49-F238E27FC236}">
                  <a16:creationId xmlns:a16="http://schemas.microsoft.com/office/drawing/2014/main" id="{E1402A34-16A0-CEB3-2578-AF8739CDA283}"/>
                </a:ext>
              </a:extLst>
            </p:cNvPr>
            <p:cNvSpPr/>
            <p:nvPr/>
          </p:nvSpPr>
          <p:spPr>
            <a:xfrm>
              <a:off x="2074335" y="1661905"/>
              <a:ext cx="42709" cy="106943"/>
            </a:xfrm>
            <a:custGeom>
              <a:avLst/>
              <a:gdLst/>
              <a:ahLst/>
              <a:cxnLst/>
              <a:rect l="l" t="t" r="r" b="b"/>
              <a:pathLst>
                <a:path w="375" h="939" extrusionOk="0">
                  <a:moveTo>
                    <a:pt x="0" y="47"/>
                  </a:moveTo>
                  <a:lnTo>
                    <a:pt x="41" y="938"/>
                  </a:lnTo>
                  <a:lnTo>
                    <a:pt x="375" y="735"/>
                  </a:lnTo>
                  <a:lnTo>
                    <a:pt x="132" y="31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rgbClr val="E3EB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60;p16">
              <a:extLst>
                <a:ext uri="{FF2B5EF4-FFF2-40B4-BE49-F238E27FC236}">
                  <a16:creationId xmlns:a16="http://schemas.microsoft.com/office/drawing/2014/main" id="{4083FEB3-10D8-FC35-3776-34303DAE272E}"/>
                </a:ext>
              </a:extLst>
            </p:cNvPr>
            <p:cNvSpPr/>
            <p:nvPr/>
          </p:nvSpPr>
          <p:spPr>
            <a:xfrm>
              <a:off x="2160208" y="1665436"/>
              <a:ext cx="49770" cy="91226"/>
            </a:xfrm>
            <a:custGeom>
              <a:avLst/>
              <a:gdLst/>
              <a:ahLst/>
              <a:cxnLst/>
              <a:rect l="l" t="t" r="r" b="b"/>
              <a:pathLst>
                <a:path w="437" h="801" extrusionOk="0">
                  <a:moveTo>
                    <a:pt x="1" y="801"/>
                  </a:moveTo>
                  <a:lnTo>
                    <a:pt x="219" y="710"/>
                  </a:lnTo>
                  <a:lnTo>
                    <a:pt x="436" y="0"/>
                  </a:lnTo>
                  <a:cubicBezTo>
                    <a:pt x="436" y="0"/>
                    <a:pt x="1" y="786"/>
                    <a:pt x="1" y="801"/>
                  </a:cubicBezTo>
                  <a:close/>
                </a:path>
              </a:pathLst>
            </a:custGeom>
            <a:solidFill>
              <a:srgbClr val="C2CD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61;p16">
              <a:extLst>
                <a:ext uri="{FF2B5EF4-FFF2-40B4-BE49-F238E27FC236}">
                  <a16:creationId xmlns:a16="http://schemas.microsoft.com/office/drawing/2014/main" id="{D6F98839-DBAF-59AB-0E29-346B9C79030C}"/>
                </a:ext>
              </a:extLst>
            </p:cNvPr>
            <p:cNvSpPr/>
            <p:nvPr/>
          </p:nvSpPr>
          <p:spPr>
            <a:xfrm>
              <a:off x="2185036" y="1661905"/>
              <a:ext cx="39406" cy="106943"/>
            </a:xfrm>
            <a:custGeom>
              <a:avLst/>
              <a:gdLst/>
              <a:ahLst/>
              <a:cxnLst/>
              <a:rect l="l" t="t" r="r" b="b"/>
              <a:pathLst>
                <a:path w="346" h="939" extrusionOk="0">
                  <a:moveTo>
                    <a:pt x="218" y="31"/>
                  </a:moveTo>
                  <a:lnTo>
                    <a:pt x="1" y="741"/>
                  </a:lnTo>
                  <a:lnTo>
                    <a:pt x="310" y="938"/>
                  </a:lnTo>
                  <a:lnTo>
                    <a:pt x="345" y="47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rgbClr val="E3EB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62;p16">
              <a:extLst>
                <a:ext uri="{FF2B5EF4-FFF2-40B4-BE49-F238E27FC236}">
                  <a16:creationId xmlns:a16="http://schemas.microsoft.com/office/drawing/2014/main" id="{80BAD14C-3967-D28E-1A00-1C7D2D8E009D}"/>
                </a:ext>
              </a:extLst>
            </p:cNvPr>
            <p:cNvSpPr/>
            <p:nvPr/>
          </p:nvSpPr>
          <p:spPr>
            <a:xfrm>
              <a:off x="2039713" y="1499841"/>
              <a:ext cx="216960" cy="195094"/>
            </a:xfrm>
            <a:custGeom>
              <a:avLst/>
              <a:gdLst/>
              <a:ahLst/>
              <a:cxnLst/>
              <a:rect l="l" t="t" r="r" b="b"/>
              <a:pathLst>
                <a:path w="1905" h="1713" extrusionOk="0">
                  <a:moveTo>
                    <a:pt x="375" y="71"/>
                  </a:moveTo>
                  <a:cubicBezTo>
                    <a:pt x="0" y="132"/>
                    <a:pt x="56" y="629"/>
                    <a:pt x="56" y="629"/>
                  </a:cubicBezTo>
                  <a:lnTo>
                    <a:pt x="56" y="629"/>
                  </a:lnTo>
                  <a:cubicBezTo>
                    <a:pt x="96" y="1454"/>
                    <a:pt x="334" y="1713"/>
                    <a:pt x="334" y="1713"/>
                  </a:cubicBezTo>
                  <a:lnTo>
                    <a:pt x="334" y="1713"/>
                  </a:lnTo>
                  <a:lnTo>
                    <a:pt x="1575" y="1713"/>
                  </a:lnTo>
                  <a:cubicBezTo>
                    <a:pt x="1879" y="1323"/>
                    <a:pt x="1905" y="426"/>
                    <a:pt x="1905" y="426"/>
                  </a:cubicBezTo>
                  <a:lnTo>
                    <a:pt x="1905" y="426"/>
                  </a:lnTo>
                  <a:cubicBezTo>
                    <a:pt x="1798" y="87"/>
                    <a:pt x="1434" y="1"/>
                    <a:pt x="1074" y="1"/>
                  </a:cubicBezTo>
                  <a:lnTo>
                    <a:pt x="1074" y="1"/>
                  </a:lnTo>
                  <a:cubicBezTo>
                    <a:pt x="800" y="1"/>
                    <a:pt x="532" y="46"/>
                    <a:pt x="375" y="71"/>
                  </a:cubicBezTo>
                  <a:close/>
                </a:path>
              </a:pathLst>
            </a:custGeom>
            <a:solidFill>
              <a:srgbClr val="0411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63;p16">
              <a:extLst>
                <a:ext uri="{FF2B5EF4-FFF2-40B4-BE49-F238E27FC236}">
                  <a16:creationId xmlns:a16="http://schemas.microsoft.com/office/drawing/2014/main" id="{A4BD2954-0812-DC2D-66E3-7E387FE61AC1}"/>
                </a:ext>
              </a:extLst>
            </p:cNvPr>
            <p:cNvSpPr/>
            <p:nvPr/>
          </p:nvSpPr>
          <p:spPr>
            <a:xfrm>
              <a:off x="2060441" y="1540272"/>
              <a:ext cx="180630" cy="190424"/>
            </a:xfrm>
            <a:custGeom>
              <a:avLst/>
              <a:gdLst/>
              <a:ahLst/>
              <a:cxnLst/>
              <a:rect l="l" t="t" r="r" b="b"/>
              <a:pathLst>
                <a:path w="1586" h="1672" extrusionOk="0">
                  <a:moveTo>
                    <a:pt x="0" y="162"/>
                  </a:moveTo>
                  <a:cubicBezTo>
                    <a:pt x="0" y="162"/>
                    <a:pt x="76" y="1297"/>
                    <a:pt x="264" y="1474"/>
                  </a:cubicBezTo>
                  <a:lnTo>
                    <a:pt x="264" y="1474"/>
                  </a:lnTo>
                  <a:cubicBezTo>
                    <a:pt x="315" y="1525"/>
                    <a:pt x="710" y="1667"/>
                    <a:pt x="791" y="1672"/>
                  </a:cubicBezTo>
                  <a:lnTo>
                    <a:pt x="791" y="1672"/>
                  </a:lnTo>
                  <a:cubicBezTo>
                    <a:pt x="877" y="1667"/>
                    <a:pt x="1272" y="1525"/>
                    <a:pt x="1323" y="1474"/>
                  </a:cubicBezTo>
                  <a:lnTo>
                    <a:pt x="1323" y="1474"/>
                  </a:lnTo>
                  <a:cubicBezTo>
                    <a:pt x="1510" y="1297"/>
                    <a:pt x="1586" y="162"/>
                    <a:pt x="1586" y="162"/>
                  </a:cubicBezTo>
                  <a:lnTo>
                    <a:pt x="1586" y="162"/>
                  </a:lnTo>
                  <a:lnTo>
                    <a:pt x="791" y="0"/>
                  </a:lnTo>
                  <a:close/>
                </a:path>
              </a:pathLst>
            </a:custGeom>
            <a:solidFill>
              <a:srgbClr val="FAC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64;p16">
              <a:extLst>
                <a:ext uri="{FF2B5EF4-FFF2-40B4-BE49-F238E27FC236}">
                  <a16:creationId xmlns:a16="http://schemas.microsoft.com/office/drawing/2014/main" id="{01770268-71B6-A7B0-D27E-D3FE93D81750}"/>
                </a:ext>
              </a:extLst>
            </p:cNvPr>
            <p:cNvSpPr/>
            <p:nvPr/>
          </p:nvSpPr>
          <p:spPr>
            <a:xfrm>
              <a:off x="2221367" y="1547675"/>
              <a:ext cx="23234" cy="84962"/>
            </a:xfrm>
            <a:custGeom>
              <a:avLst/>
              <a:gdLst/>
              <a:ahLst/>
              <a:cxnLst/>
              <a:rect l="l" t="t" r="r" b="b"/>
              <a:pathLst>
                <a:path w="204" h="746" extrusionOk="0">
                  <a:moveTo>
                    <a:pt x="1" y="31"/>
                  </a:moveTo>
                  <a:lnTo>
                    <a:pt x="87" y="746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0411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65;p16">
              <a:extLst>
                <a:ext uri="{FF2B5EF4-FFF2-40B4-BE49-F238E27FC236}">
                  <a16:creationId xmlns:a16="http://schemas.microsoft.com/office/drawing/2014/main" id="{6147B564-8302-8AC1-416C-70E1011711EA}"/>
                </a:ext>
              </a:extLst>
            </p:cNvPr>
            <p:cNvSpPr/>
            <p:nvPr/>
          </p:nvSpPr>
          <p:spPr>
            <a:xfrm>
              <a:off x="2226606" y="1580589"/>
              <a:ext cx="46809" cy="78015"/>
            </a:xfrm>
            <a:custGeom>
              <a:avLst/>
              <a:gdLst/>
              <a:ahLst/>
              <a:cxnLst/>
              <a:rect l="l" t="t" r="r" b="b"/>
              <a:pathLst>
                <a:path w="411" h="685" extrusionOk="0">
                  <a:moveTo>
                    <a:pt x="102" y="67"/>
                  </a:moveTo>
                  <a:lnTo>
                    <a:pt x="0" y="685"/>
                  </a:lnTo>
                  <a:cubicBezTo>
                    <a:pt x="289" y="619"/>
                    <a:pt x="411" y="274"/>
                    <a:pt x="335" y="92"/>
                  </a:cubicBezTo>
                  <a:lnTo>
                    <a:pt x="335" y="92"/>
                  </a:lnTo>
                  <a:cubicBezTo>
                    <a:pt x="309" y="31"/>
                    <a:pt x="259" y="1"/>
                    <a:pt x="213" y="1"/>
                  </a:cubicBezTo>
                  <a:lnTo>
                    <a:pt x="213" y="1"/>
                  </a:lnTo>
                  <a:cubicBezTo>
                    <a:pt x="167" y="1"/>
                    <a:pt x="122" y="26"/>
                    <a:pt x="102" y="67"/>
                  </a:cubicBezTo>
                </a:path>
              </a:pathLst>
            </a:custGeom>
            <a:solidFill>
              <a:srgbClr val="FAC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66;p16">
              <a:extLst>
                <a:ext uri="{FF2B5EF4-FFF2-40B4-BE49-F238E27FC236}">
                  <a16:creationId xmlns:a16="http://schemas.microsoft.com/office/drawing/2014/main" id="{B726E2B6-03CE-9EB0-02DF-1ED7BA6256EA}"/>
                </a:ext>
              </a:extLst>
            </p:cNvPr>
            <p:cNvSpPr/>
            <p:nvPr/>
          </p:nvSpPr>
          <p:spPr>
            <a:xfrm>
              <a:off x="2091532" y="1531047"/>
              <a:ext cx="133479" cy="63665"/>
            </a:xfrm>
            <a:custGeom>
              <a:avLst/>
              <a:gdLst/>
              <a:ahLst/>
              <a:cxnLst/>
              <a:rect l="l" t="t" r="r" b="b"/>
              <a:pathLst>
                <a:path w="1172" h="559" extrusionOk="0">
                  <a:moveTo>
                    <a:pt x="320" y="0"/>
                  </a:moveTo>
                  <a:lnTo>
                    <a:pt x="1" y="162"/>
                  </a:lnTo>
                  <a:cubicBezTo>
                    <a:pt x="1" y="162"/>
                    <a:pt x="296" y="558"/>
                    <a:pt x="897" y="558"/>
                  </a:cubicBezTo>
                  <a:cubicBezTo>
                    <a:pt x="982" y="558"/>
                    <a:pt x="1073" y="550"/>
                    <a:pt x="1171" y="532"/>
                  </a:cubicBezTo>
                  <a:cubicBezTo>
                    <a:pt x="1171" y="532"/>
                    <a:pt x="502" y="426"/>
                    <a:pt x="320" y="0"/>
                  </a:cubicBezTo>
                  <a:close/>
                </a:path>
              </a:pathLst>
            </a:custGeom>
            <a:solidFill>
              <a:srgbClr val="0A11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67;p16">
              <a:extLst>
                <a:ext uri="{FF2B5EF4-FFF2-40B4-BE49-F238E27FC236}">
                  <a16:creationId xmlns:a16="http://schemas.microsoft.com/office/drawing/2014/main" id="{56D94B6F-9F7C-4A93-2EBC-A67FF27D495E}"/>
                </a:ext>
              </a:extLst>
            </p:cNvPr>
            <p:cNvSpPr/>
            <p:nvPr/>
          </p:nvSpPr>
          <p:spPr>
            <a:xfrm>
              <a:off x="2035043" y="1439253"/>
              <a:ext cx="259783" cy="183021"/>
            </a:xfrm>
            <a:custGeom>
              <a:avLst/>
              <a:gdLst/>
              <a:ahLst/>
              <a:cxnLst/>
              <a:rect l="l" t="t" r="r" b="b"/>
              <a:pathLst>
                <a:path w="2281" h="1607" extrusionOk="0">
                  <a:moveTo>
                    <a:pt x="1238" y="0"/>
                  </a:moveTo>
                  <a:cubicBezTo>
                    <a:pt x="1229" y="0"/>
                    <a:pt x="1220" y="0"/>
                    <a:pt x="1211" y="1"/>
                  </a:cubicBezTo>
                  <a:cubicBezTo>
                    <a:pt x="1095" y="6"/>
                    <a:pt x="978" y="36"/>
                    <a:pt x="872" y="92"/>
                  </a:cubicBezTo>
                  <a:cubicBezTo>
                    <a:pt x="755" y="148"/>
                    <a:pt x="679" y="249"/>
                    <a:pt x="588" y="340"/>
                  </a:cubicBezTo>
                  <a:cubicBezTo>
                    <a:pt x="588" y="340"/>
                    <a:pt x="526" y="320"/>
                    <a:pt x="444" y="320"/>
                  </a:cubicBezTo>
                  <a:cubicBezTo>
                    <a:pt x="356" y="320"/>
                    <a:pt x="246" y="343"/>
                    <a:pt x="163" y="436"/>
                  </a:cubicBezTo>
                  <a:cubicBezTo>
                    <a:pt x="1" y="624"/>
                    <a:pt x="117" y="1227"/>
                    <a:pt x="117" y="1227"/>
                  </a:cubicBezTo>
                  <a:lnTo>
                    <a:pt x="330" y="1606"/>
                  </a:lnTo>
                  <a:lnTo>
                    <a:pt x="588" y="963"/>
                  </a:lnTo>
                  <a:cubicBezTo>
                    <a:pt x="588" y="963"/>
                    <a:pt x="1032" y="1245"/>
                    <a:pt x="1485" y="1245"/>
                  </a:cubicBezTo>
                  <a:cubicBezTo>
                    <a:pt x="1712" y="1245"/>
                    <a:pt x="1941" y="1174"/>
                    <a:pt x="2118" y="963"/>
                  </a:cubicBezTo>
                  <a:lnTo>
                    <a:pt x="2280" y="705"/>
                  </a:lnTo>
                  <a:lnTo>
                    <a:pt x="2280" y="705"/>
                  </a:lnTo>
                  <a:cubicBezTo>
                    <a:pt x="2280" y="705"/>
                    <a:pt x="2208" y="721"/>
                    <a:pt x="2130" y="721"/>
                  </a:cubicBezTo>
                  <a:cubicBezTo>
                    <a:pt x="2058" y="721"/>
                    <a:pt x="1980" y="707"/>
                    <a:pt x="1946" y="654"/>
                  </a:cubicBezTo>
                  <a:cubicBezTo>
                    <a:pt x="1814" y="462"/>
                    <a:pt x="1763" y="249"/>
                    <a:pt x="1571" y="102"/>
                  </a:cubicBezTo>
                  <a:cubicBezTo>
                    <a:pt x="1472" y="31"/>
                    <a:pt x="1356" y="0"/>
                    <a:pt x="1238" y="0"/>
                  </a:cubicBezTo>
                  <a:close/>
                </a:path>
              </a:pathLst>
            </a:custGeom>
            <a:solidFill>
              <a:srgbClr val="0A11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68;p16">
              <a:extLst>
                <a:ext uri="{FF2B5EF4-FFF2-40B4-BE49-F238E27FC236}">
                  <a16:creationId xmlns:a16="http://schemas.microsoft.com/office/drawing/2014/main" id="{19189469-52C1-8FAC-1862-3C3349C8A5AE}"/>
                </a:ext>
              </a:extLst>
            </p:cNvPr>
            <p:cNvSpPr/>
            <p:nvPr/>
          </p:nvSpPr>
          <p:spPr>
            <a:xfrm>
              <a:off x="2028096" y="1580019"/>
              <a:ext cx="46353" cy="78015"/>
            </a:xfrm>
            <a:custGeom>
              <a:avLst/>
              <a:gdLst/>
              <a:ahLst/>
              <a:cxnLst/>
              <a:rect l="l" t="t" r="r" b="b"/>
              <a:pathLst>
                <a:path w="407" h="685" extrusionOk="0">
                  <a:moveTo>
                    <a:pt x="77" y="92"/>
                  </a:moveTo>
                  <a:cubicBezTo>
                    <a:pt x="1" y="274"/>
                    <a:pt x="122" y="619"/>
                    <a:pt x="406" y="685"/>
                  </a:cubicBezTo>
                  <a:lnTo>
                    <a:pt x="406" y="685"/>
                  </a:lnTo>
                  <a:lnTo>
                    <a:pt x="310" y="67"/>
                  </a:lnTo>
                  <a:cubicBezTo>
                    <a:pt x="290" y="26"/>
                    <a:pt x="244" y="1"/>
                    <a:pt x="198" y="1"/>
                  </a:cubicBezTo>
                  <a:lnTo>
                    <a:pt x="198" y="1"/>
                  </a:lnTo>
                  <a:cubicBezTo>
                    <a:pt x="153" y="1"/>
                    <a:pt x="102" y="26"/>
                    <a:pt x="77" y="92"/>
                  </a:cubicBezTo>
                </a:path>
              </a:pathLst>
            </a:custGeom>
            <a:solidFill>
              <a:srgbClr val="FAC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69;p16">
              <a:extLst>
                <a:ext uri="{FF2B5EF4-FFF2-40B4-BE49-F238E27FC236}">
                  <a16:creationId xmlns:a16="http://schemas.microsoft.com/office/drawing/2014/main" id="{849C218F-D9F2-00F8-5FF0-22E45B4BD727}"/>
                </a:ext>
              </a:extLst>
            </p:cNvPr>
            <p:cNvSpPr/>
            <p:nvPr/>
          </p:nvSpPr>
          <p:spPr>
            <a:xfrm>
              <a:off x="2354048" y="2456964"/>
              <a:ext cx="218783" cy="225047"/>
            </a:xfrm>
            <a:custGeom>
              <a:avLst/>
              <a:gdLst/>
              <a:ahLst/>
              <a:cxnLst/>
              <a:rect l="l" t="t" r="r" b="b"/>
              <a:pathLst>
                <a:path w="1921" h="1976" extrusionOk="0">
                  <a:moveTo>
                    <a:pt x="214" y="760"/>
                  </a:moveTo>
                  <a:cubicBezTo>
                    <a:pt x="188" y="796"/>
                    <a:pt x="153" y="836"/>
                    <a:pt x="133" y="877"/>
                  </a:cubicBezTo>
                  <a:lnTo>
                    <a:pt x="133" y="877"/>
                  </a:lnTo>
                  <a:cubicBezTo>
                    <a:pt x="133" y="882"/>
                    <a:pt x="133" y="887"/>
                    <a:pt x="127" y="892"/>
                  </a:cubicBezTo>
                  <a:lnTo>
                    <a:pt x="127" y="892"/>
                  </a:lnTo>
                  <a:cubicBezTo>
                    <a:pt x="133" y="892"/>
                    <a:pt x="133" y="892"/>
                    <a:pt x="138" y="892"/>
                  </a:cubicBezTo>
                  <a:lnTo>
                    <a:pt x="138" y="892"/>
                  </a:lnTo>
                  <a:cubicBezTo>
                    <a:pt x="133" y="892"/>
                    <a:pt x="133" y="892"/>
                    <a:pt x="127" y="897"/>
                  </a:cubicBezTo>
                  <a:lnTo>
                    <a:pt x="127" y="897"/>
                  </a:lnTo>
                  <a:cubicBezTo>
                    <a:pt x="62" y="922"/>
                    <a:pt x="21" y="1135"/>
                    <a:pt x="11" y="1201"/>
                  </a:cubicBezTo>
                  <a:lnTo>
                    <a:pt x="11" y="1201"/>
                  </a:lnTo>
                  <a:cubicBezTo>
                    <a:pt x="1" y="1236"/>
                    <a:pt x="1" y="1277"/>
                    <a:pt x="11" y="1312"/>
                  </a:cubicBezTo>
                  <a:lnTo>
                    <a:pt x="11" y="1312"/>
                  </a:lnTo>
                  <a:cubicBezTo>
                    <a:pt x="31" y="1363"/>
                    <a:pt x="82" y="1398"/>
                    <a:pt x="133" y="1429"/>
                  </a:cubicBezTo>
                  <a:lnTo>
                    <a:pt x="133" y="1429"/>
                  </a:lnTo>
                  <a:cubicBezTo>
                    <a:pt x="229" y="1479"/>
                    <a:pt x="340" y="1515"/>
                    <a:pt x="442" y="1561"/>
                  </a:cubicBezTo>
                  <a:lnTo>
                    <a:pt x="442" y="1561"/>
                  </a:lnTo>
                  <a:cubicBezTo>
                    <a:pt x="634" y="1652"/>
                    <a:pt x="821" y="1773"/>
                    <a:pt x="1019" y="1844"/>
                  </a:cubicBezTo>
                  <a:lnTo>
                    <a:pt x="1019" y="1844"/>
                  </a:lnTo>
                  <a:cubicBezTo>
                    <a:pt x="1242" y="1925"/>
                    <a:pt x="1475" y="1930"/>
                    <a:pt x="1708" y="1966"/>
                  </a:cubicBezTo>
                  <a:lnTo>
                    <a:pt x="1708" y="1966"/>
                  </a:lnTo>
                  <a:cubicBezTo>
                    <a:pt x="1769" y="1976"/>
                    <a:pt x="1865" y="1971"/>
                    <a:pt x="1895" y="1900"/>
                  </a:cubicBezTo>
                  <a:lnTo>
                    <a:pt x="1895" y="1900"/>
                  </a:lnTo>
                  <a:cubicBezTo>
                    <a:pt x="1921" y="1829"/>
                    <a:pt x="1865" y="1718"/>
                    <a:pt x="1824" y="1662"/>
                  </a:cubicBezTo>
                  <a:lnTo>
                    <a:pt x="1824" y="1662"/>
                  </a:lnTo>
                  <a:cubicBezTo>
                    <a:pt x="1824" y="1662"/>
                    <a:pt x="1824" y="1657"/>
                    <a:pt x="1819" y="1657"/>
                  </a:cubicBezTo>
                  <a:lnTo>
                    <a:pt x="1819" y="1657"/>
                  </a:lnTo>
                  <a:cubicBezTo>
                    <a:pt x="1804" y="1631"/>
                    <a:pt x="1784" y="1611"/>
                    <a:pt x="1759" y="1596"/>
                  </a:cubicBezTo>
                  <a:lnTo>
                    <a:pt x="1759" y="1596"/>
                  </a:lnTo>
                  <a:cubicBezTo>
                    <a:pt x="1769" y="1601"/>
                    <a:pt x="1779" y="1606"/>
                    <a:pt x="1784" y="1611"/>
                  </a:cubicBezTo>
                  <a:lnTo>
                    <a:pt x="1784" y="1611"/>
                  </a:lnTo>
                  <a:cubicBezTo>
                    <a:pt x="1779" y="1606"/>
                    <a:pt x="1769" y="1601"/>
                    <a:pt x="1759" y="1596"/>
                  </a:cubicBezTo>
                  <a:lnTo>
                    <a:pt x="1759" y="1596"/>
                  </a:lnTo>
                  <a:cubicBezTo>
                    <a:pt x="1713" y="1555"/>
                    <a:pt x="1657" y="1525"/>
                    <a:pt x="1602" y="1495"/>
                  </a:cubicBezTo>
                  <a:lnTo>
                    <a:pt x="1602" y="1495"/>
                  </a:lnTo>
                  <a:cubicBezTo>
                    <a:pt x="1581" y="1490"/>
                    <a:pt x="1566" y="1479"/>
                    <a:pt x="1546" y="1469"/>
                  </a:cubicBezTo>
                  <a:lnTo>
                    <a:pt x="1546" y="1469"/>
                  </a:lnTo>
                  <a:cubicBezTo>
                    <a:pt x="1465" y="1424"/>
                    <a:pt x="1394" y="1383"/>
                    <a:pt x="1369" y="1368"/>
                  </a:cubicBezTo>
                  <a:lnTo>
                    <a:pt x="1369" y="1368"/>
                  </a:lnTo>
                  <a:cubicBezTo>
                    <a:pt x="1369" y="1368"/>
                    <a:pt x="1363" y="1363"/>
                    <a:pt x="1363" y="1363"/>
                  </a:cubicBezTo>
                  <a:lnTo>
                    <a:pt x="1363" y="1363"/>
                  </a:lnTo>
                  <a:lnTo>
                    <a:pt x="1363" y="1363"/>
                  </a:lnTo>
                  <a:cubicBezTo>
                    <a:pt x="1328" y="1327"/>
                    <a:pt x="740" y="684"/>
                    <a:pt x="710" y="634"/>
                  </a:cubicBezTo>
                  <a:lnTo>
                    <a:pt x="710" y="634"/>
                  </a:lnTo>
                  <a:cubicBezTo>
                    <a:pt x="659" y="390"/>
                    <a:pt x="700" y="41"/>
                    <a:pt x="700" y="41"/>
                  </a:cubicBezTo>
                  <a:lnTo>
                    <a:pt x="700" y="41"/>
                  </a:lnTo>
                  <a:lnTo>
                    <a:pt x="214" y="0"/>
                  </a:lnTo>
                  <a:cubicBezTo>
                    <a:pt x="214" y="0"/>
                    <a:pt x="284" y="436"/>
                    <a:pt x="214" y="760"/>
                  </a:cubicBezTo>
                </a:path>
              </a:pathLst>
            </a:custGeom>
            <a:solidFill>
              <a:srgbClr val="FFB5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70;p16">
              <a:extLst>
                <a:ext uri="{FF2B5EF4-FFF2-40B4-BE49-F238E27FC236}">
                  <a16:creationId xmlns:a16="http://schemas.microsoft.com/office/drawing/2014/main" id="{08D56943-ED4B-BE2E-711F-8486DF8C1EF2}"/>
                </a:ext>
              </a:extLst>
            </p:cNvPr>
            <p:cNvSpPr/>
            <p:nvPr/>
          </p:nvSpPr>
          <p:spPr>
            <a:xfrm>
              <a:off x="2354617" y="2547505"/>
              <a:ext cx="215935" cy="133935"/>
            </a:xfrm>
            <a:custGeom>
              <a:avLst/>
              <a:gdLst/>
              <a:ahLst/>
              <a:cxnLst/>
              <a:rect l="l" t="t" r="r" b="b"/>
              <a:pathLst>
                <a:path w="1896" h="1176" extrusionOk="0">
                  <a:moveTo>
                    <a:pt x="153" y="46"/>
                  </a:moveTo>
                  <a:cubicBezTo>
                    <a:pt x="128" y="82"/>
                    <a:pt x="97" y="112"/>
                    <a:pt x="77" y="148"/>
                  </a:cubicBezTo>
                  <a:lnTo>
                    <a:pt x="77" y="148"/>
                  </a:lnTo>
                  <a:cubicBezTo>
                    <a:pt x="77" y="158"/>
                    <a:pt x="72" y="163"/>
                    <a:pt x="67" y="168"/>
                  </a:cubicBezTo>
                  <a:lnTo>
                    <a:pt x="67" y="168"/>
                  </a:lnTo>
                  <a:cubicBezTo>
                    <a:pt x="62" y="183"/>
                    <a:pt x="57" y="193"/>
                    <a:pt x="52" y="208"/>
                  </a:cubicBezTo>
                  <a:lnTo>
                    <a:pt x="52" y="208"/>
                  </a:lnTo>
                  <a:cubicBezTo>
                    <a:pt x="46" y="218"/>
                    <a:pt x="46" y="229"/>
                    <a:pt x="41" y="244"/>
                  </a:cubicBezTo>
                  <a:lnTo>
                    <a:pt x="41" y="244"/>
                  </a:lnTo>
                  <a:cubicBezTo>
                    <a:pt x="36" y="254"/>
                    <a:pt x="31" y="269"/>
                    <a:pt x="26" y="284"/>
                  </a:cubicBezTo>
                  <a:lnTo>
                    <a:pt x="26" y="284"/>
                  </a:lnTo>
                  <a:cubicBezTo>
                    <a:pt x="26" y="294"/>
                    <a:pt x="26" y="299"/>
                    <a:pt x="21" y="310"/>
                  </a:cubicBezTo>
                  <a:lnTo>
                    <a:pt x="21" y="310"/>
                  </a:lnTo>
                  <a:cubicBezTo>
                    <a:pt x="11" y="350"/>
                    <a:pt x="6" y="386"/>
                    <a:pt x="6" y="406"/>
                  </a:cubicBezTo>
                  <a:lnTo>
                    <a:pt x="6" y="406"/>
                  </a:lnTo>
                  <a:cubicBezTo>
                    <a:pt x="1" y="421"/>
                    <a:pt x="1" y="441"/>
                    <a:pt x="1" y="462"/>
                  </a:cubicBezTo>
                  <a:lnTo>
                    <a:pt x="1" y="462"/>
                  </a:lnTo>
                  <a:cubicBezTo>
                    <a:pt x="1" y="467"/>
                    <a:pt x="1" y="472"/>
                    <a:pt x="1" y="477"/>
                  </a:cubicBezTo>
                  <a:lnTo>
                    <a:pt x="1" y="477"/>
                  </a:lnTo>
                  <a:cubicBezTo>
                    <a:pt x="1" y="487"/>
                    <a:pt x="1" y="502"/>
                    <a:pt x="6" y="517"/>
                  </a:cubicBezTo>
                  <a:lnTo>
                    <a:pt x="6" y="517"/>
                  </a:lnTo>
                  <a:cubicBezTo>
                    <a:pt x="11" y="527"/>
                    <a:pt x="16" y="543"/>
                    <a:pt x="26" y="553"/>
                  </a:cubicBezTo>
                  <a:lnTo>
                    <a:pt x="26" y="553"/>
                  </a:lnTo>
                  <a:cubicBezTo>
                    <a:pt x="31" y="558"/>
                    <a:pt x="36" y="563"/>
                    <a:pt x="41" y="568"/>
                  </a:cubicBezTo>
                  <a:lnTo>
                    <a:pt x="41" y="568"/>
                  </a:lnTo>
                  <a:cubicBezTo>
                    <a:pt x="62" y="593"/>
                    <a:pt x="97" y="614"/>
                    <a:pt x="128" y="634"/>
                  </a:cubicBezTo>
                  <a:lnTo>
                    <a:pt x="128" y="634"/>
                  </a:lnTo>
                  <a:cubicBezTo>
                    <a:pt x="178" y="659"/>
                    <a:pt x="229" y="679"/>
                    <a:pt x="279" y="700"/>
                  </a:cubicBezTo>
                  <a:lnTo>
                    <a:pt x="279" y="700"/>
                  </a:lnTo>
                  <a:cubicBezTo>
                    <a:pt x="305" y="710"/>
                    <a:pt x="335" y="720"/>
                    <a:pt x="361" y="735"/>
                  </a:cubicBezTo>
                  <a:lnTo>
                    <a:pt x="361" y="735"/>
                  </a:lnTo>
                  <a:cubicBezTo>
                    <a:pt x="386" y="745"/>
                    <a:pt x="411" y="755"/>
                    <a:pt x="437" y="766"/>
                  </a:cubicBezTo>
                  <a:lnTo>
                    <a:pt x="437" y="766"/>
                  </a:lnTo>
                  <a:cubicBezTo>
                    <a:pt x="523" y="806"/>
                    <a:pt x="604" y="852"/>
                    <a:pt x="685" y="897"/>
                  </a:cubicBezTo>
                  <a:lnTo>
                    <a:pt x="685" y="897"/>
                  </a:lnTo>
                  <a:cubicBezTo>
                    <a:pt x="746" y="928"/>
                    <a:pt x="806" y="958"/>
                    <a:pt x="867" y="988"/>
                  </a:cubicBezTo>
                  <a:lnTo>
                    <a:pt x="867" y="988"/>
                  </a:lnTo>
                  <a:cubicBezTo>
                    <a:pt x="913" y="1009"/>
                    <a:pt x="963" y="1034"/>
                    <a:pt x="1014" y="1049"/>
                  </a:cubicBezTo>
                  <a:lnTo>
                    <a:pt x="1014" y="1049"/>
                  </a:lnTo>
                  <a:cubicBezTo>
                    <a:pt x="1029" y="1054"/>
                    <a:pt x="1039" y="1059"/>
                    <a:pt x="1055" y="1064"/>
                  </a:cubicBezTo>
                  <a:lnTo>
                    <a:pt x="1055" y="1064"/>
                  </a:lnTo>
                  <a:cubicBezTo>
                    <a:pt x="1070" y="1069"/>
                    <a:pt x="1085" y="1075"/>
                    <a:pt x="1100" y="1080"/>
                  </a:cubicBezTo>
                  <a:lnTo>
                    <a:pt x="1100" y="1080"/>
                  </a:lnTo>
                  <a:cubicBezTo>
                    <a:pt x="1125" y="1085"/>
                    <a:pt x="1151" y="1090"/>
                    <a:pt x="1181" y="1100"/>
                  </a:cubicBezTo>
                  <a:lnTo>
                    <a:pt x="1181" y="1100"/>
                  </a:lnTo>
                  <a:cubicBezTo>
                    <a:pt x="1196" y="1100"/>
                    <a:pt x="1212" y="1105"/>
                    <a:pt x="1227" y="1105"/>
                  </a:cubicBezTo>
                  <a:lnTo>
                    <a:pt x="1227" y="1105"/>
                  </a:lnTo>
                  <a:cubicBezTo>
                    <a:pt x="1267" y="1115"/>
                    <a:pt x="1313" y="1120"/>
                    <a:pt x="1353" y="1125"/>
                  </a:cubicBezTo>
                  <a:lnTo>
                    <a:pt x="1353" y="1125"/>
                  </a:lnTo>
                  <a:cubicBezTo>
                    <a:pt x="1470" y="1140"/>
                    <a:pt x="1586" y="1150"/>
                    <a:pt x="1703" y="1171"/>
                  </a:cubicBezTo>
                  <a:lnTo>
                    <a:pt x="1703" y="1171"/>
                  </a:lnTo>
                  <a:cubicBezTo>
                    <a:pt x="1718" y="1171"/>
                    <a:pt x="1743" y="1176"/>
                    <a:pt x="1764" y="1171"/>
                  </a:cubicBezTo>
                  <a:lnTo>
                    <a:pt x="1764" y="1171"/>
                  </a:lnTo>
                  <a:cubicBezTo>
                    <a:pt x="1814" y="1171"/>
                    <a:pt x="1865" y="1156"/>
                    <a:pt x="1890" y="1105"/>
                  </a:cubicBezTo>
                  <a:lnTo>
                    <a:pt x="1890" y="1105"/>
                  </a:lnTo>
                  <a:cubicBezTo>
                    <a:pt x="1890" y="1095"/>
                    <a:pt x="1895" y="1090"/>
                    <a:pt x="1895" y="1080"/>
                  </a:cubicBezTo>
                  <a:lnTo>
                    <a:pt x="1895" y="1080"/>
                  </a:lnTo>
                  <a:lnTo>
                    <a:pt x="1895" y="1075"/>
                  </a:lnTo>
                  <a:lnTo>
                    <a:pt x="1895" y="1075"/>
                  </a:lnTo>
                  <a:cubicBezTo>
                    <a:pt x="1895" y="1069"/>
                    <a:pt x="1895" y="1059"/>
                    <a:pt x="1895" y="1049"/>
                  </a:cubicBezTo>
                  <a:lnTo>
                    <a:pt x="1895" y="1049"/>
                  </a:lnTo>
                  <a:cubicBezTo>
                    <a:pt x="1895" y="1034"/>
                    <a:pt x="1895" y="1024"/>
                    <a:pt x="1890" y="1014"/>
                  </a:cubicBezTo>
                  <a:lnTo>
                    <a:pt x="1890" y="1014"/>
                  </a:lnTo>
                  <a:cubicBezTo>
                    <a:pt x="1890" y="1004"/>
                    <a:pt x="1885" y="993"/>
                    <a:pt x="1880" y="978"/>
                  </a:cubicBezTo>
                  <a:lnTo>
                    <a:pt x="1880" y="978"/>
                  </a:lnTo>
                  <a:cubicBezTo>
                    <a:pt x="1880" y="973"/>
                    <a:pt x="1875" y="968"/>
                    <a:pt x="1875" y="963"/>
                  </a:cubicBezTo>
                  <a:lnTo>
                    <a:pt x="1875" y="963"/>
                  </a:lnTo>
                  <a:cubicBezTo>
                    <a:pt x="1865" y="938"/>
                    <a:pt x="1855" y="917"/>
                    <a:pt x="1840" y="897"/>
                  </a:cubicBezTo>
                  <a:lnTo>
                    <a:pt x="1840" y="897"/>
                  </a:lnTo>
                  <a:cubicBezTo>
                    <a:pt x="1835" y="892"/>
                    <a:pt x="1835" y="882"/>
                    <a:pt x="1830" y="877"/>
                  </a:cubicBezTo>
                  <a:lnTo>
                    <a:pt x="1830" y="877"/>
                  </a:lnTo>
                  <a:cubicBezTo>
                    <a:pt x="1830" y="877"/>
                    <a:pt x="1830" y="877"/>
                    <a:pt x="1830" y="877"/>
                  </a:cubicBezTo>
                  <a:lnTo>
                    <a:pt x="1830" y="877"/>
                  </a:lnTo>
                  <a:cubicBezTo>
                    <a:pt x="1825" y="872"/>
                    <a:pt x="1825" y="872"/>
                    <a:pt x="1819" y="867"/>
                  </a:cubicBezTo>
                  <a:lnTo>
                    <a:pt x="1819" y="867"/>
                  </a:lnTo>
                  <a:cubicBezTo>
                    <a:pt x="1819" y="867"/>
                    <a:pt x="1819" y="862"/>
                    <a:pt x="1814" y="862"/>
                  </a:cubicBezTo>
                  <a:lnTo>
                    <a:pt x="1814" y="862"/>
                  </a:lnTo>
                  <a:cubicBezTo>
                    <a:pt x="1809" y="852"/>
                    <a:pt x="1804" y="847"/>
                    <a:pt x="1799" y="841"/>
                  </a:cubicBezTo>
                  <a:lnTo>
                    <a:pt x="1799" y="841"/>
                  </a:lnTo>
                  <a:cubicBezTo>
                    <a:pt x="1794" y="836"/>
                    <a:pt x="1794" y="831"/>
                    <a:pt x="1789" y="831"/>
                  </a:cubicBezTo>
                  <a:lnTo>
                    <a:pt x="1789" y="831"/>
                  </a:lnTo>
                  <a:cubicBezTo>
                    <a:pt x="1784" y="826"/>
                    <a:pt x="1784" y="826"/>
                    <a:pt x="1779" y="821"/>
                  </a:cubicBezTo>
                  <a:lnTo>
                    <a:pt x="1779" y="821"/>
                  </a:lnTo>
                  <a:cubicBezTo>
                    <a:pt x="1769" y="811"/>
                    <a:pt x="1764" y="806"/>
                    <a:pt x="1754" y="801"/>
                  </a:cubicBezTo>
                  <a:lnTo>
                    <a:pt x="1754" y="801"/>
                  </a:lnTo>
                  <a:cubicBezTo>
                    <a:pt x="1764" y="806"/>
                    <a:pt x="1774" y="811"/>
                    <a:pt x="1779" y="816"/>
                  </a:cubicBezTo>
                  <a:lnTo>
                    <a:pt x="1779" y="816"/>
                  </a:lnTo>
                  <a:cubicBezTo>
                    <a:pt x="1774" y="811"/>
                    <a:pt x="1764" y="806"/>
                    <a:pt x="1754" y="801"/>
                  </a:cubicBezTo>
                  <a:lnTo>
                    <a:pt x="1754" y="801"/>
                  </a:lnTo>
                  <a:cubicBezTo>
                    <a:pt x="1728" y="781"/>
                    <a:pt x="1703" y="760"/>
                    <a:pt x="1678" y="745"/>
                  </a:cubicBezTo>
                  <a:lnTo>
                    <a:pt x="1678" y="745"/>
                  </a:lnTo>
                  <a:cubicBezTo>
                    <a:pt x="1662" y="740"/>
                    <a:pt x="1652" y="730"/>
                    <a:pt x="1642" y="725"/>
                  </a:cubicBezTo>
                  <a:lnTo>
                    <a:pt x="1642" y="725"/>
                  </a:lnTo>
                  <a:cubicBezTo>
                    <a:pt x="1637" y="725"/>
                    <a:pt x="1637" y="720"/>
                    <a:pt x="1632" y="720"/>
                  </a:cubicBezTo>
                  <a:lnTo>
                    <a:pt x="1632" y="720"/>
                  </a:lnTo>
                  <a:cubicBezTo>
                    <a:pt x="1622" y="715"/>
                    <a:pt x="1607" y="710"/>
                    <a:pt x="1597" y="700"/>
                  </a:cubicBezTo>
                  <a:lnTo>
                    <a:pt x="1597" y="700"/>
                  </a:lnTo>
                  <a:cubicBezTo>
                    <a:pt x="1576" y="695"/>
                    <a:pt x="1561" y="684"/>
                    <a:pt x="1541" y="674"/>
                  </a:cubicBezTo>
                  <a:lnTo>
                    <a:pt x="1541" y="674"/>
                  </a:lnTo>
                  <a:cubicBezTo>
                    <a:pt x="1460" y="629"/>
                    <a:pt x="1389" y="588"/>
                    <a:pt x="1364" y="573"/>
                  </a:cubicBezTo>
                  <a:lnTo>
                    <a:pt x="1364" y="573"/>
                  </a:lnTo>
                  <a:lnTo>
                    <a:pt x="1358" y="568"/>
                  </a:lnTo>
                  <a:cubicBezTo>
                    <a:pt x="1358" y="568"/>
                    <a:pt x="1358" y="568"/>
                    <a:pt x="1358" y="568"/>
                  </a:cubicBezTo>
                  <a:lnTo>
                    <a:pt x="1358" y="568"/>
                  </a:lnTo>
                  <a:cubicBezTo>
                    <a:pt x="1328" y="538"/>
                    <a:pt x="1065" y="244"/>
                    <a:pt x="882" y="31"/>
                  </a:cubicBezTo>
                  <a:lnTo>
                    <a:pt x="882" y="31"/>
                  </a:lnTo>
                  <a:cubicBezTo>
                    <a:pt x="715" y="208"/>
                    <a:pt x="361" y="173"/>
                    <a:pt x="183" y="1"/>
                  </a:cubicBezTo>
                  <a:lnTo>
                    <a:pt x="183" y="1"/>
                  </a:lnTo>
                  <a:cubicBezTo>
                    <a:pt x="183" y="6"/>
                    <a:pt x="153" y="41"/>
                    <a:pt x="153" y="46"/>
                  </a:cubicBezTo>
                  <a:moveTo>
                    <a:pt x="1495" y="654"/>
                  </a:moveTo>
                  <a:cubicBezTo>
                    <a:pt x="1495" y="654"/>
                    <a:pt x="1495" y="649"/>
                    <a:pt x="1490" y="649"/>
                  </a:cubicBezTo>
                  <a:lnTo>
                    <a:pt x="1490" y="649"/>
                  </a:lnTo>
                  <a:cubicBezTo>
                    <a:pt x="1450" y="629"/>
                    <a:pt x="1404" y="603"/>
                    <a:pt x="1364" y="573"/>
                  </a:cubicBezTo>
                  <a:lnTo>
                    <a:pt x="1364" y="573"/>
                  </a:lnTo>
                  <a:cubicBezTo>
                    <a:pt x="1424" y="608"/>
                    <a:pt x="1480" y="639"/>
                    <a:pt x="1541" y="674"/>
                  </a:cubicBezTo>
                  <a:lnTo>
                    <a:pt x="1541" y="674"/>
                  </a:lnTo>
                  <a:cubicBezTo>
                    <a:pt x="1526" y="664"/>
                    <a:pt x="1510" y="659"/>
                    <a:pt x="1495" y="654"/>
                  </a:cubicBezTo>
                  <a:close/>
                </a:path>
              </a:pathLst>
            </a:custGeom>
            <a:solidFill>
              <a:srgbClr val="C95B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71;p16">
              <a:extLst>
                <a:ext uri="{FF2B5EF4-FFF2-40B4-BE49-F238E27FC236}">
                  <a16:creationId xmlns:a16="http://schemas.microsoft.com/office/drawing/2014/main" id="{DDB29681-CEB4-6703-414A-ADD0BEE85354}"/>
                </a:ext>
              </a:extLst>
            </p:cNvPr>
            <p:cNvSpPr/>
            <p:nvPr/>
          </p:nvSpPr>
          <p:spPr>
            <a:xfrm>
              <a:off x="2339698" y="2089558"/>
              <a:ext cx="144299" cy="418318"/>
            </a:xfrm>
            <a:custGeom>
              <a:avLst/>
              <a:gdLst/>
              <a:ahLst/>
              <a:cxnLst/>
              <a:rect l="l" t="t" r="r" b="b"/>
              <a:pathLst>
                <a:path w="1267" h="3673" extrusionOk="0">
                  <a:moveTo>
                    <a:pt x="899" y="0"/>
                  </a:moveTo>
                  <a:cubicBezTo>
                    <a:pt x="610" y="0"/>
                    <a:pt x="451" y="344"/>
                    <a:pt x="451" y="344"/>
                  </a:cubicBezTo>
                  <a:cubicBezTo>
                    <a:pt x="0" y="1545"/>
                    <a:pt x="299" y="3672"/>
                    <a:pt x="299" y="3672"/>
                  </a:cubicBezTo>
                  <a:lnTo>
                    <a:pt x="856" y="3657"/>
                  </a:lnTo>
                  <a:cubicBezTo>
                    <a:pt x="856" y="3657"/>
                    <a:pt x="1206" y="785"/>
                    <a:pt x="1236" y="430"/>
                  </a:cubicBezTo>
                  <a:cubicBezTo>
                    <a:pt x="1267" y="76"/>
                    <a:pt x="1140" y="76"/>
                    <a:pt x="1140" y="76"/>
                  </a:cubicBezTo>
                  <a:cubicBezTo>
                    <a:pt x="1052" y="22"/>
                    <a:pt x="971" y="0"/>
                    <a:pt x="899" y="0"/>
                  </a:cubicBez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72;p16">
              <a:extLst>
                <a:ext uri="{FF2B5EF4-FFF2-40B4-BE49-F238E27FC236}">
                  <a16:creationId xmlns:a16="http://schemas.microsoft.com/office/drawing/2014/main" id="{55783BA5-ABAE-1300-2002-51CDD549CB0B}"/>
                </a:ext>
              </a:extLst>
            </p:cNvPr>
            <p:cNvSpPr/>
            <p:nvPr/>
          </p:nvSpPr>
          <p:spPr>
            <a:xfrm>
              <a:off x="1750091" y="2456964"/>
              <a:ext cx="218783" cy="225047"/>
            </a:xfrm>
            <a:custGeom>
              <a:avLst/>
              <a:gdLst/>
              <a:ahLst/>
              <a:cxnLst/>
              <a:rect l="l" t="t" r="r" b="b"/>
              <a:pathLst>
                <a:path w="1921" h="1976" extrusionOk="0">
                  <a:moveTo>
                    <a:pt x="1221" y="41"/>
                  </a:moveTo>
                  <a:cubicBezTo>
                    <a:pt x="1221" y="41"/>
                    <a:pt x="1261" y="390"/>
                    <a:pt x="1211" y="634"/>
                  </a:cubicBezTo>
                  <a:lnTo>
                    <a:pt x="1211" y="634"/>
                  </a:lnTo>
                  <a:cubicBezTo>
                    <a:pt x="1180" y="689"/>
                    <a:pt x="593" y="1327"/>
                    <a:pt x="562" y="1363"/>
                  </a:cubicBezTo>
                  <a:lnTo>
                    <a:pt x="562" y="1363"/>
                  </a:lnTo>
                  <a:cubicBezTo>
                    <a:pt x="562" y="1363"/>
                    <a:pt x="562" y="1363"/>
                    <a:pt x="562" y="1363"/>
                  </a:cubicBezTo>
                  <a:lnTo>
                    <a:pt x="562" y="1363"/>
                  </a:lnTo>
                  <a:cubicBezTo>
                    <a:pt x="557" y="1363"/>
                    <a:pt x="552" y="1368"/>
                    <a:pt x="552" y="1368"/>
                  </a:cubicBezTo>
                  <a:lnTo>
                    <a:pt x="552" y="1368"/>
                  </a:lnTo>
                  <a:cubicBezTo>
                    <a:pt x="532" y="1383"/>
                    <a:pt x="456" y="1424"/>
                    <a:pt x="375" y="1469"/>
                  </a:cubicBezTo>
                  <a:lnTo>
                    <a:pt x="375" y="1469"/>
                  </a:lnTo>
                  <a:cubicBezTo>
                    <a:pt x="360" y="1479"/>
                    <a:pt x="340" y="1490"/>
                    <a:pt x="324" y="1495"/>
                  </a:cubicBezTo>
                  <a:lnTo>
                    <a:pt x="324" y="1495"/>
                  </a:lnTo>
                  <a:cubicBezTo>
                    <a:pt x="269" y="1525"/>
                    <a:pt x="213" y="1555"/>
                    <a:pt x="162" y="1596"/>
                  </a:cubicBezTo>
                  <a:lnTo>
                    <a:pt x="162" y="1596"/>
                  </a:lnTo>
                  <a:cubicBezTo>
                    <a:pt x="152" y="1601"/>
                    <a:pt x="147" y="1606"/>
                    <a:pt x="137" y="1611"/>
                  </a:cubicBezTo>
                  <a:lnTo>
                    <a:pt x="137" y="1611"/>
                  </a:lnTo>
                  <a:cubicBezTo>
                    <a:pt x="147" y="1606"/>
                    <a:pt x="152" y="1601"/>
                    <a:pt x="162" y="1596"/>
                  </a:cubicBezTo>
                  <a:lnTo>
                    <a:pt x="162" y="1596"/>
                  </a:lnTo>
                  <a:cubicBezTo>
                    <a:pt x="142" y="1611"/>
                    <a:pt x="122" y="1631"/>
                    <a:pt x="101" y="1657"/>
                  </a:cubicBezTo>
                  <a:lnTo>
                    <a:pt x="101" y="1657"/>
                  </a:lnTo>
                  <a:cubicBezTo>
                    <a:pt x="101" y="1657"/>
                    <a:pt x="96" y="1662"/>
                    <a:pt x="96" y="1662"/>
                  </a:cubicBezTo>
                  <a:lnTo>
                    <a:pt x="96" y="1662"/>
                  </a:lnTo>
                  <a:cubicBezTo>
                    <a:pt x="56" y="1718"/>
                    <a:pt x="0" y="1829"/>
                    <a:pt x="31" y="1900"/>
                  </a:cubicBezTo>
                  <a:lnTo>
                    <a:pt x="31" y="1900"/>
                  </a:lnTo>
                  <a:cubicBezTo>
                    <a:pt x="61" y="1971"/>
                    <a:pt x="157" y="1976"/>
                    <a:pt x="218" y="1966"/>
                  </a:cubicBezTo>
                  <a:lnTo>
                    <a:pt x="218" y="1966"/>
                  </a:lnTo>
                  <a:cubicBezTo>
                    <a:pt x="446" y="1930"/>
                    <a:pt x="684" y="1925"/>
                    <a:pt x="902" y="1844"/>
                  </a:cubicBezTo>
                  <a:lnTo>
                    <a:pt x="902" y="1844"/>
                  </a:lnTo>
                  <a:cubicBezTo>
                    <a:pt x="1104" y="1773"/>
                    <a:pt x="1292" y="1652"/>
                    <a:pt x="1479" y="1561"/>
                  </a:cubicBezTo>
                  <a:lnTo>
                    <a:pt x="1479" y="1561"/>
                  </a:lnTo>
                  <a:cubicBezTo>
                    <a:pt x="1581" y="1515"/>
                    <a:pt x="1692" y="1479"/>
                    <a:pt x="1793" y="1429"/>
                  </a:cubicBezTo>
                  <a:lnTo>
                    <a:pt x="1793" y="1429"/>
                  </a:lnTo>
                  <a:cubicBezTo>
                    <a:pt x="1839" y="1398"/>
                    <a:pt x="1890" y="1368"/>
                    <a:pt x="1910" y="1312"/>
                  </a:cubicBezTo>
                  <a:lnTo>
                    <a:pt x="1910" y="1312"/>
                  </a:lnTo>
                  <a:cubicBezTo>
                    <a:pt x="1920" y="1277"/>
                    <a:pt x="1920" y="1236"/>
                    <a:pt x="1915" y="1201"/>
                  </a:cubicBezTo>
                  <a:lnTo>
                    <a:pt x="1915" y="1201"/>
                  </a:lnTo>
                  <a:cubicBezTo>
                    <a:pt x="1905" y="1135"/>
                    <a:pt x="1864" y="922"/>
                    <a:pt x="1793" y="897"/>
                  </a:cubicBezTo>
                  <a:lnTo>
                    <a:pt x="1793" y="897"/>
                  </a:lnTo>
                  <a:cubicBezTo>
                    <a:pt x="1793" y="892"/>
                    <a:pt x="1788" y="892"/>
                    <a:pt x="1788" y="892"/>
                  </a:cubicBezTo>
                  <a:lnTo>
                    <a:pt x="1788" y="892"/>
                  </a:lnTo>
                  <a:cubicBezTo>
                    <a:pt x="1788" y="892"/>
                    <a:pt x="1793" y="892"/>
                    <a:pt x="1793" y="892"/>
                  </a:cubicBezTo>
                  <a:lnTo>
                    <a:pt x="1793" y="892"/>
                  </a:lnTo>
                  <a:cubicBezTo>
                    <a:pt x="1793" y="887"/>
                    <a:pt x="1788" y="882"/>
                    <a:pt x="1788" y="877"/>
                  </a:cubicBezTo>
                  <a:lnTo>
                    <a:pt x="1788" y="877"/>
                  </a:lnTo>
                  <a:cubicBezTo>
                    <a:pt x="1768" y="836"/>
                    <a:pt x="1733" y="796"/>
                    <a:pt x="1707" y="760"/>
                  </a:cubicBezTo>
                  <a:lnTo>
                    <a:pt x="1707" y="760"/>
                  </a:lnTo>
                  <a:cubicBezTo>
                    <a:pt x="1641" y="436"/>
                    <a:pt x="1707" y="0"/>
                    <a:pt x="1707" y="0"/>
                  </a:cubicBezTo>
                  <a:lnTo>
                    <a:pt x="1707" y="0"/>
                  </a:lnTo>
                  <a:lnTo>
                    <a:pt x="1221" y="41"/>
                  </a:lnTo>
                  <a:close/>
                </a:path>
              </a:pathLst>
            </a:custGeom>
            <a:solidFill>
              <a:srgbClr val="FFB5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73;p16">
              <a:extLst>
                <a:ext uri="{FF2B5EF4-FFF2-40B4-BE49-F238E27FC236}">
                  <a16:creationId xmlns:a16="http://schemas.microsoft.com/office/drawing/2014/main" id="{11CD379D-D09F-086D-3621-EC93A627BFCB}"/>
                </a:ext>
              </a:extLst>
            </p:cNvPr>
            <p:cNvSpPr/>
            <p:nvPr/>
          </p:nvSpPr>
          <p:spPr>
            <a:xfrm>
              <a:off x="1966937" y="2585544"/>
              <a:ext cx="683" cy="5353"/>
            </a:xfrm>
            <a:custGeom>
              <a:avLst/>
              <a:gdLst/>
              <a:ahLst/>
              <a:cxnLst/>
              <a:rect l="l" t="t" r="r" b="b"/>
              <a:pathLst>
                <a:path w="6" h="47" extrusionOk="0">
                  <a:moveTo>
                    <a:pt x="6" y="47"/>
                  </a:moveTo>
                  <a:cubicBezTo>
                    <a:pt x="6" y="31"/>
                    <a:pt x="1" y="16"/>
                    <a:pt x="1" y="1"/>
                  </a:cubicBezTo>
                  <a:cubicBezTo>
                    <a:pt x="1" y="16"/>
                    <a:pt x="6" y="31"/>
                    <a:pt x="6" y="47"/>
                  </a:cubicBezTo>
                  <a:close/>
                </a:path>
              </a:pathLst>
            </a:custGeom>
            <a:solidFill>
              <a:srgbClr val="FFC3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74;p16">
              <a:extLst>
                <a:ext uri="{FF2B5EF4-FFF2-40B4-BE49-F238E27FC236}">
                  <a16:creationId xmlns:a16="http://schemas.microsoft.com/office/drawing/2014/main" id="{8B28DADB-E9B5-CF40-32E0-6F5317B3AF45}"/>
                </a:ext>
              </a:extLst>
            </p:cNvPr>
            <p:cNvSpPr/>
            <p:nvPr/>
          </p:nvSpPr>
          <p:spPr>
            <a:xfrm>
              <a:off x="1849289" y="2624836"/>
              <a:ext cx="683" cy="114"/>
            </a:xfrm>
            <a:custGeom>
              <a:avLst/>
              <a:gdLst/>
              <a:ahLst/>
              <a:cxnLst/>
              <a:rect l="l" t="t" r="r" b="b"/>
              <a:pathLst>
                <a:path w="6" h="1" extrusionOk="0">
                  <a:moveTo>
                    <a:pt x="0" y="0"/>
                  </a:moveTo>
                  <a:cubicBezTo>
                    <a:pt x="0" y="0"/>
                    <a:pt x="5" y="0"/>
                    <a:pt x="5" y="0"/>
                  </a:cubicBezTo>
                  <a:cubicBezTo>
                    <a:pt x="5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C3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75;p16">
              <a:extLst>
                <a:ext uri="{FF2B5EF4-FFF2-40B4-BE49-F238E27FC236}">
                  <a16:creationId xmlns:a16="http://schemas.microsoft.com/office/drawing/2014/main" id="{841B2942-1F1F-84E1-9319-5634C1C2EE76}"/>
                </a:ext>
              </a:extLst>
            </p:cNvPr>
            <p:cNvSpPr/>
            <p:nvPr/>
          </p:nvSpPr>
          <p:spPr>
            <a:xfrm>
              <a:off x="1852137" y="2623128"/>
              <a:ext cx="2506" cy="1253"/>
            </a:xfrm>
            <a:custGeom>
              <a:avLst/>
              <a:gdLst/>
              <a:ahLst/>
              <a:cxnLst/>
              <a:rect l="l" t="t" r="r" b="b"/>
              <a:pathLst>
                <a:path w="22" h="11" extrusionOk="0">
                  <a:moveTo>
                    <a:pt x="1" y="10"/>
                  </a:moveTo>
                  <a:cubicBezTo>
                    <a:pt x="6" y="5"/>
                    <a:pt x="16" y="0"/>
                    <a:pt x="21" y="0"/>
                  </a:cubicBezTo>
                  <a:cubicBezTo>
                    <a:pt x="16" y="0"/>
                    <a:pt x="6" y="5"/>
                    <a:pt x="1" y="10"/>
                  </a:cubicBezTo>
                  <a:close/>
                </a:path>
              </a:pathLst>
            </a:custGeom>
            <a:solidFill>
              <a:srgbClr val="FFC3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76;p16">
              <a:extLst>
                <a:ext uri="{FF2B5EF4-FFF2-40B4-BE49-F238E27FC236}">
                  <a16:creationId xmlns:a16="http://schemas.microsoft.com/office/drawing/2014/main" id="{919A49EC-22BC-4B1D-F738-65A8B23F57DA}"/>
                </a:ext>
              </a:extLst>
            </p:cNvPr>
            <p:cNvSpPr/>
            <p:nvPr/>
          </p:nvSpPr>
          <p:spPr>
            <a:xfrm>
              <a:off x="1820475" y="2618458"/>
              <a:ext cx="1822" cy="1253"/>
            </a:xfrm>
            <a:custGeom>
              <a:avLst/>
              <a:gdLst/>
              <a:ahLst/>
              <a:cxnLst/>
              <a:rect l="l" t="t" r="r" b="b"/>
              <a:pathLst>
                <a:path w="16" h="11" extrusionOk="0">
                  <a:moveTo>
                    <a:pt x="15" y="11"/>
                  </a:moveTo>
                  <a:cubicBezTo>
                    <a:pt x="10" y="6"/>
                    <a:pt x="5" y="1"/>
                    <a:pt x="0" y="1"/>
                  </a:cubicBezTo>
                  <a:cubicBezTo>
                    <a:pt x="5" y="1"/>
                    <a:pt x="10" y="6"/>
                    <a:pt x="15" y="11"/>
                  </a:cubicBezTo>
                  <a:close/>
                </a:path>
              </a:pathLst>
            </a:custGeom>
            <a:solidFill>
              <a:srgbClr val="FFC3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77;p16">
              <a:extLst>
                <a:ext uri="{FF2B5EF4-FFF2-40B4-BE49-F238E27FC236}">
                  <a16:creationId xmlns:a16="http://schemas.microsoft.com/office/drawing/2014/main" id="{00A4446D-2753-6FB2-B170-99CBEBF4C1FF}"/>
                </a:ext>
              </a:extLst>
            </p:cNvPr>
            <p:cNvSpPr/>
            <p:nvPr/>
          </p:nvSpPr>
          <p:spPr>
            <a:xfrm>
              <a:off x="1818653" y="2616750"/>
              <a:ext cx="797" cy="683"/>
            </a:xfrm>
            <a:custGeom>
              <a:avLst/>
              <a:gdLst/>
              <a:ahLst/>
              <a:cxnLst/>
              <a:rect l="l" t="t" r="r" b="b"/>
              <a:pathLst>
                <a:path w="7" h="6" extrusionOk="0">
                  <a:moveTo>
                    <a:pt x="1" y="0"/>
                  </a:moveTo>
                  <a:cubicBezTo>
                    <a:pt x="1" y="0"/>
                    <a:pt x="1" y="6"/>
                    <a:pt x="6" y="6"/>
                  </a:cubicBezTo>
                  <a:cubicBezTo>
                    <a:pt x="1" y="6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C3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78;p16">
              <a:extLst>
                <a:ext uri="{FF2B5EF4-FFF2-40B4-BE49-F238E27FC236}">
                  <a16:creationId xmlns:a16="http://schemas.microsoft.com/office/drawing/2014/main" id="{9F9621A5-BD36-8892-671B-08EF0F58CD49}"/>
                </a:ext>
              </a:extLst>
            </p:cNvPr>
            <p:cNvSpPr/>
            <p:nvPr/>
          </p:nvSpPr>
          <p:spPr>
            <a:xfrm>
              <a:off x="1752369" y="2547505"/>
              <a:ext cx="216505" cy="133935"/>
            </a:xfrm>
            <a:custGeom>
              <a:avLst/>
              <a:gdLst/>
              <a:ahLst/>
              <a:cxnLst/>
              <a:rect l="l" t="t" r="r" b="b"/>
              <a:pathLst>
                <a:path w="1901" h="1176" extrusionOk="0">
                  <a:moveTo>
                    <a:pt x="1019" y="31"/>
                  </a:moveTo>
                  <a:cubicBezTo>
                    <a:pt x="836" y="244"/>
                    <a:pt x="568" y="538"/>
                    <a:pt x="542" y="568"/>
                  </a:cubicBezTo>
                  <a:lnTo>
                    <a:pt x="542" y="568"/>
                  </a:lnTo>
                  <a:cubicBezTo>
                    <a:pt x="537" y="568"/>
                    <a:pt x="537" y="568"/>
                    <a:pt x="537" y="573"/>
                  </a:cubicBezTo>
                  <a:lnTo>
                    <a:pt x="537" y="573"/>
                  </a:lnTo>
                  <a:lnTo>
                    <a:pt x="532" y="573"/>
                  </a:lnTo>
                  <a:cubicBezTo>
                    <a:pt x="512" y="588"/>
                    <a:pt x="436" y="629"/>
                    <a:pt x="355" y="674"/>
                  </a:cubicBezTo>
                  <a:lnTo>
                    <a:pt x="355" y="674"/>
                  </a:lnTo>
                  <a:cubicBezTo>
                    <a:pt x="340" y="684"/>
                    <a:pt x="320" y="695"/>
                    <a:pt x="304" y="700"/>
                  </a:cubicBezTo>
                  <a:lnTo>
                    <a:pt x="304" y="700"/>
                  </a:lnTo>
                  <a:cubicBezTo>
                    <a:pt x="289" y="710"/>
                    <a:pt x="279" y="715"/>
                    <a:pt x="264" y="720"/>
                  </a:cubicBezTo>
                  <a:lnTo>
                    <a:pt x="264" y="720"/>
                  </a:lnTo>
                  <a:cubicBezTo>
                    <a:pt x="264" y="720"/>
                    <a:pt x="259" y="725"/>
                    <a:pt x="259" y="725"/>
                  </a:cubicBezTo>
                  <a:lnTo>
                    <a:pt x="259" y="725"/>
                  </a:lnTo>
                  <a:cubicBezTo>
                    <a:pt x="244" y="730"/>
                    <a:pt x="233" y="740"/>
                    <a:pt x="218" y="745"/>
                  </a:cubicBezTo>
                  <a:lnTo>
                    <a:pt x="218" y="745"/>
                  </a:lnTo>
                  <a:cubicBezTo>
                    <a:pt x="193" y="760"/>
                    <a:pt x="168" y="781"/>
                    <a:pt x="142" y="801"/>
                  </a:cubicBezTo>
                  <a:lnTo>
                    <a:pt x="142" y="801"/>
                  </a:lnTo>
                  <a:cubicBezTo>
                    <a:pt x="132" y="806"/>
                    <a:pt x="127" y="811"/>
                    <a:pt x="117" y="816"/>
                  </a:cubicBezTo>
                  <a:lnTo>
                    <a:pt x="117" y="816"/>
                  </a:lnTo>
                  <a:cubicBezTo>
                    <a:pt x="127" y="811"/>
                    <a:pt x="132" y="806"/>
                    <a:pt x="142" y="801"/>
                  </a:cubicBezTo>
                  <a:lnTo>
                    <a:pt x="142" y="801"/>
                  </a:lnTo>
                  <a:cubicBezTo>
                    <a:pt x="132" y="806"/>
                    <a:pt x="127" y="816"/>
                    <a:pt x="117" y="821"/>
                  </a:cubicBezTo>
                  <a:lnTo>
                    <a:pt x="117" y="821"/>
                  </a:lnTo>
                  <a:cubicBezTo>
                    <a:pt x="117" y="826"/>
                    <a:pt x="112" y="826"/>
                    <a:pt x="107" y="831"/>
                  </a:cubicBezTo>
                  <a:lnTo>
                    <a:pt x="107" y="831"/>
                  </a:lnTo>
                  <a:cubicBezTo>
                    <a:pt x="107" y="831"/>
                    <a:pt x="102" y="836"/>
                    <a:pt x="102" y="841"/>
                  </a:cubicBezTo>
                  <a:lnTo>
                    <a:pt x="102" y="841"/>
                  </a:lnTo>
                  <a:cubicBezTo>
                    <a:pt x="92" y="847"/>
                    <a:pt x="87" y="852"/>
                    <a:pt x="81" y="862"/>
                  </a:cubicBezTo>
                  <a:lnTo>
                    <a:pt x="81" y="862"/>
                  </a:lnTo>
                  <a:cubicBezTo>
                    <a:pt x="81" y="862"/>
                    <a:pt x="76" y="867"/>
                    <a:pt x="76" y="867"/>
                  </a:cubicBezTo>
                  <a:lnTo>
                    <a:pt x="76" y="867"/>
                  </a:lnTo>
                  <a:cubicBezTo>
                    <a:pt x="71" y="872"/>
                    <a:pt x="71" y="872"/>
                    <a:pt x="66" y="877"/>
                  </a:cubicBezTo>
                  <a:lnTo>
                    <a:pt x="66" y="877"/>
                  </a:lnTo>
                  <a:cubicBezTo>
                    <a:pt x="66" y="877"/>
                    <a:pt x="66" y="877"/>
                    <a:pt x="66" y="877"/>
                  </a:cubicBezTo>
                  <a:lnTo>
                    <a:pt x="66" y="877"/>
                  </a:lnTo>
                  <a:cubicBezTo>
                    <a:pt x="66" y="882"/>
                    <a:pt x="61" y="892"/>
                    <a:pt x="56" y="897"/>
                  </a:cubicBezTo>
                  <a:lnTo>
                    <a:pt x="56" y="897"/>
                  </a:lnTo>
                  <a:cubicBezTo>
                    <a:pt x="46" y="917"/>
                    <a:pt x="31" y="938"/>
                    <a:pt x="21" y="963"/>
                  </a:cubicBezTo>
                  <a:lnTo>
                    <a:pt x="21" y="963"/>
                  </a:lnTo>
                  <a:cubicBezTo>
                    <a:pt x="21" y="968"/>
                    <a:pt x="21" y="973"/>
                    <a:pt x="16" y="978"/>
                  </a:cubicBezTo>
                  <a:lnTo>
                    <a:pt x="16" y="978"/>
                  </a:lnTo>
                  <a:cubicBezTo>
                    <a:pt x="11" y="993"/>
                    <a:pt x="11" y="1004"/>
                    <a:pt x="5" y="1014"/>
                  </a:cubicBezTo>
                  <a:lnTo>
                    <a:pt x="5" y="1014"/>
                  </a:lnTo>
                  <a:cubicBezTo>
                    <a:pt x="5" y="1024"/>
                    <a:pt x="0" y="1034"/>
                    <a:pt x="0" y="1049"/>
                  </a:cubicBezTo>
                  <a:lnTo>
                    <a:pt x="0" y="1049"/>
                  </a:lnTo>
                  <a:cubicBezTo>
                    <a:pt x="0" y="1059"/>
                    <a:pt x="0" y="1069"/>
                    <a:pt x="0" y="1075"/>
                  </a:cubicBezTo>
                  <a:lnTo>
                    <a:pt x="0" y="1075"/>
                  </a:lnTo>
                  <a:lnTo>
                    <a:pt x="0" y="1080"/>
                  </a:lnTo>
                  <a:lnTo>
                    <a:pt x="0" y="1080"/>
                  </a:lnTo>
                  <a:cubicBezTo>
                    <a:pt x="5" y="1090"/>
                    <a:pt x="5" y="1095"/>
                    <a:pt x="11" y="1105"/>
                  </a:cubicBezTo>
                  <a:lnTo>
                    <a:pt x="11" y="1105"/>
                  </a:lnTo>
                  <a:cubicBezTo>
                    <a:pt x="31" y="1156"/>
                    <a:pt x="81" y="1171"/>
                    <a:pt x="132" y="1171"/>
                  </a:cubicBezTo>
                  <a:lnTo>
                    <a:pt x="132" y="1171"/>
                  </a:lnTo>
                  <a:cubicBezTo>
                    <a:pt x="152" y="1176"/>
                    <a:pt x="178" y="1171"/>
                    <a:pt x="198" y="1171"/>
                  </a:cubicBezTo>
                  <a:lnTo>
                    <a:pt x="198" y="1171"/>
                  </a:lnTo>
                  <a:cubicBezTo>
                    <a:pt x="309" y="1150"/>
                    <a:pt x="426" y="1140"/>
                    <a:pt x="542" y="1125"/>
                  </a:cubicBezTo>
                  <a:lnTo>
                    <a:pt x="542" y="1125"/>
                  </a:lnTo>
                  <a:cubicBezTo>
                    <a:pt x="588" y="1120"/>
                    <a:pt x="629" y="1115"/>
                    <a:pt x="674" y="1105"/>
                  </a:cubicBezTo>
                  <a:lnTo>
                    <a:pt x="674" y="1105"/>
                  </a:lnTo>
                  <a:cubicBezTo>
                    <a:pt x="689" y="1105"/>
                    <a:pt x="705" y="1100"/>
                    <a:pt x="720" y="1100"/>
                  </a:cubicBezTo>
                  <a:lnTo>
                    <a:pt x="720" y="1100"/>
                  </a:lnTo>
                  <a:cubicBezTo>
                    <a:pt x="745" y="1090"/>
                    <a:pt x="770" y="1085"/>
                    <a:pt x="801" y="1080"/>
                  </a:cubicBezTo>
                  <a:lnTo>
                    <a:pt x="801" y="1080"/>
                  </a:lnTo>
                  <a:cubicBezTo>
                    <a:pt x="816" y="1075"/>
                    <a:pt x="826" y="1069"/>
                    <a:pt x="841" y="1064"/>
                  </a:cubicBezTo>
                  <a:lnTo>
                    <a:pt x="841" y="1064"/>
                  </a:lnTo>
                  <a:cubicBezTo>
                    <a:pt x="856" y="1059"/>
                    <a:pt x="872" y="1054"/>
                    <a:pt x="882" y="1049"/>
                  </a:cubicBezTo>
                  <a:lnTo>
                    <a:pt x="882" y="1049"/>
                  </a:lnTo>
                  <a:cubicBezTo>
                    <a:pt x="932" y="1034"/>
                    <a:pt x="983" y="1009"/>
                    <a:pt x="1029" y="988"/>
                  </a:cubicBezTo>
                  <a:lnTo>
                    <a:pt x="1029" y="988"/>
                  </a:lnTo>
                  <a:cubicBezTo>
                    <a:pt x="1090" y="958"/>
                    <a:pt x="1150" y="928"/>
                    <a:pt x="1211" y="897"/>
                  </a:cubicBezTo>
                  <a:lnTo>
                    <a:pt x="1211" y="897"/>
                  </a:lnTo>
                  <a:cubicBezTo>
                    <a:pt x="1292" y="852"/>
                    <a:pt x="1378" y="806"/>
                    <a:pt x="1459" y="766"/>
                  </a:cubicBezTo>
                  <a:lnTo>
                    <a:pt x="1459" y="766"/>
                  </a:lnTo>
                  <a:cubicBezTo>
                    <a:pt x="1485" y="755"/>
                    <a:pt x="1510" y="745"/>
                    <a:pt x="1535" y="735"/>
                  </a:cubicBezTo>
                  <a:lnTo>
                    <a:pt x="1535" y="735"/>
                  </a:lnTo>
                  <a:cubicBezTo>
                    <a:pt x="1566" y="725"/>
                    <a:pt x="1591" y="710"/>
                    <a:pt x="1616" y="700"/>
                  </a:cubicBezTo>
                  <a:lnTo>
                    <a:pt x="1616" y="700"/>
                  </a:lnTo>
                  <a:cubicBezTo>
                    <a:pt x="1667" y="679"/>
                    <a:pt x="1723" y="659"/>
                    <a:pt x="1773" y="634"/>
                  </a:cubicBezTo>
                  <a:lnTo>
                    <a:pt x="1773" y="634"/>
                  </a:lnTo>
                  <a:cubicBezTo>
                    <a:pt x="1804" y="614"/>
                    <a:pt x="1834" y="593"/>
                    <a:pt x="1859" y="568"/>
                  </a:cubicBezTo>
                  <a:lnTo>
                    <a:pt x="1859" y="568"/>
                  </a:lnTo>
                  <a:cubicBezTo>
                    <a:pt x="1865" y="563"/>
                    <a:pt x="1865" y="558"/>
                    <a:pt x="1870" y="553"/>
                  </a:cubicBezTo>
                  <a:lnTo>
                    <a:pt x="1870" y="553"/>
                  </a:lnTo>
                  <a:cubicBezTo>
                    <a:pt x="1880" y="543"/>
                    <a:pt x="1885" y="527"/>
                    <a:pt x="1890" y="517"/>
                  </a:cubicBezTo>
                  <a:lnTo>
                    <a:pt x="1890" y="517"/>
                  </a:lnTo>
                  <a:cubicBezTo>
                    <a:pt x="1895" y="502"/>
                    <a:pt x="1895" y="487"/>
                    <a:pt x="1900" y="477"/>
                  </a:cubicBezTo>
                  <a:lnTo>
                    <a:pt x="1900" y="477"/>
                  </a:lnTo>
                  <a:cubicBezTo>
                    <a:pt x="1900" y="472"/>
                    <a:pt x="1900" y="467"/>
                    <a:pt x="1900" y="462"/>
                  </a:cubicBezTo>
                  <a:lnTo>
                    <a:pt x="1900" y="462"/>
                  </a:lnTo>
                  <a:cubicBezTo>
                    <a:pt x="1900" y="441"/>
                    <a:pt x="1895" y="421"/>
                    <a:pt x="1895" y="406"/>
                  </a:cubicBezTo>
                  <a:lnTo>
                    <a:pt x="1895" y="406"/>
                  </a:lnTo>
                  <a:cubicBezTo>
                    <a:pt x="1890" y="386"/>
                    <a:pt x="1885" y="350"/>
                    <a:pt x="1875" y="310"/>
                  </a:cubicBezTo>
                  <a:lnTo>
                    <a:pt x="1875" y="310"/>
                  </a:lnTo>
                  <a:cubicBezTo>
                    <a:pt x="1875" y="305"/>
                    <a:pt x="1870" y="294"/>
                    <a:pt x="1870" y="284"/>
                  </a:cubicBezTo>
                  <a:lnTo>
                    <a:pt x="1870" y="284"/>
                  </a:lnTo>
                  <a:cubicBezTo>
                    <a:pt x="1865" y="269"/>
                    <a:pt x="1859" y="254"/>
                    <a:pt x="1854" y="244"/>
                  </a:cubicBezTo>
                  <a:lnTo>
                    <a:pt x="1854" y="244"/>
                  </a:lnTo>
                  <a:cubicBezTo>
                    <a:pt x="1854" y="229"/>
                    <a:pt x="1849" y="218"/>
                    <a:pt x="1844" y="208"/>
                  </a:cubicBezTo>
                  <a:lnTo>
                    <a:pt x="1844" y="208"/>
                  </a:lnTo>
                  <a:cubicBezTo>
                    <a:pt x="1839" y="193"/>
                    <a:pt x="1834" y="183"/>
                    <a:pt x="1829" y="168"/>
                  </a:cubicBezTo>
                  <a:lnTo>
                    <a:pt x="1829" y="168"/>
                  </a:lnTo>
                  <a:cubicBezTo>
                    <a:pt x="1824" y="163"/>
                    <a:pt x="1824" y="158"/>
                    <a:pt x="1819" y="148"/>
                  </a:cubicBezTo>
                  <a:lnTo>
                    <a:pt x="1819" y="148"/>
                  </a:lnTo>
                  <a:cubicBezTo>
                    <a:pt x="1799" y="112"/>
                    <a:pt x="1768" y="82"/>
                    <a:pt x="1748" y="46"/>
                  </a:cubicBezTo>
                  <a:lnTo>
                    <a:pt x="1748" y="46"/>
                  </a:lnTo>
                  <a:cubicBezTo>
                    <a:pt x="1743" y="41"/>
                    <a:pt x="1713" y="6"/>
                    <a:pt x="1713" y="1"/>
                  </a:cubicBezTo>
                  <a:lnTo>
                    <a:pt x="1713" y="1"/>
                  </a:lnTo>
                  <a:cubicBezTo>
                    <a:pt x="1535" y="173"/>
                    <a:pt x="1181" y="208"/>
                    <a:pt x="1019" y="31"/>
                  </a:cubicBezTo>
                  <a:moveTo>
                    <a:pt x="532" y="573"/>
                  </a:moveTo>
                  <a:cubicBezTo>
                    <a:pt x="492" y="603"/>
                    <a:pt x="451" y="629"/>
                    <a:pt x="406" y="649"/>
                  </a:cubicBezTo>
                  <a:lnTo>
                    <a:pt x="406" y="649"/>
                  </a:lnTo>
                  <a:lnTo>
                    <a:pt x="401" y="654"/>
                  </a:lnTo>
                  <a:cubicBezTo>
                    <a:pt x="385" y="659"/>
                    <a:pt x="375" y="669"/>
                    <a:pt x="360" y="674"/>
                  </a:cubicBezTo>
                  <a:lnTo>
                    <a:pt x="360" y="674"/>
                  </a:lnTo>
                  <a:cubicBezTo>
                    <a:pt x="416" y="639"/>
                    <a:pt x="472" y="608"/>
                    <a:pt x="532" y="573"/>
                  </a:cubicBezTo>
                </a:path>
              </a:pathLst>
            </a:custGeom>
            <a:solidFill>
              <a:srgbClr val="C95B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79;p16">
              <a:extLst>
                <a:ext uri="{FF2B5EF4-FFF2-40B4-BE49-F238E27FC236}">
                  <a16:creationId xmlns:a16="http://schemas.microsoft.com/office/drawing/2014/main" id="{1D7D3267-1458-B92A-9EB3-29AB99DED036}"/>
                </a:ext>
              </a:extLst>
            </p:cNvPr>
            <p:cNvSpPr/>
            <p:nvPr/>
          </p:nvSpPr>
          <p:spPr>
            <a:xfrm>
              <a:off x="1838925" y="2089558"/>
              <a:ext cx="144299" cy="418318"/>
            </a:xfrm>
            <a:custGeom>
              <a:avLst/>
              <a:gdLst/>
              <a:ahLst/>
              <a:cxnLst/>
              <a:rect l="l" t="t" r="r" b="b"/>
              <a:pathLst>
                <a:path w="1267" h="3673" extrusionOk="0">
                  <a:moveTo>
                    <a:pt x="370" y="0"/>
                  </a:moveTo>
                  <a:cubicBezTo>
                    <a:pt x="297" y="0"/>
                    <a:pt x="216" y="22"/>
                    <a:pt x="127" y="76"/>
                  </a:cubicBezTo>
                  <a:cubicBezTo>
                    <a:pt x="127" y="76"/>
                    <a:pt x="0" y="76"/>
                    <a:pt x="31" y="430"/>
                  </a:cubicBezTo>
                  <a:cubicBezTo>
                    <a:pt x="66" y="785"/>
                    <a:pt x="416" y="3657"/>
                    <a:pt x="416" y="3657"/>
                  </a:cubicBezTo>
                  <a:lnTo>
                    <a:pt x="968" y="3672"/>
                  </a:lnTo>
                  <a:cubicBezTo>
                    <a:pt x="968" y="3672"/>
                    <a:pt x="1267" y="1545"/>
                    <a:pt x="816" y="344"/>
                  </a:cubicBezTo>
                  <a:cubicBezTo>
                    <a:pt x="816" y="344"/>
                    <a:pt x="660" y="0"/>
                    <a:pt x="370" y="0"/>
                  </a:cubicBez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80;p16">
              <a:extLst>
                <a:ext uri="{FF2B5EF4-FFF2-40B4-BE49-F238E27FC236}">
                  <a16:creationId xmlns:a16="http://schemas.microsoft.com/office/drawing/2014/main" id="{3D008CB3-FF56-F6CB-E4AF-CA7EE6FB77BB}"/>
                </a:ext>
              </a:extLst>
            </p:cNvPr>
            <p:cNvSpPr/>
            <p:nvPr/>
          </p:nvSpPr>
          <p:spPr>
            <a:xfrm>
              <a:off x="2068527" y="1824653"/>
              <a:ext cx="185868" cy="237802"/>
            </a:xfrm>
            <a:custGeom>
              <a:avLst/>
              <a:gdLst/>
              <a:ahLst/>
              <a:cxnLst/>
              <a:rect l="l" t="t" r="r" b="b"/>
              <a:pathLst>
                <a:path w="1632" h="2088" extrusionOk="0">
                  <a:moveTo>
                    <a:pt x="92" y="0"/>
                  </a:moveTo>
                  <a:cubicBezTo>
                    <a:pt x="41" y="0"/>
                    <a:pt x="0" y="41"/>
                    <a:pt x="0" y="87"/>
                  </a:cubicBezTo>
                  <a:lnTo>
                    <a:pt x="97" y="1996"/>
                  </a:lnTo>
                  <a:cubicBezTo>
                    <a:pt x="97" y="2047"/>
                    <a:pt x="137" y="2087"/>
                    <a:pt x="188" y="2087"/>
                  </a:cubicBezTo>
                  <a:lnTo>
                    <a:pt x="1429" y="2087"/>
                  </a:lnTo>
                  <a:cubicBezTo>
                    <a:pt x="1474" y="2087"/>
                    <a:pt x="1515" y="2047"/>
                    <a:pt x="1515" y="1996"/>
                  </a:cubicBezTo>
                  <a:lnTo>
                    <a:pt x="1631" y="87"/>
                  </a:lnTo>
                  <a:cubicBezTo>
                    <a:pt x="1631" y="41"/>
                    <a:pt x="1596" y="0"/>
                    <a:pt x="1545" y="0"/>
                  </a:cubicBezTo>
                  <a:close/>
                </a:path>
              </a:pathLst>
            </a:custGeom>
            <a:solidFill>
              <a:srgbClr val="0A11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81;p16">
              <a:extLst>
                <a:ext uri="{FF2B5EF4-FFF2-40B4-BE49-F238E27FC236}">
                  <a16:creationId xmlns:a16="http://schemas.microsoft.com/office/drawing/2014/main" id="{93FE679E-DAD6-05DC-29B0-B3544E8BE461}"/>
                </a:ext>
              </a:extLst>
            </p:cNvPr>
            <p:cNvSpPr/>
            <p:nvPr/>
          </p:nvSpPr>
          <p:spPr>
            <a:xfrm>
              <a:off x="2311339" y="1727164"/>
              <a:ext cx="172657" cy="272994"/>
            </a:xfrm>
            <a:custGeom>
              <a:avLst/>
              <a:gdLst/>
              <a:ahLst/>
              <a:cxnLst/>
              <a:rect l="l" t="t" r="r" b="b"/>
              <a:pathLst>
                <a:path w="1516" h="2397" extrusionOk="0">
                  <a:moveTo>
                    <a:pt x="26" y="355"/>
                  </a:moveTo>
                  <a:cubicBezTo>
                    <a:pt x="36" y="446"/>
                    <a:pt x="77" y="527"/>
                    <a:pt x="117" y="603"/>
                  </a:cubicBezTo>
                  <a:lnTo>
                    <a:pt x="117" y="603"/>
                  </a:lnTo>
                  <a:cubicBezTo>
                    <a:pt x="361" y="1069"/>
                    <a:pt x="589" y="1550"/>
                    <a:pt x="852" y="2001"/>
                  </a:cubicBezTo>
                  <a:lnTo>
                    <a:pt x="852" y="2001"/>
                  </a:lnTo>
                  <a:cubicBezTo>
                    <a:pt x="918" y="2118"/>
                    <a:pt x="984" y="2244"/>
                    <a:pt x="1095" y="2320"/>
                  </a:cubicBezTo>
                  <a:lnTo>
                    <a:pt x="1095" y="2320"/>
                  </a:lnTo>
                  <a:cubicBezTo>
                    <a:pt x="1212" y="2396"/>
                    <a:pt x="1384" y="2396"/>
                    <a:pt x="1465" y="2280"/>
                  </a:cubicBezTo>
                  <a:lnTo>
                    <a:pt x="1465" y="2280"/>
                  </a:lnTo>
                  <a:cubicBezTo>
                    <a:pt x="1511" y="2214"/>
                    <a:pt x="1516" y="2128"/>
                    <a:pt x="1511" y="2052"/>
                  </a:cubicBezTo>
                  <a:lnTo>
                    <a:pt x="1511" y="2052"/>
                  </a:lnTo>
                  <a:cubicBezTo>
                    <a:pt x="1500" y="1895"/>
                    <a:pt x="1455" y="1743"/>
                    <a:pt x="1394" y="1601"/>
                  </a:cubicBezTo>
                  <a:lnTo>
                    <a:pt x="1394" y="1601"/>
                  </a:lnTo>
                  <a:cubicBezTo>
                    <a:pt x="1283" y="1312"/>
                    <a:pt x="1136" y="1044"/>
                    <a:pt x="989" y="770"/>
                  </a:cubicBezTo>
                  <a:lnTo>
                    <a:pt x="989" y="770"/>
                  </a:lnTo>
                  <a:cubicBezTo>
                    <a:pt x="872" y="563"/>
                    <a:pt x="761" y="355"/>
                    <a:pt x="624" y="162"/>
                  </a:cubicBezTo>
                  <a:lnTo>
                    <a:pt x="624" y="162"/>
                  </a:lnTo>
                  <a:cubicBezTo>
                    <a:pt x="604" y="137"/>
                    <a:pt x="584" y="107"/>
                    <a:pt x="558" y="81"/>
                  </a:cubicBezTo>
                  <a:lnTo>
                    <a:pt x="558" y="81"/>
                  </a:lnTo>
                  <a:cubicBezTo>
                    <a:pt x="538" y="61"/>
                    <a:pt x="513" y="41"/>
                    <a:pt x="487" y="31"/>
                  </a:cubicBezTo>
                  <a:lnTo>
                    <a:pt x="487" y="31"/>
                  </a:lnTo>
                  <a:cubicBezTo>
                    <a:pt x="447" y="5"/>
                    <a:pt x="406" y="0"/>
                    <a:pt x="361" y="0"/>
                  </a:cubicBezTo>
                  <a:lnTo>
                    <a:pt x="361" y="0"/>
                  </a:lnTo>
                  <a:cubicBezTo>
                    <a:pt x="183" y="0"/>
                    <a:pt x="1" y="157"/>
                    <a:pt x="26" y="355"/>
                  </a:cubicBezTo>
                </a:path>
              </a:pathLst>
            </a:custGeom>
            <a:solidFill>
              <a:srgbClr val="FAC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82;p16">
              <a:extLst>
                <a:ext uri="{FF2B5EF4-FFF2-40B4-BE49-F238E27FC236}">
                  <a16:creationId xmlns:a16="http://schemas.microsoft.com/office/drawing/2014/main" id="{B6290838-7D45-0A4B-3F72-BCA0D055578D}"/>
                </a:ext>
              </a:extLst>
            </p:cNvPr>
            <p:cNvSpPr/>
            <p:nvPr/>
          </p:nvSpPr>
          <p:spPr>
            <a:xfrm>
              <a:off x="2290042" y="1675800"/>
              <a:ext cx="147260" cy="198624"/>
            </a:xfrm>
            <a:custGeom>
              <a:avLst/>
              <a:gdLst/>
              <a:ahLst/>
              <a:cxnLst/>
              <a:rect l="l" t="t" r="r" b="b"/>
              <a:pathLst>
                <a:path w="1293" h="1744" extrusionOk="0">
                  <a:moveTo>
                    <a:pt x="4" y="0"/>
                  </a:moveTo>
                  <a:cubicBezTo>
                    <a:pt x="2" y="0"/>
                    <a:pt x="1" y="0"/>
                    <a:pt x="1" y="1"/>
                  </a:cubicBezTo>
                  <a:lnTo>
                    <a:pt x="310" y="1743"/>
                  </a:lnTo>
                  <a:lnTo>
                    <a:pt x="1292" y="1272"/>
                  </a:lnTo>
                  <a:cubicBezTo>
                    <a:pt x="1292" y="1272"/>
                    <a:pt x="841" y="208"/>
                    <a:pt x="446" y="77"/>
                  </a:cubicBezTo>
                  <a:cubicBezTo>
                    <a:pt x="436" y="77"/>
                    <a:pt x="50" y="0"/>
                    <a:pt x="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283;p16">
              <a:extLst>
                <a:ext uri="{FF2B5EF4-FFF2-40B4-BE49-F238E27FC236}">
                  <a16:creationId xmlns:a16="http://schemas.microsoft.com/office/drawing/2014/main" id="{07F32802-2F76-4D88-EF77-327FC592AFB3}"/>
                </a:ext>
              </a:extLst>
            </p:cNvPr>
            <p:cNvSpPr/>
            <p:nvPr/>
          </p:nvSpPr>
          <p:spPr>
            <a:xfrm>
              <a:off x="2198930" y="1916333"/>
              <a:ext cx="290875" cy="103982"/>
            </a:xfrm>
            <a:custGeom>
              <a:avLst/>
              <a:gdLst/>
              <a:ahLst/>
              <a:cxnLst/>
              <a:rect l="l" t="t" r="r" b="b"/>
              <a:pathLst>
                <a:path w="2554" h="913" extrusionOk="0">
                  <a:moveTo>
                    <a:pt x="436" y="183"/>
                  </a:moveTo>
                  <a:lnTo>
                    <a:pt x="46" y="133"/>
                  </a:lnTo>
                  <a:cubicBezTo>
                    <a:pt x="20" y="168"/>
                    <a:pt x="0" y="209"/>
                    <a:pt x="36" y="244"/>
                  </a:cubicBezTo>
                  <a:lnTo>
                    <a:pt x="36" y="244"/>
                  </a:lnTo>
                  <a:cubicBezTo>
                    <a:pt x="61" y="274"/>
                    <a:pt x="96" y="290"/>
                    <a:pt x="127" y="310"/>
                  </a:cubicBezTo>
                  <a:lnTo>
                    <a:pt x="127" y="310"/>
                  </a:lnTo>
                  <a:cubicBezTo>
                    <a:pt x="137" y="320"/>
                    <a:pt x="213" y="366"/>
                    <a:pt x="213" y="381"/>
                  </a:cubicBezTo>
                  <a:lnTo>
                    <a:pt x="213" y="381"/>
                  </a:lnTo>
                  <a:cubicBezTo>
                    <a:pt x="213" y="431"/>
                    <a:pt x="193" y="467"/>
                    <a:pt x="238" y="502"/>
                  </a:cubicBezTo>
                  <a:lnTo>
                    <a:pt x="238" y="502"/>
                  </a:lnTo>
                  <a:cubicBezTo>
                    <a:pt x="269" y="523"/>
                    <a:pt x="299" y="543"/>
                    <a:pt x="309" y="578"/>
                  </a:cubicBezTo>
                  <a:lnTo>
                    <a:pt x="309" y="578"/>
                  </a:lnTo>
                  <a:cubicBezTo>
                    <a:pt x="329" y="629"/>
                    <a:pt x="299" y="670"/>
                    <a:pt x="329" y="720"/>
                  </a:cubicBezTo>
                  <a:lnTo>
                    <a:pt x="329" y="720"/>
                  </a:lnTo>
                  <a:cubicBezTo>
                    <a:pt x="350" y="756"/>
                    <a:pt x="395" y="811"/>
                    <a:pt x="441" y="806"/>
                  </a:cubicBezTo>
                  <a:lnTo>
                    <a:pt x="441" y="806"/>
                  </a:lnTo>
                  <a:cubicBezTo>
                    <a:pt x="441" y="806"/>
                    <a:pt x="826" y="715"/>
                    <a:pt x="826" y="715"/>
                  </a:cubicBezTo>
                  <a:lnTo>
                    <a:pt x="826" y="715"/>
                  </a:lnTo>
                  <a:cubicBezTo>
                    <a:pt x="912" y="700"/>
                    <a:pt x="1034" y="735"/>
                    <a:pt x="1125" y="746"/>
                  </a:cubicBezTo>
                  <a:lnTo>
                    <a:pt x="1125" y="746"/>
                  </a:lnTo>
                  <a:cubicBezTo>
                    <a:pt x="1221" y="756"/>
                    <a:pt x="1322" y="771"/>
                    <a:pt x="1419" y="786"/>
                  </a:cubicBezTo>
                  <a:lnTo>
                    <a:pt x="1419" y="786"/>
                  </a:lnTo>
                  <a:cubicBezTo>
                    <a:pt x="1662" y="822"/>
                    <a:pt x="1905" y="913"/>
                    <a:pt x="2148" y="832"/>
                  </a:cubicBezTo>
                  <a:lnTo>
                    <a:pt x="2148" y="832"/>
                  </a:lnTo>
                  <a:cubicBezTo>
                    <a:pt x="2325" y="776"/>
                    <a:pt x="2553" y="624"/>
                    <a:pt x="2477" y="396"/>
                  </a:cubicBezTo>
                  <a:lnTo>
                    <a:pt x="2477" y="396"/>
                  </a:lnTo>
                  <a:cubicBezTo>
                    <a:pt x="2437" y="274"/>
                    <a:pt x="2300" y="138"/>
                    <a:pt x="2178" y="128"/>
                  </a:cubicBezTo>
                  <a:lnTo>
                    <a:pt x="2178" y="128"/>
                  </a:lnTo>
                  <a:cubicBezTo>
                    <a:pt x="1905" y="112"/>
                    <a:pt x="836" y="229"/>
                    <a:pt x="836" y="229"/>
                  </a:cubicBezTo>
                  <a:lnTo>
                    <a:pt x="836" y="229"/>
                  </a:lnTo>
                  <a:lnTo>
                    <a:pt x="618" y="112"/>
                  </a:lnTo>
                  <a:lnTo>
                    <a:pt x="446" y="1"/>
                  </a:lnTo>
                  <a:cubicBezTo>
                    <a:pt x="446" y="1"/>
                    <a:pt x="431" y="112"/>
                    <a:pt x="436" y="183"/>
                  </a:cubicBezTo>
                  <a:close/>
                </a:path>
              </a:pathLst>
            </a:custGeom>
            <a:solidFill>
              <a:srgbClr val="FAC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284;p16">
              <a:extLst>
                <a:ext uri="{FF2B5EF4-FFF2-40B4-BE49-F238E27FC236}">
                  <a16:creationId xmlns:a16="http://schemas.microsoft.com/office/drawing/2014/main" id="{45721A20-B907-5485-21E2-94127B27F3E1}"/>
                </a:ext>
              </a:extLst>
            </p:cNvPr>
            <p:cNvSpPr/>
            <p:nvPr/>
          </p:nvSpPr>
          <p:spPr>
            <a:xfrm>
              <a:off x="1832548" y="1916333"/>
              <a:ext cx="290875" cy="103982"/>
            </a:xfrm>
            <a:custGeom>
              <a:avLst/>
              <a:gdLst/>
              <a:ahLst/>
              <a:cxnLst/>
              <a:rect l="l" t="t" r="r" b="b"/>
              <a:pathLst>
                <a:path w="2554" h="913" extrusionOk="0">
                  <a:moveTo>
                    <a:pt x="1936" y="112"/>
                  </a:moveTo>
                  <a:lnTo>
                    <a:pt x="1718" y="229"/>
                  </a:lnTo>
                  <a:cubicBezTo>
                    <a:pt x="1718" y="229"/>
                    <a:pt x="644" y="112"/>
                    <a:pt x="370" y="128"/>
                  </a:cubicBezTo>
                  <a:lnTo>
                    <a:pt x="370" y="128"/>
                  </a:lnTo>
                  <a:cubicBezTo>
                    <a:pt x="254" y="138"/>
                    <a:pt x="117" y="274"/>
                    <a:pt x="77" y="396"/>
                  </a:cubicBezTo>
                  <a:lnTo>
                    <a:pt x="77" y="396"/>
                  </a:lnTo>
                  <a:cubicBezTo>
                    <a:pt x="1" y="624"/>
                    <a:pt x="228" y="776"/>
                    <a:pt x="406" y="832"/>
                  </a:cubicBezTo>
                  <a:lnTo>
                    <a:pt x="406" y="832"/>
                  </a:lnTo>
                  <a:cubicBezTo>
                    <a:pt x="649" y="913"/>
                    <a:pt x="887" y="822"/>
                    <a:pt x="1130" y="786"/>
                  </a:cubicBezTo>
                  <a:lnTo>
                    <a:pt x="1130" y="786"/>
                  </a:lnTo>
                  <a:cubicBezTo>
                    <a:pt x="1231" y="771"/>
                    <a:pt x="1328" y="756"/>
                    <a:pt x="1429" y="746"/>
                  </a:cubicBezTo>
                  <a:lnTo>
                    <a:pt x="1429" y="746"/>
                  </a:lnTo>
                  <a:cubicBezTo>
                    <a:pt x="1520" y="735"/>
                    <a:pt x="1637" y="700"/>
                    <a:pt x="1728" y="715"/>
                  </a:cubicBezTo>
                  <a:lnTo>
                    <a:pt x="1728" y="715"/>
                  </a:lnTo>
                  <a:cubicBezTo>
                    <a:pt x="1728" y="715"/>
                    <a:pt x="2113" y="806"/>
                    <a:pt x="2113" y="806"/>
                  </a:cubicBezTo>
                  <a:lnTo>
                    <a:pt x="2113" y="806"/>
                  </a:lnTo>
                  <a:cubicBezTo>
                    <a:pt x="2158" y="811"/>
                    <a:pt x="2204" y="756"/>
                    <a:pt x="2224" y="720"/>
                  </a:cubicBezTo>
                  <a:lnTo>
                    <a:pt x="2224" y="720"/>
                  </a:lnTo>
                  <a:cubicBezTo>
                    <a:pt x="2255" y="670"/>
                    <a:pt x="2224" y="629"/>
                    <a:pt x="2240" y="578"/>
                  </a:cubicBezTo>
                  <a:lnTo>
                    <a:pt x="2240" y="578"/>
                  </a:lnTo>
                  <a:cubicBezTo>
                    <a:pt x="2250" y="543"/>
                    <a:pt x="2285" y="523"/>
                    <a:pt x="2316" y="502"/>
                  </a:cubicBezTo>
                  <a:lnTo>
                    <a:pt x="2316" y="502"/>
                  </a:lnTo>
                  <a:cubicBezTo>
                    <a:pt x="2361" y="467"/>
                    <a:pt x="2341" y="431"/>
                    <a:pt x="2336" y="381"/>
                  </a:cubicBezTo>
                  <a:lnTo>
                    <a:pt x="2336" y="381"/>
                  </a:lnTo>
                  <a:cubicBezTo>
                    <a:pt x="2336" y="366"/>
                    <a:pt x="2417" y="320"/>
                    <a:pt x="2422" y="310"/>
                  </a:cubicBezTo>
                  <a:lnTo>
                    <a:pt x="2422" y="310"/>
                  </a:lnTo>
                  <a:cubicBezTo>
                    <a:pt x="2452" y="290"/>
                    <a:pt x="2493" y="274"/>
                    <a:pt x="2518" y="244"/>
                  </a:cubicBezTo>
                  <a:lnTo>
                    <a:pt x="2518" y="244"/>
                  </a:lnTo>
                  <a:cubicBezTo>
                    <a:pt x="2554" y="209"/>
                    <a:pt x="2528" y="168"/>
                    <a:pt x="2508" y="133"/>
                  </a:cubicBezTo>
                  <a:lnTo>
                    <a:pt x="2508" y="133"/>
                  </a:lnTo>
                  <a:lnTo>
                    <a:pt x="2118" y="183"/>
                  </a:lnTo>
                  <a:cubicBezTo>
                    <a:pt x="2118" y="112"/>
                    <a:pt x="2108" y="1"/>
                    <a:pt x="2108" y="1"/>
                  </a:cubicBezTo>
                  <a:lnTo>
                    <a:pt x="2108" y="1"/>
                  </a:lnTo>
                  <a:close/>
                </a:path>
              </a:pathLst>
            </a:custGeom>
            <a:solidFill>
              <a:srgbClr val="FAC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" name="Google Shape;285;p16">
            <a:extLst>
              <a:ext uri="{FF2B5EF4-FFF2-40B4-BE49-F238E27FC236}">
                <a16:creationId xmlns:a16="http://schemas.microsoft.com/office/drawing/2014/main" id="{685A1DBF-6CC4-5293-9ECE-D45ECB0DF89C}"/>
              </a:ext>
            </a:extLst>
          </p:cNvPr>
          <p:cNvGrpSpPr/>
          <p:nvPr/>
        </p:nvGrpSpPr>
        <p:grpSpPr>
          <a:xfrm>
            <a:off x="3862520" y="3631200"/>
            <a:ext cx="4290880" cy="1099200"/>
            <a:chOff x="3862520" y="3631200"/>
            <a:chExt cx="4290880" cy="1099200"/>
          </a:xfrm>
        </p:grpSpPr>
        <p:sp>
          <p:nvSpPr>
            <p:cNvPr id="68" name="Google Shape;286;p16">
              <a:extLst>
                <a:ext uri="{FF2B5EF4-FFF2-40B4-BE49-F238E27FC236}">
                  <a16:creationId xmlns:a16="http://schemas.microsoft.com/office/drawing/2014/main" id="{9A2DBB65-EC78-9319-E920-5D109E53E9A9}"/>
                </a:ext>
              </a:extLst>
            </p:cNvPr>
            <p:cNvSpPr/>
            <p:nvPr/>
          </p:nvSpPr>
          <p:spPr>
            <a:xfrm flipH="1">
              <a:off x="4755000" y="3631200"/>
              <a:ext cx="3398400" cy="1099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9" name="Google Shape;287;p16">
              <a:extLst>
                <a:ext uri="{FF2B5EF4-FFF2-40B4-BE49-F238E27FC236}">
                  <a16:creationId xmlns:a16="http://schemas.microsoft.com/office/drawing/2014/main" id="{BB3FC572-CA47-0A41-57D0-49B0538AA4B9}"/>
                </a:ext>
              </a:extLst>
            </p:cNvPr>
            <p:cNvGrpSpPr/>
            <p:nvPr/>
          </p:nvGrpSpPr>
          <p:grpSpPr>
            <a:xfrm flipH="1">
              <a:off x="5117535" y="3681317"/>
              <a:ext cx="2053688" cy="998966"/>
              <a:chOff x="1628675" y="1296908"/>
              <a:chExt cx="2011250" cy="998966"/>
            </a:xfrm>
          </p:grpSpPr>
          <p:sp>
            <p:nvSpPr>
              <p:cNvPr id="73" name="Google Shape;288;p16">
                <a:extLst>
                  <a:ext uri="{FF2B5EF4-FFF2-40B4-BE49-F238E27FC236}">
                    <a16:creationId xmlns:a16="http://schemas.microsoft.com/office/drawing/2014/main" id="{999BAC91-6C64-68E4-03A5-CC3B323BA3AA}"/>
                  </a:ext>
                </a:extLst>
              </p:cNvPr>
              <p:cNvSpPr txBox="1"/>
              <p:nvPr/>
            </p:nvSpPr>
            <p:spPr>
              <a:xfrm>
                <a:off x="1628675" y="1296908"/>
                <a:ext cx="2011248" cy="34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" sz="1800" b="1">
                    <a:solidFill>
                      <a:schemeClr val="lt1"/>
                    </a:solidFill>
                    <a:sym typeface="Fira Sans Extra Condensed"/>
                  </a:rPr>
                  <a:t>Best Model: SVM</a:t>
                </a:r>
                <a:endParaRPr lang="en-US" b="1">
                  <a:solidFill>
                    <a:schemeClr val="lt1"/>
                  </a:solidFill>
                </a:endParaRPr>
              </a:p>
            </p:txBody>
          </p:sp>
          <p:sp>
            <p:nvSpPr>
              <p:cNvPr id="74" name="Google Shape;289;p16">
                <a:extLst>
                  <a:ext uri="{FF2B5EF4-FFF2-40B4-BE49-F238E27FC236}">
                    <a16:creationId xmlns:a16="http://schemas.microsoft.com/office/drawing/2014/main" id="{8F95BC0A-FB61-14EC-BF7A-0E235BD9F07B}"/>
                  </a:ext>
                </a:extLst>
              </p:cNvPr>
              <p:cNvSpPr txBox="1"/>
              <p:nvPr/>
            </p:nvSpPr>
            <p:spPr>
              <a:xfrm>
                <a:off x="1699225" y="1569574"/>
                <a:ext cx="1940700" cy="7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71450" indent="-171450">
                  <a:buChar char="•"/>
                </a:pPr>
                <a:r>
                  <a:rPr lang="en" sz="1200">
                    <a:solidFill>
                      <a:schemeClr val="lt1"/>
                    </a:solidFill>
                    <a:ea typeface="Roboto"/>
                    <a:sym typeface="Roboto"/>
                  </a:rPr>
                  <a:t>Text Classification</a:t>
                </a:r>
                <a:endParaRPr lang="en-US" sz="1200">
                  <a:solidFill>
                    <a:schemeClr val="lt1"/>
                  </a:solidFill>
                  <a:ea typeface="Roboto"/>
                  <a:cs typeface="Roboto"/>
                </a:endParaRPr>
              </a:p>
              <a:p>
                <a:pPr marL="171450" lvl="0" indent="-171450" algn="l">
                  <a:spcBef>
                    <a:spcPts val="0"/>
                  </a:spcBef>
                  <a:spcAft>
                    <a:spcPts val="0"/>
                  </a:spcAft>
                  <a:buChar char="•"/>
                </a:pPr>
                <a:r>
                  <a:rPr lang="en" sz="1200">
                    <a:solidFill>
                      <a:schemeClr val="lt1"/>
                    </a:solidFill>
                    <a:ea typeface="Roboto"/>
                  </a:rPr>
                  <a:t>Precision</a:t>
                </a:r>
              </a:p>
              <a:p>
                <a:pPr marL="171450" indent="-171450">
                  <a:buChar char="•"/>
                </a:pPr>
                <a:r>
                  <a:rPr lang="en" sz="1200">
                    <a:solidFill>
                      <a:schemeClr val="lt1"/>
                    </a:solidFill>
                    <a:ea typeface="Roboto"/>
                  </a:rPr>
                  <a:t>Recall</a:t>
                </a:r>
              </a:p>
              <a:p>
                <a:pPr marL="171450" indent="-171450">
                  <a:buChar char="•"/>
                </a:pPr>
                <a:endParaRPr lang="en" sz="1200">
                  <a:solidFill>
                    <a:schemeClr val="lt1"/>
                  </a:solidFill>
                  <a:ea typeface="Roboto"/>
                </a:endParaRPr>
              </a:p>
              <a:p>
                <a:endParaRPr lang="en-US" sz="1200">
                  <a:solidFill>
                    <a:schemeClr val="lt1"/>
                  </a:solidFill>
                  <a:latin typeface="Roboto"/>
                  <a:ea typeface="Roboto"/>
                  <a:cs typeface="Roboto"/>
                </a:endParaRPr>
              </a:p>
            </p:txBody>
          </p:sp>
        </p:grpSp>
        <p:sp>
          <p:nvSpPr>
            <p:cNvPr id="70" name="Google Shape;290;p16">
              <a:extLst>
                <a:ext uri="{FF2B5EF4-FFF2-40B4-BE49-F238E27FC236}">
                  <a16:creationId xmlns:a16="http://schemas.microsoft.com/office/drawing/2014/main" id="{8B3467F8-9E18-C431-3DBF-268A886F5D53}"/>
                </a:ext>
              </a:extLst>
            </p:cNvPr>
            <p:cNvSpPr/>
            <p:nvPr/>
          </p:nvSpPr>
          <p:spPr>
            <a:xfrm flipH="1">
              <a:off x="7256192" y="3817650"/>
              <a:ext cx="741600" cy="726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291;p16">
              <a:extLst>
                <a:ext uri="{FF2B5EF4-FFF2-40B4-BE49-F238E27FC236}">
                  <a16:creationId xmlns:a16="http://schemas.microsoft.com/office/drawing/2014/main" id="{258D5461-0C89-5C24-4F8D-2492CE14D226}"/>
                </a:ext>
              </a:extLst>
            </p:cNvPr>
            <p:cNvSpPr/>
            <p:nvPr/>
          </p:nvSpPr>
          <p:spPr>
            <a:xfrm flipH="1">
              <a:off x="3862520" y="3945825"/>
              <a:ext cx="479700" cy="469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3</a:t>
              </a:r>
              <a:endParaRPr/>
            </a:p>
          </p:txBody>
        </p:sp>
        <p:cxnSp>
          <p:nvCxnSpPr>
            <p:cNvPr id="72" name="Google Shape;292;p16">
              <a:extLst>
                <a:ext uri="{FF2B5EF4-FFF2-40B4-BE49-F238E27FC236}">
                  <a16:creationId xmlns:a16="http://schemas.microsoft.com/office/drawing/2014/main" id="{F0EE5C46-5EA0-2F1A-518E-73B41DEFF416}"/>
                </a:ext>
              </a:extLst>
            </p:cNvPr>
            <p:cNvCxnSpPr>
              <a:stCxn id="291" idx="2"/>
              <a:endCxn id="286" idx="3"/>
            </p:cNvCxnSpPr>
            <p:nvPr/>
          </p:nvCxnSpPr>
          <p:spPr>
            <a:xfrm>
              <a:off x="4342220" y="4180725"/>
              <a:ext cx="412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4" name="Google Shape;293;p16">
            <a:extLst>
              <a:ext uri="{FF2B5EF4-FFF2-40B4-BE49-F238E27FC236}">
                <a16:creationId xmlns:a16="http://schemas.microsoft.com/office/drawing/2014/main" id="{085B231A-D4AD-D2F6-912E-3B65444DF84A}"/>
              </a:ext>
            </a:extLst>
          </p:cNvPr>
          <p:cNvGrpSpPr/>
          <p:nvPr/>
        </p:nvGrpSpPr>
        <p:grpSpPr>
          <a:xfrm>
            <a:off x="4395915" y="2411250"/>
            <a:ext cx="4290881" cy="1099200"/>
            <a:chOff x="4395915" y="2411250"/>
            <a:chExt cx="4290881" cy="1099200"/>
          </a:xfrm>
        </p:grpSpPr>
        <p:sp>
          <p:nvSpPr>
            <p:cNvPr id="77" name="Google Shape;294;p16">
              <a:extLst>
                <a:ext uri="{FF2B5EF4-FFF2-40B4-BE49-F238E27FC236}">
                  <a16:creationId xmlns:a16="http://schemas.microsoft.com/office/drawing/2014/main" id="{4FFBFE7D-6A9A-3B4F-BA1C-4353A0650894}"/>
                </a:ext>
              </a:extLst>
            </p:cNvPr>
            <p:cNvSpPr/>
            <p:nvPr/>
          </p:nvSpPr>
          <p:spPr>
            <a:xfrm flipH="1">
              <a:off x="5288396" y="2411250"/>
              <a:ext cx="3398400" cy="1099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297;p16">
              <a:extLst>
                <a:ext uri="{FF2B5EF4-FFF2-40B4-BE49-F238E27FC236}">
                  <a16:creationId xmlns:a16="http://schemas.microsoft.com/office/drawing/2014/main" id="{20C64FA4-B846-7AF9-D639-CACE0D32438C}"/>
                </a:ext>
              </a:extLst>
            </p:cNvPr>
            <p:cNvSpPr txBox="1"/>
            <p:nvPr/>
          </p:nvSpPr>
          <p:spPr>
            <a:xfrm flipH="1">
              <a:off x="5650932" y="2484302"/>
              <a:ext cx="1981649" cy="9472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" sz="1200" b="1">
                  <a:solidFill>
                    <a:schemeClr val="lt1"/>
                  </a:solidFill>
                  <a:ea typeface="Roboto"/>
                  <a:sym typeface="Roboto"/>
                </a:rPr>
                <a:t>Algorithms Explored:</a:t>
              </a:r>
              <a:endParaRPr lang="en-US">
                <a:solidFill>
                  <a:schemeClr val="lt1"/>
                </a:solidFill>
                <a:sym typeface="Roboto"/>
              </a:endParaRPr>
            </a:p>
            <a:p>
              <a:pPr marL="285750" indent="-285750">
                <a:buChar char="•"/>
              </a:pPr>
              <a:r>
                <a:rPr lang="en" sz="1200">
                  <a:solidFill>
                    <a:schemeClr val="lt1"/>
                  </a:solidFill>
                  <a:ea typeface="Roboto"/>
                  <a:sym typeface="Roboto"/>
                </a:rPr>
                <a:t>Support Vector Machine (SVM)</a:t>
              </a:r>
              <a:endParaRPr lang="en">
                <a:solidFill>
                  <a:schemeClr val="lt1"/>
                </a:solidFill>
                <a:sym typeface="Roboto"/>
              </a:endParaRPr>
            </a:p>
            <a:p>
              <a:pPr marL="285750" indent="-285750">
                <a:buChar char="•"/>
              </a:pPr>
              <a:r>
                <a:rPr lang="en" sz="1200">
                  <a:solidFill>
                    <a:schemeClr val="lt1"/>
                  </a:solidFill>
                  <a:ea typeface="Roboto"/>
                  <a:sym typeface="Roboto"/>
                </a:rPr>
                <a:t>Logistic Regression</a:t>
              </a:r>
              <a:endParaRPr lang="en">
                <a:solidFill>
                  <a:schemeClr val="lt1"/>
                </a:solidFill>
                <a:sym typeface="Roboto"/>
              </a:endParaRPr>
            </a:p>
            <a:p>
              <a:pPr marL="285750" indent="-285750">
                <a:buChar char="•"/>
              </a:pPr>
              <a:r>
                <a:rPr lang="en" sz="1200">
                  <a:solidFill>
                    <a:schemeClr val="lt1"/>
                  </a:solidFill>
                  <a:ea typeface="Roboto"/>
                  <a:sym typeface="Roboto"/>
                </a:rPr>
                <a:t>Naive Bayes</a:t>
              </a:r>
              <a:endParaRPr lang="en">
                <a:solidFill>
                  <a:schemeClr val="lt1"/>
                </a:solidFill>
                <a:sym typeface="Roboto"/>
              </a:endParaRPr>
            </a:p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lang="en" sz="1200">
                <a:solidFill>
                  <a:schemeClr val="lt1"/>
                </a:solidFill>
                <a:latin typeface="Roboto"/>
                <a:ea typeface="Roboto"/>
                <a:cs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9" name="Google Shape;298;p16">
              <a:extLst>
                <a:ext uri="{FF2B5EF4-FFF2-40B4-BE49-F238E27FC236}">
                  <a16:creationId xmlns:a16="http://schemas.microsoft.com/office/drawing/2014/main" id="{2C198C11-9809-8F88-64C8-7196C774BBD4}"/>
                </a:ext>
              </a:extLst>
            </p:cNvPr>
            <p:cNvSpPr/>
            <p:nvPr/>
          </p:nvSpPr>
          <p:spPr>
            <a:xfrm flipH="1">
              <a:off x="7789587" y="2597700"/>
              <a:ext cx="741600" cy="726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299;p16">
              <a:extLst>
                <a:ext uri="{FF2B5EF4-FFF2-40B4-BE49-F238E27FC236}">
                  <a16:creationId xmlns:a16="http://schemas.microsoft.com/office/drawing/2014/main" id="{070C326B-3A6A-DBEE-ABE7-29D2439533DF}"/>
                </a:ext>
              </a:extLst>
            </p:cNvPr>
            <p:cNvSpPr/>
            <p:nvPr/>
          </p:nvSpPr>
          <p:spPr>
            <a:xfrm flipH="1">
              <a:off x="4395915" y="2725950"/>
              <a:ext cx="479700" cy="469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</a:t>
              </a:r>
              <a:endParaRPr/>
            </a:p>
          </p:txBody>
        </p:sp>
        <p:cxnSp>
          <p:nvCxnSpPr>
            <p:cNvPr id="81" name="Google Shape;300;p16">
              <a:extLst>
                <a:ext uri="{FF2B5EF4-FFF2-40B4-BE49-F238E27FC236}">
                  <a16:creationId xmlns:a16="http://schemas.microsoft.com/office/drawing/2014/main" id="{10EFF874-5C70-8B59-B360-940FC0A1C62E}"/>
                </a:ext>
              </a:extLst>
            </p:cNvPr>
            <p:cNvCxnSpPr>
              <a:stCxn id="294" idx="3"/>
              <a:endCxn id="299" idx="2"/>
            </p:cNvCxnSpPr>
            <p:nvPr/>
          </p:nvCxnSpPr>
          <p:spPr>
            <a:xfrm rot="10800000">
              <a:off x="4875596" y="2960850"/>
              <a:ext cx="412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3" name="Google Shape;301;p16">
            <a:extLst>
              <a:ext uri="{FF2B5EF4-FFF2-40B4-BE49-F238E27FC236}">
                <a16:creationId xmlns:a16="http://schemas.microsoft.com/office/drawing/2014/main" id="{962C7D22-D745-F8C9-AAFF-F0CBA2A1F945}"/>
              </a:ext>
            </a:extLst>
          </p:cNvPr>
          <p:cNvGrpSpPr/>
          <p:nvPr/>
        </p:nvGrpSpPr>
        <p:grpSpPr>
          <a:xfrm>
            <a:off x="3862520" y="1191300"/>
            <a:ext cx="4290880" cy="1099200"/>
            <a:chOff x="3862520" y="1191300"/>
            <a:chExt cx="4290880" cy="1099200"/>
          </a:xfrm>
        </p:grpSpPr>
        <p:sp>
          <p:nvSpPr>
            <p:cNvPr id="86" name="Google Shape;302;p16">
              <a:extLst>
                <a:ext uri="{FF2B5EF4-FFF2-40B4-BE49-F238E27FC236}">
                  <a16:creationId xmlns:a16="http://schemas.microsoft.com/office/drawing/2014/main" id="{C15503E8-9456-D5A7-A4BD-34FC0A7ADB27}"/>
                </a:ext>
              </a:extLst>
            </p:cNvPr>
            <p:cNvSpPr/>
            <p:nvPr/>
          </p:nvSpPr>
          <p:spPr>
            <a:xfrm flipH="1">
              <a:off x="4755000" y="1191300"/>
              <a:ext cx="3398400" cy="1099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305;p16">
              <a:extLst>
                <a:ext uri="{FF2B5EF4-FFF2-40B4-BE49-F238E27FC236}">
                  <a16:creationId xmlns:a16="http://schemas.microsoft.com/office/drawing/2014/main" id="{85226463-7E08-D0A0-F06F-CA89CE22CC00}"/>
                </a:ext>
              </a:extLst>
            </p:cNvPr>
            <p:cNvSpPr txBox="1"/>
            <p:nvPr/>
          </p:nvSpPr>
          <p:spPr>
            <a:xfrm flipH="1">
              <a:off x="5093523" y="1216327"/>
              <a:ext cx="2010464" cy="10432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-US" sz="1200" b="1">
                  <a:solidFill>
                    <a:schemeClr val="lt1"/>
                  </a:solidFill>
                  <a:ea typeface="Roboto"/>
                  <a:sym typeface="Roboto"/>
                </a:rPr>
                <a:t>Goal:</a:t>
              </a:r>
              <a:r>
                <a:rPr lang="en-US" sz="1200">
                  <a:solidFill>
                    <a:schemeClr val="lt1"/>
                  </a:solidFill>
                  <a:ea typeface="Roboto"/>
                  <a:sym typeface="Roboto"/>
                </a:rPr>
                <a:t> To build a real-time tool that detects fake news using machine learning algorithms</a:t>
              </a:r>
              <a:endParaRPr lang="en-US">
                <a:solidFill>
                  <a:schemeClr val="lt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8" name="Google Shape;306;p16">
              <a:extLst>
                <a:ext uri="{FF2B5EF4-FFF2-40B4-BE49-F238E27FC236}">
                  <a16:creationId xmlns:a16="http://schemas.microsoft.com/office/drawing/2014/main" id="{792D9B9E-7500-8D4A-0A23-3F2AFBA468AC}"/>
                </a:ext>
              </a:extLst>
            </p:cNvPr>
            <p:cNvSpPr/>
            <p:nvPr/>
          </p:nvSpPr>
          <p:spPr>
            <a:xfrm flipH="1">
              <a:off x="7256192" y="1377750"/>
              <a:ext cx="741600" cy="726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307;p16">
              <a:extLst>
                <a:ext uri="{FF2B5EF4-FFF2-40B4-BE49-F238E27FC236}">
                  <a16:creationId xmlns:a16="http://schemas.microsoft.com/office/drawing/2014/main" id="{940A7BC5-6DE4-50A1-27BD-5C9E65BC5AFA}"/>
                </a:ext>
              </a:extLst>
            </p:cNvPr>
            <p:cNvSpPr/>
            <p:nvPr/>
          </p:nvSpPr>
          <p:spPr>
            <a:xfrm flipH="1">
              <a:off x="3862520" y="1506075"/>
              <a:ext cx="479700" cy="469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1</a:t>
              </a:r>
              <a:endParaRPr/>
            </a:p>
          </p:txBody>
        </p:sp>
        <p:cxnSp>
          <p:nvCxnSpPr>
            <p:cNvPr id="90" name="Google Shape;308;p16">
              <a:extLst>
                <a:ext uri="{FF2B5EF4-FFF2-40B4-BE49-F238E27FC236}">
                  <a16:creationId xmlns:a16="http://schemas.microsoft.com/office/drawing/2014/main" id="{3D45C413-2021-5CBB-2700-5A850F096766}"/>
                </a:ext>
              </a:extLst>
            </p:cNvPr>
            <p:cNvCxnSpPr>
              <a:stCxn id="302" idx="3"/>
              <a:endCxn id="307" idx="2"/>
            </p:cNvCxnSpPr>
            <p:nvPr/>
          </p:nvCxnSpPr>
          <p:spPr>
            <a:xfrm rot="10800000">
              <a:off x="4342200" y="1740900"/>
              <a:ext cx="412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7" name="Google Shape;309;p16">
            <a:extLst>
              <a:ext uri="{FF2B5EF4-FFF2-40B4-BE49-F238E27FC236}">
                <a16:creationId xmlns:a16="http://schemas.microsoft.com/office/drawing/2014/main" id="{B7FB2BF4-8EA2-FA24-7773-CFEC01BD807A}"/>
              </a:ext>
            </a:extLst>
          </p:cNvPr>
          <p:cNvGrpSpPr/>
          <p:nvPr/>
        </p:nvGrpSpPr>
        <p:grpSpPr>
          <a:xfrm>
            <a:off x="7451650" y="1525193"/>
            <a:ext cx="350703" cy="431557"/>
            <a:chOff x="9099575" y="1917030"/>
            <a:chExt cx="350703" cy="431557"/>
          </a:xfrm>
        </p:grpSpPr>
        <p:sp>
          <p:nvSpPr>
            <p:cNvPr id="95" name="Google Shape;310;p16">
              <a:extLst>
                <a:ext uri="{FF2B5EF4-FFF2-40B4-BE49-F238E27FC236}">
                  <a16:creationId xmlns:a16="http://schemas.microsoft.com/office/drawing/2014/main" id="{60D0565E-16D8-60B1-74FB-2D0075F44E60}"/>
                </a:ext>
              </a:extLst>
            </p:cNvPr>
            <p:cNvSpPr/>
            <p:nvPr/>
          </p:nvSpPr>
          <p:spPr>
            <a:xfrm>
              <a:off x="9099575" y="1917030"/>
              <a:ext cx="350703" cy="431557"/>
            </a:xfrm>
            <a:custGeom>
              <a:avLst/>
              <a:gdLst/>
              <a:ahLst/>
              <a:cxnLst/>
              <a:rect l="l" t="t" r="r" b="b"/>
              <a:pathLst>
                <a:path w="6966" h="8572" extrusionOk="0">
                  <a:moveTo>
                    <a:pt x="350" y="0"/>
                  </a:moveTo>
                  <a:cubicBezTo>
                    <a:pt x="157" y="0"/>
                    <a:pt x="0" y="157"/>
                    <a:pt x="0" y="350"/>
                  </a:cubicBezTo>
                  <a:lnTo>
                    <a:pt x="0" y="8227"/>
                  </a:lnTo>
                  <a:cubicBezTo>
                    <a:pt x="0" y="8414"/>
                    <a:pt x="157" y="8571"/>
                    <a:pt x="350" y="8571"/>
                  </a:cubicBezTo>
                  <a:lnTo>
                    <a:pt x="6616" y="8571"/>
                  </a:lnTo>
                  <a:cubicBezTo>
                    <a:pt x="6809" y="8571"/>
                    <a:pt x="6966" y="8414"/>
                    <a:pt x="6966" y="8227"/>
                  </a:cubicBezTo>
                  <a:lnTo>
                    <a:pt x="6966" y="350"/>
                  </a:lnTo>
                  <a:cubicBezTo>
                    <a:pt x="6966" y="157"/>
                    <a:pt x="6809" y="0"/>
                    <a:pt x="6616" y="0"/>
                  </a:cubicBezTo>
                  <a:close/>
                </a:path>
              </a:pathLst>
            </a:custGeom>
            <a:solidFill>
              <a:srgbClr val="C95B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311;p16">
              <a:extLst>
                <a:ext uri="{FF2B5EF4-FFF2-40B4-BE49-F238E27FC236}">
                  <a16:creationId xmlns:a16="http://schemas.microsoft.com/office/drawing/2014/main" id="{52806175-87B6-8B50-C29F-D7B3C8D48DB4}"/>
                </a:ext>
              </a:extLst>
            </p:cNvPr>
            <p:cNvSpPr/>
            <p:nvPr/>
          </p:nvSpPr>
          <p:spPr>
            <a:xfrm>
              <a:off x="9127366" y="2000403"/>
              <a:ext cx="295122" cy="319590"/>
            </a:xfrm>
            <a:custGeom>
              <a:avLst/>
              <a:gdLst/>
              <a:ahLst/>
              <a:cxnLst/>
              <a:rect l="l" t="t" r="r" b="b"/>
              <a:pathLst>
                <a:path w="5862" h="6348" extrusionOk="0">
                  <a:moveTo>
                    <a:pt x="1" y="1"/>
                  </a:moveTo>
                  <a:lnTo>
                    <a:pt x="1" y="6176"/>
                  </a:lnTo>
                  <a:cubicBezTo>
                    <a:pt x="1" y="6272"/>
                    <a:pt x="77" y="6348"/>
                    <a:pt x="173" y="6348"/>
                  </a:cubicBezTo>
                  <a:lnTo>
                    <a:pt x="5689" y="6348"/>
                  </a:lnTo>
                  <a:cubicBezTo>
                    <a:pt x="5785" y="6348"/>
                    <a:pt x="5861" y="6272"/>
                    <a:pt x="5861" y="6176"/>
                  </a:cubicBezTo>
                  <a:lnTo>
                    <a:pt x="5861" y="1"/>
                  </a:lnTo>
                  <a:close/>
                </a:path>
              </a:pathLst>
            </a:custGeom>
            <a:solidFill>
              <a:srgbClr val="F9F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312;p16">
              <a:extLst>
                <a:ext uri="{FF2B5EF4-FFF2-40B4-BE49-F238E27FC236}">
                  <a16:creationId xmlns:a16="http://schemas.microsoft.com/office/drawing/2014/main" id="{39FBF6B4-278D-C0F1-6002-C82A8EF6D7A6}"/>
                </a:ext>
              </a:extLst>
            </p:cNvPr>
            <p:cNvSpPr/>
            <p:nvPr/>
          </p:nvSpPr>
          <p:spPr>
            <a:xfrm>
              <a:off x="9127366" y="1944821"/>
              <a:ext cx="295122" cy="56638"/>
            </a:xfrm>
            <a:custGeom>
              <a:avLst/>
              <a:gdLst/>
              <a:ahLst/>
              <a:cxnLst/>
              <a:rect l="l" t="t" r="r" b="b"/>
              <a:pathLst>
                <a:path w="5862" h="1125" extrusionOk="0">
                  <a:moveTo>
                    <a:pt x="173" y="0"/>
                  </a:moveTo>
                  <a:cubicBezTo>
                    <a:pt x="77" y="0"/>
                    <a:pt x="1" y="81"/>
                    <a:pt x="1" y="173"/>
                  </a:cubicBezTo>
                  <a:lnTo>
                    <a:pt x="1" y="1125"/>
                  </a:lnTo>
                  <a:lnTo>
                    <a:pt x="5861" y="1125"/>
                  </a:lnTo>
                  <a:lnTo>
                    <a:pt x="5861" y="178"/>
                  </a:lnTo>
                  <a:cubicBezTo>
                    <a:pt x="5861" y="81"/>
                    <a:pt x="5785" y="0"/>
                    <a:pt x="56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313;p16">
              <a:extLst>
                <a:ext uri="{FF2B5EF4-FFF2-40B4-BE49-F238E27FC236}">
                  <a16:creationId xmlns:a16="http://schemas.microsoft.com/office/drawing/2014/main" id="{D78A7416-52F9-B32A-11FD-4AADE6F6649F}"/>
                </a:ext>
              </a:extLst>
            </p:cNvPr>
            <p:cNvSpPr/>
            <p:nvPr/>
          </p:nvSpPr>
          <p:spPr>
            <a:xfrm>
              <a:off x="9149317" y="2234763"/>
              <a:ext cx="251977" cy="64089"/>
            </a:xfrm>
            <a:custGeom>
              <a:avLst/>
              <a:gdLst/>
              <a:ahLst/>
              <a:cxnLst/>
              <a:rect l="l" t="t" r="r" b="b"/>
              <a:pathLst>
                <a:path w="5005" h="1273" extrusionOk="0">
                  <a:moveTo>
                    <a:pt x="132" y="1"/>
                  </a:moveTo>
                  <a:cubicBezTo>
                    <a:pt x="61" y="1"/>
                    <a:pt x="0" y="62"/>
                    <a:pt x="0" y="133"/>
                  </a:cubicBezTo>
                  <a:lnTo>
                    <a:pt x="0" y="1146"/>
                  </a:lnTo>
                  <a:cubicBezTo>
                    <a:pt x="0" y="1217"/>
                    <a:pt x="61" y="1272"/>
                    <a:pt x="132" y="1272"/>
                  </a:cubicBezTo>
                  <a:lnTo>
                    <a:pt x="4878" y="1272"/>
                  </a:lnTo>
                  <a:cubicBezTo>
                    <a:pt x="4949" y="1272"/>
                    <a:pt x="5005" y="1217"/>
                    <a:pt x="5005" y="1146"/>
                  </a:cubicBezTo>
                  <a:lnTo>
                    <a:pt x="5005" y="133"/>
                  </a:lnTo>
                  <a:cubicBezTo>
                    <a:pt x="5005" y="62"/>
                    <a:pt x="4949" y="1"/>
                    <a:pt x="48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314;p16">
              <a:extLst>
                <a:ext uri="{FF2B5EF4-FFF2-40B4-BE49-F238E27FC236}">
                  <a16:creationId xmlns:a16="http://schemas.microsoft.com/office/drawing/2014/main" id="{1B3D2C88-55F6-4567-0A67-1959DBAE8F97}"/>
                </a:ext>
              </a:extLst>
            </p:cNvPr>
            <p:cNvSpPr/>
            <p:nvPr/>
          </p:nvSpPr>
          <p:spPr>
            <a:xfrm>
              <a:off x="9296981" y="2060365"/>
              <a:ext cx="104315" cy="12788"/>
            </a:xfrm>
            <a:custGeom>
              <a:avLst/>
              <a:gdLst/>
              <a:ahLst/>
              <a:cxnLst/>
              <a:rect l="l" t="t" r="r" b="b"/>
              <a:pathLst>
                <a:path w="2072" h="254" extrusionOk="0">
                  <a:moveTo>
                    <a:pt x="137" y="0"/>
                  </a:moveTo>
                  <a:cubicBezTo>
                    <a:pt x="61" y="0"/>
                    <a:pt x="0" y="66"/>
                    <a:pt x="10" y="142"/>
                  </a:cubicBezTo>
                  <a:cubicBezTo>
                    <a:pt x="20" y="203"/>
                    <a:pt x="76" y="253"/>
                    <a:pt x="142" y="253"/>
                  </a:cubicBezTo>
                  <a:lnTo>
                    <a:pt x="1935" y="253"/>
                  </a:lnTo>
                  <a:cubicBezTo>
                    <a:pt x="2011" y="253"/>
                    <a:pt x="2072" y="187"/>
                    <a:pt x="2062" y="111"/>
                  </a:cubicBezTo>
                  <a:cubicBezTo>
                    <a:pt x="2057" y="46"/>
                    <a:pt x="1996" y="0"/>
                    <a:pt x="19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315;p16">
              <a:extLst>
                <a:ext uri="{FF2B5EF4-FFF2-40B4-BE49-F238E27FC236}">
                  <a16:creationId xmlns:a16="http://schemas.microsoft.com/office/drawing/2014/main" id="{D15D785C-3666-CB6E-33A1-8ADB66DC5CA3}"/>
                </a:ext>
              </a:extLst>
            </p:cNvPr>
            <p:cNvSpPr/>
            <p:nvPr/>
          </p:nvSpPr>
          <p:spPr>
            <a:xfrm>
              <a:off x="9316113" y="2031769"/>
              <a:ext cx="83673" cy="12536"/>
            </a:xfrm>
            <a:custGeom>
              <a:avLst/>
              <a:gdLst/>
              <a:ahLst/>
              <a:cxnLst/>
              <a:rect l="l" t="t" r="r" b="b"/>
              <a:pathLst>
                <a:path w="1662" h="249" extrusionOk="0">
                  <a:moveTo>
                    <a:pt x="127" y="1"/>
                  </a:moveTo>
                  <a:cubicBezTo>
                    <a:pt x="61" y="1"/>
                    <a:pt x="0" y="56"/>
                    <a:pt x="5" y="127"/>
                  </a:cubicBezTo>
                  <a:cubicBezTo>
                    <a:pt x="5" y="198"/>
                    <a:pt x="66" y="249"/>
                    <a:pt x="137" y="249"/>
                  </a:cubicBezTo>
                  <a:lnTo>
                    <a:pt x="1535" y="249"/>
                  </a:lnTo>
                  <a:cubicBezTo>
                    <a:pt x="1601" y="249"/>
                    <a:pt x="1662" y="193"/>
                    <a:pt x="1657" y="122"/>
                  </a:cubicBezTo>
                  <a:cubicBezTo>
                    <a:pt x="1657" y="51"/>
                    <a:pt x="1596" y="1"/>
                    <a:pt x="15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316;p16">
              <a:extLst>
                <a:ext uri="{FF2B5EF4-FFF2-40B4-BE49-F238E27FC236}">
                  <a16:creationId xmlns:a16="http://schemas.microsoft.com/office/drawing/2014/main" id="{7959D011-2E29-E150-1675-2FBE943D09D9}"/>
                </a:ext>
              </a:extLst>
            </p:cNvPr>
            <p:cNvSpPr/>
            <p:nvPr/>
          </p:nvSpPr>
          <p:spPr>
            <a:xfrm>
              <a:off x="9296981" y="2089918"/>
              <a:ext cx="104315" cy="12536"/>
            </a:xfrm>
            <a:custGeom>
              <a:avLst/>
              <a:gdLst/>
              <a:ahLst/>
              <a:cxnLst/>
              <a:rect l="l" t="t" r="r" b="b"/>
              <a:pathLst>
                <a:path w="2072" h="249" extrusionOk="0">
                  <a:moveTo>
                    <a:pt x="137" y="1"/>
                  </a:moveTo>
                  <a:cubicBezTo>
                    <a:pt x="61" y="1"/>
                    <a:pt x="0" y="61"/>
                    <a:pt x="10" y="142"/>
                  </a:cubicBezTo>
                  <a:cubicBezTo>
                    <a:pt x="20" y="203"/>
                    <a:pt x="76" y="249"/>
                    <a:pt x="142" y="249"/>
                  </a:cubicBezTo>
                  <a:lnTo>
                    <a:pt x="1935" y="249"/>
                  </a:lnTo>
                  <a:cubicBezTo>
                    <a:pt x="2011" y="249"/>
                    <a:pt x="2072" y="188"/>
                    <a:pt x="2062" y="107"/>
                  </a:cubicBezTo>
                  <a:cubicBezTo>
                    <a:pt x="2057" y="46"/>
                    <a:pt x="1996" y="1"/>
                    <a:pt x="19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317;p16">
              <a:extLst>
                <a:ext uri="{FF2B5EF4-FFF2-40B4-BE49-F238E27FC236}">
                  <a16:creationId xmlns:a16="http://schemas.microsoft.com/office/drawing/2014/main" id="{4DA60715-DEAF-1F6E-38F6-59ECB87A33BD}"/>
                </a:ext>
              </a:extLst>
            </p:cNvPr>
            <p:cNvSpPr/>
            <p:nvPr/>
          </p:nvSpPr>
          <p:spPr>
            <a:xfrm>
              <a:off x="9296981" y="2119270"/>
              <a:ext cx="104315" cy="12788"/>
            </a:xfrm>
            <a:custGeom>
              <a:avLst/>
              <a:gdLst/>
              <a:ahLst/>
              <a:cxnLst/>
              <a:rect l="l" t="t" r="r" b="b"/>
              <a:pathLst>
                <a:path w="2072" h="254" extrusionOk="0">
                  <a:moveTo>
                    <a:pt x="137" y="0"/>
                  </a:moveTo>
                  <a:cubicBezTo>
                    <a:pt x="61" y="0"/>
                    <a:pt x="0" y="66"/>
                    <a:pt x="10" y="142"/>
                  </a:cubicBezTo>
                  <a:cubicBezTo>
                    <a:pt x="20" y="208"/>
                    <a:pt x="76" y="253"/>
                    <a:pt x="142" y="253"/>
                  </a:cubicBezTo>
                  <a:lnTo>
                    <a:pt x="1935" y="253"/>
                  </a:lnTo>
                  <a:cubicBezTo>
                    <a:pt x="2011" y="253"/>
                    <a:pt x="2072" y="188"/>
                    <a:pt x="2062" y="112"/>
                  </a:cubicBezTo>
                  <a:cubicBezTo>
                    <a:pt x="2057" y="51"/>
                    <a:pt x="1996" y="0"/>
                    <a:pt x="19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318;p16">
              <a:extLst>
                <a:ext uri="{FF2B5EF4-FFF2-40B4-BE49-F238E27FC236}">
                  <a16:creationId xmlns:a16="http://schemas.microsoft.com/office/drawing/2014/main" id="{5C03516E-F7D6-4940-B45F-32BDD6989619}"/>
                </a:ext>
              </a:extLst>
            </p:cNvPr>
            <p:cNvSpPr/>
            <p:nvPr/>
          </p:nvSpPr>
          <p:spPr>
            <a:xfrm>
              <a:off x="9148813" y="2148067"/>
              <a:ext cx="252480" cy="12536"/>
            </a:xfrm>
            <a:custGeom>
              <a:avLst/>
              <a:gdLst/>
              <a:ahLst/>
              <a:cxnLst/>
              <a:rect l="l" t="t" r="r" b="b"/>
              <a:pathLst>
                <a:path w="5015" h="249" extrusionOk="0">
                  <a:moveTo>
                    <a:pt x="137" y="1"/>
                  </a:moveTo>
                  <a:cubicBezTo>
                    <a:pt x="61" y="1"/>
                    <a:pt x="0" y="66"/>
                    <a:pt x="10" y="142"/>
                  </a:cubicBezTo>
                  <a:cubicBezTo>
                    <a:pt x="15" y="203"/>
                    <a:pt x="76" y="249"/>
                    <a:pt x="142" y="249"/>
                  </a:cubicBezTo>
                  <a:lnTo>
                    <a:pt x="4878" y="249"/>
                  </a:lnTo>
                  <a:cubicBezTo>
                    <a:pt x="4954" y="249"/>
                    <a:pt x="5015" y="188"/>
                    <a:pt x="5005" y="112"/>
                  </a:cubicBezTo>
                  <a:cubicBezTo>
                    <a:pt x="5000" y="46"/>
                    <a:pt x="4939" y="1"/>
                    <a:pt x="48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319;p16">
              <a:extLst>
                <a:ext uri="{FF2B5EF4-FFF2-40B4-BE49-F238E27FC236}">
                  <a16:creationId xmlns:a16="http://schemas.microsoft.com/office/drawing/2014/main" id="{978258E3-54EE-3BBC-C74C-605E7D4CDBFD}"/>
                </a:ext>
              </a:extLst>
            </p:cNvPr>
            <p:cNvSpPr/>
            <p:nvPr/>
          </p:nvSpPr>
          <p:spPr>
            <a:xfrm>
              <a:off x="9148813" y="2177419"/>
              <a:ext cx="252480" cy="12788"/>
            </a:xfrm>
            <a:custGeom>
              <a:avLst/>
              <a:gdLst/>
              <a:ahLst/>
              <a:cxnLst/>
              <a:rect l="l" t="t" r="r" b="b"/>
              <a:pathLst>
                <a:path w="5015" h="254" extrusionOk="0">
                  <a:moveTo>
                    <a:pt x="137" y="0"/>
                  </a:moveTo>
                  <a:cubicBezTo>
                    <a:pt x="61" y="0"/>
                    <a:pt x="0" y="66"/>
                    <a:pt x="10" y="142"/>
                  </a:cubicBezTo>
                  <a:cubicBezTo>
                    <a:pt x="15" y="208"/>
                    <a:pt x="76" y="253"/>
                    <a:pt x="142" y="253"/>
                  </a:cubicBezTo>
                  <a:lnTo>
                    <a:pt x="4878" y="253"/>
                  </a:lnTo>
                  <a:cubicBezTo>
                    <a:pt x="4954" y="253"/>
                    <a:pt x="5015" y="188"/>
                    <a:pt x="5005" y="112"/>
                  </a:cubicBezTo>
                  <a:cubicBezTo>
                    <a:pt x="5000" y="51"/>
                    <a:pt x="4939" y="0"/>
                    <a:pt x="48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320;p16">
              <a:extLst>
                <a:ext uri="{FF2B5EF4-FFF2-40B4-BE49-F238E27FC236}">
                  <a16:creationId xmlns:a16="http://schemas.microsoft.com/office/drawing/2014/main" id="{127ADE1F-FE81-4849-9550-AE5753C87427}"/>
                </a:ext>
              </a:extLst>
            </p:cNvPr>
            <p:cNvSpPr/>
            <p:nvPr/>
          </p:nvSpPr>
          <p:spPr>
            <a:xfrm>
              <a:off x="9148813" y="2206972"/>
              <a:ext cx="182350" cy="12838"/>
            </a:xfrm>
            <a:custGeom>
              <a:avLst/>
              <a:gdLst/>
              <a:ahLst/>
              <a:cxnLst/>
              <a:rect l="l" t="t" r="r" b="b"/>
              <a:pathLst>
                <a:path w="3622" h="255" extrusionOk="0">
                  <a:moveTo>
                    <a:pt x="137" y="1"/>
                  </a:moveTo>
                  <a:cubicBezTo>
                    <a:pt x="61" y="1"/>
                    <a:pt x="0" y="67"/>
                    <a:pt x="10" y="143"/>
                  </a:cubicBezTo>
                  <a:cubicBezTo>
                    <a:pt x="15" y="208"/>
                    <a:pt x="76" y="254"/>
                    <a:pt x="142" y="254"/>
                  </a:cubicBezTo>
                  <a:lnTo>
                    <a:pt x="3485" y="254"/>
                  </a:lnTo>
                  <a:cubicBezTo>
                    <a:pt x="3561" y="254"/>
                    <a:pt x="3622" y="188"/>
                    <a:pt x="3612" y="112"/>
                  </a:cubicBezTo>
                  <a:cubicBezTo>
                    <a:pt x="3602" y="46"/>
                    <a:pt x="3546" y="1"/>
                    <a:pt x="34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321;p16">
              <a:extLst>
                <a:ext uri="{FF2B5EF4-FFF2-40B4-BE49-F238E27FC236}">
                  <a16:creationId xmlns:a16="http://schemas.microsoft.com/office/drawing/2014/main" id="{35D106C1-0A19-6D8C-D6C8-37DD32B19444}"/>
                </a:ext>
              </a:extLst>
            </p:cNvPr>
            <p:cNvSpPr/>
            <p:nvPr/>
          </p:nvSpPr>
          <p:spPr>
            <a:xfrm>
              <a:off x="9149317" y="2030762"/>
              <a:ext cx="133163" cy="101294"/>
            </a:xfrm>
            <a:custGeom>
              <a:avLst/>
              <a:gdLst/>
              <a:ahLst/>
              <a:cxnLst/>
              <a:rect l="l" t="t" r="r" b="b"/>
              <a:pathLst>
                <a:path w="2645" h="2012" extrusionOk="0">
                  <a:moveTo>
                    <a:pt x="132" y="0"/>
                  </a:moveTo>
                  <a:cubicBezTo>
                    <a:pt x="61" y="0"/>
                    <a:pt x="0" y="61"/>
                    <a:pt x="0" y="132"/>
                  </a:cubicBezTo>
                  <a:lnTo>
                    <a:pt x="0" y="1880"/>
                  </a:lnTo>
                  <a:cubicBezTo>
                    <a:pt x="0" y="1956"/>
                    <a:pt x="61" y="2011"/>
                    <a:pt x="132" y="2011"/>
                  </a:cubicBezTo>
                  <a:lnTo>
                    <a:pt x="2518" y="2011"/>
                  </a:lnTo>
                  <a:cubicBezTo>
                    <a:pt x="2589" y="2011"/>
                    <a:pt x="2644" y="1956"/>
                    <a:pt x="2644" y="1880"/>
                  </a:cubicBezTo>
                  <a:lnTo>
                    <a:pt x="2644" y="132"/>
                  </a:lnTo>
                  <a:cubicBezTo>
                    <a:pt x="2644" y="61"/>
                    <a:pt x="2589" y="0"/>
                    <a:pt x="2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" name="Google Shape;322;p16">
            <a:extLst>
              <a:ext uri="{FF2B5EF4-FFF2-40B4-BE49-F238E27FC236}">
                <a16:creationId xmlns:a16="http://schemas.microsoft.com/office/drawing/2014/main" id="{29B222A8-04E5-3781-22D1-4713F0B9BF83}"/>
              </a:ext>
            </a:extLst>
          </p:cNvPr>
          <p:cNvGrpSpPr/>
          <p:nvPr/>
        </p:nvGrpSpPr>
        <p:grpSpPr>
          <a:xfrm>
            <a:off x="7411217" y="3973731"/>
            <a:ext cx="431563" cy="414139"/>
            <a:chOff x="10730480" y="2546706"/>
            <a:chExt cx="431563" cy="414139"/>
          </a:xfrm>
        </p:grpSpPr>
        <p:sp>
          <p:nvSpPr>
            <p:cNvPr id="109" name="Google Shape;323;p16">
              <a:extLst>
                <a:ext uri="{FF2B5EF4-FFF2-40B4-BE49-F238E27FC236}">
                  <a16:creationId xmlns:a16="http://schemas.microsoft.com/office/drawing/2014/main" id="{31E3D7FB-A668-9EDC-2177-D572860F2478}"/>
                </a:ext>
              </a:extLst>
            </p:cNvPr>
            <p:cNvSpPr/>
            <p:nvPr/>
          </p:nvSpPr>
          <p:spPr>
            <a:xfrm>
              <a:off x="11119150" y="2960599"/>
              <a:ext cx="806" cy="50"/>
            </a:xfrm>
            <a:custGeom>
              <a:avLst/>
              <a:gdLst/>
              <a:ahLst/>
              <a:cxnLst/>
              <a:rect l="l" t="t" r="r" b="b"/>
              <a:pathLst>
                <a:path w="16" h="1" extrusionOk="0">
                  <a:moveTo>
                    <a:pt x="1" y="0"/>
                  </a:moveTo>
                  <a:lnTo>
                    <a:pt x="16" y="0"/>
                  </a:lnTo>
                  <a:lnTo>
                    <a:pt x="16" y="0"/>
                  </a:lnTo>
                  <a:cubicBezTo>
                    <a:pt x="11" y="0"/>
                    <a:pt x="6" y="0"/>
                    <a:pt x="1" y="0"/>
                  </a:cubicBezTo>
                  <a:close/>
                </a:path>
              </a:pathLst>
            </a:custGeom>
            <a:solidFill>
              <a:srgbClr val="90D8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324;p16">
              <a:extLst>
                <a:ext uri="{FF2B5EF4-FFF2-40B4-BE49-F238E27FC236}">
                  <a16:creationId xmlns:a16="http://schemas.microsoft.com/office/drawing/2014/main" id="{0735E947-D35A-BA5C-7D45-2DB6C51F04AF}"/>
                </a:ext>
              </a:extLst>
            </p:cNvPr>
            <p:cNvSpPr/>
            <p:nvPr/>
          </p:nvSpPr>
          <p:spPr>
            <a:xfrm>
              <a:off x="10730480" y="2546706"/>
              <a:ext cx="388462" cy="413937"/>
            </a:xfrm>
            <a:custGeom>
              <a:avLst/>
              <a:gdLst/>
              <a:ahLst/>
              <a:cxnLst/>
              <a:rect l="l" t="t" r="r" b="b"/>
              <a:pathLst>
                <a:path w="7716" h="8222" extrusionOk="0">
                  <a:moveTo>
                    <a:pt x="350" y="0"/>
                  </a:moveTo>
                  <a:cubicBezTo>
                    <a:pt x="158" y="0"/>
                    <a:pt x="1" y="157"/>
                    <a:pt x="1" y="350"/>
                  </a:cubicBezTo>
                  <a:lnTo>
                    <a:pt x="1" y="7386"/>
                  </a:lnTo>
                  <a:cubicBezTo>
                    <a:pt x="1" y="7847"/>
                    <a:pt x="376" y="8221"/>
                    <a:pt x="837" y="8221"/>
                  </a:cubicBezTo>
                  <a:lnTo>
                    <a:pt x="7716" y="8221"/>
                  </a:lnTo>
                  <a:cubicBezTo>
                    <a:pt x="7260" y="8211"/>
                    <a:pt x="6900" y="7826"/>
                    <a:pt x="6900" y="7370"/>
                  </a:cubicBezTo>
                  <a:lnTo>
                    <a:pt x="6900" y="350"/>
                  </a:lnTo>
                  <a:cubicBezTo>
                    <a:pt x="6900" y="157"/>
                    <a:pt x="6743" y="0"/>
                    <a:pt x="65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325;p16">
              <a:extLst>
                <a:ext uri="{FF2B5EF4-FFF2-40B4-BE49-F238E27FC236}">
                  <a16:creationId xmlns:a16="http://schemas.microsoft.com/office/drawing/2014/main" id="{34B18F7B-38F0-5775-1428-EBAC35931CB8}"/>
                </a:ext>
              </a:extLst>
            </p:cNvPr>
            <p:cNvSpPr/>
            <p:nvPr/>
          </p:nvSpPr>
          <p:spPr>
            <a:xfrm>
              <a:off x="11077866" y="2583660"/>
              <a:ext cx="84177" cy="377185"/>
            </a:xfrm>
            <a:custGeom>
              <a:avLst/>
              <a:gdLst/>
              <a:ahLst/>
              <a:cxnLst/>
              <a:rect l="l" t="t" r="r" b="b"/>
              <a:pathLst>
                <a:path w="1672" h="7492" extrusionOk="0">
                  <a:moveTo>
                    <a:pt x="0" y="1"/>
                  </a:moveTo>
                  <a:lnTo>
                    <a:pt x="0" y="6642"/>
                  </a:lnTo>
                  <a:cubicBezTo>
                    <a:pt x="0" y="7077"/>
                    <a:pt x="324" y="7447"/>
                    <a:pt x="760" y="7487"/>
                  </a:cubicBezTo>
                  <a:cubicBezTo>
                    <a:pt x="787" y="7490"/>
                    <a:pt x="813" y="7491"/>
                    <a:pt x="839" y="7491"/>
                  </a:cubicBezTo>
                  <a:cubicBezTo>
                    <a:pt x="1300" y="7491"/>
                    <a:pt x="1672" y="7117"/>
                    <a:pt x="1672" y="6652"/>
                  </a:cubicBezTo>
                  <a:lnTo>
                    <a:pt x="1672" y="1723"/>
                  </a:lnTo>
                  <a:cubicBezTo>
                    <a:pt x="1672" y="1530"/>
                    <a:pt x="1515" y="1373"/>
                    <a:pt x="1322" y="1373"/>
                  </a:cubicBezTo>
                  <a:lnTo>
                    <a:pt x="552" y="1373"/>
                  </a:lnTo>
                  <a:lnTo>
                    <a:pt x="552" y="350"/>
                  </a:lnTo>
                  <a:cubicBezTo>
                    <a:pt x="552" y="158"/>
                    <a:pt x="395" y="1"/>
                    <a:pt x="203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326;p16">
              <a:extLst>
                <a:ext uri="{FF2B5EF4-FFF2-40B4-BE49-F238E27FC236}">
                  <a16:creationId xmlns:a16="http://schemas.microsoft.com/office/drawing/2014/main" id="{2E331A69-6F38-061C-9EED-47CBE9CF05E4}"/>
                </a:ext>
              </a:extLst>
            </p:cNvPr>
            <p:cNvSpPr/>
            <p:nvPr/>
          </p:nvSpPr>
          <p:spPr>
            <a:xfrm>
              <a:off x="11105657" y="2618348"/>
              <a:ext cx="27841" cy="314052"/>
            </a:xfrm>
            <a:custGeom>
              <a:avLst/>
              <a:gdLst/>
              <a:ahLst/>
              <a:cxnLst/>
              <a:rect l="l" t="t" r="r" b="b"/>
              <a:pathLst>
                <a:path w="553" h="6238" extrusionOk="0">
                  <a:moveTo>
                    <a:pt x="0" y="0"/>
                  </a:moveTo>
                  <a:lnTo>
                    <a:pt x="0" y="5953"/>
                  </a:lnTo>
                  <a:cubicBezTo>
                    <a:pt x="0" y="6106"/>
                    <a:pt x="123" y="6237"/>
                    <a:pt x="275" y="6237"/>
                  </a:cubicBezTo>
                  <a:cubicBezTo>
                    <a:pt x="283" y="6237"/>
                    <a:pt x="291" y="6237"/>
                    <a:pt x="299" y="6236"/>
                  </a:cubicBezTo>
                  <a:cubicBezTo>
                    <a:pt x="441" y="6226"/>
                    <a:pt x="552" y="6104"/>
                    <a:pt x="552" y="5958"/>
                  </a:cubicBezTo>
                  <a:lnTo>
                    <a:pt x="552" y="350"/>
                  </a:lnTo>
                  <a:cubicBezTo>
                    <a:pt x="552" y="158"/>
                    <a:pt x="395" y="0"/>
                    <a:pt x="2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327;p16">
              <a:extLst>
                <a:ext uri="{FF2B5EF4-FFF2-40B4-BE49-F238E27FC236}">
                  <a16:creationId xmlns:a16="http://schemas.microsoft.com/office/drawing/2014/main" id="{E04A4863-A929-9DF3-F74D-C8F23BFD95F1}"/>
                </a:ext>
              </a:extLst>
            </p:cNvPr>
            <p:cNvSpPr/>
            <p:nvPr/>
          </p:nvSpPr>
          <p:spPr>
            <a:xfrm>
              <a:off x="10751675" y="2772658"/>
              <a:ext cx="305040" cy="12536"/>
            </a:xfrm>
            <a:custGeom>
              <a:avLst/>
              <a:gdLst/>
              <a:ahLst/>
              <a:cxnLst/>
              <a:rect l="l" t="t" r="r" b="b"/>
              <a:pathLst>
                <a:path w="6059" h="249" extrusionOk="0">
                  <a:moveTo>
                    <a:pt x="137" y="0"/>
                  </a:moveTo>
                  <a:cubicBezTo>
                    <a:pt x="61" y="0"/>
                    <a:pt x="0" y="61"/>
                    <a:pt x="5" y="137"/>
                  </a:cubicBezTo>
                  <a:cubicBezTo>
                    <a:pt x="15" y="203"/>
                    <a:pt x="71" y="248"/>
                    <a:pt x="137" y="248"/>
                  </a:cubicBezTo>
                  <a:lnTo>
                    <a:pt x="5917" y="248"/>
                  </a:lnTo>
                  <a:cubicBezTo>
                    <a:pt x="5998" y="248"/>
                    <a:pt x="6059" y="183"/>
                    <a:pt x="6049" y="107"/>
                  </a:cubicBezTo>
                  <a:cubicBezTo>
                    <a:pt x="6038" y="46"/>
                    <a:pt x="5983" y="0"/>
                    <a:pt x="59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328;p16">
              <a:extLst>
                <a:ext uri="{FF2B5EF4-FFF2-40B4-BE49-F238E27FC236}">
                  <a16:creationId xmlns:a16="http://schemas.microsoft.com/office/drawing/2014/main" id="{C6D07A30-CBA1-53F3-7F01-EAEB7CE43E37}"/>
                </a:ext>
              </a:extLst>
            </p:cNvPr>
            <p:cNvSpPr/>
            <p:nvPr/>
          </p:nvSpPr>
          <p:spPr>
            <a:xfrm>
              <a:off x="10751675" y="2814697"/>
              <a:ext cx="305040" cy="12586"/>
            </a:xfrm>
            <a:custGeom>
              <a:avLst/>
              <a:gdLst/>
              <a:ahLst/>
              <a:cxnLst/>
              <a:rect l="l" t="t" r="r" b="b"/>
              <a:pathLst>
                <a:path w="6059" h="250" extrusionOk="0">
                  <a:moveTo>
                    <a:pt x="137" y="1"/>
                  </a:moveTo>
                  <a:cubicBezTo>
                    <a:pt x="61" y="1"/>
                    <a:pt x="0" y="67"/>
                    <a:pt x="5" y="143"/>
                  </a:cubicBezTo>
                  <a:cubicBezTo>
                    <a:pt x="15" y="204"/>
                    <a:pt x="71" y="249"/>
                    <a:pt x="137" y="249"/>
                  </a:cubicBezTo>
                  <a:lnTo>
                    <a:pt x="5917" y="249"/>
                  </a:lnTo>
                  <a:cubicBezTo>
                    <a:pt x="5998" y="249"/>
                    <a:pt x="6059" y="188"/>
                    <a:pt x="6049" y="112"/>
                  </a:cubicBezTo>
                  <a:cubicBezTo>
                    <a:pt x="6038" y="47"/>
                    <a:pt x="5983" y="1"/>
                    <a:pt x="59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329;p16">
              <a:extLst>
                <a:ext uri="{FF2B5EF4-FFF2-40B4-BE49-F238E27FC236}">
                  <a16:creationId xmlns:a16="http://schemas.microsoft.com/office/drawing/2014/main" id="{F30361D8-B0B4-F2E7-03B8-DFF1F0202542}"/>
                </a:ext>
              </a:extLst>
            </p:cNvPr>
            <p:cNvSpPr/>
            <p:nvPr/>
          </p:nvSpPr>
          <p:spPr>
            <a:xfrm>
              <a:off x="10751675" y="2856786"/>
              <a:ext cx="305040" cy="12838"/>
            </a:xfrm>
            <a:custGeom>
              <a:avLst/>
              <a:gdLst/>
              <a:ahLst/>
              <a:cxnLst/>
              <a:rect l="l" t="t" r="r" b="b"/>
              <a:pathLst>
                <a:path w="6059" h="255" extrusionOk="0">
                  <a:moveTo>
                    <a:pt x="137" y="1"/>
                  </a:moveTo>
                  <a:cubicBezTo>
                    <a:pt x="61" y="1"/>
                    <a:pt x="0" y="67"/>
                    <a:pt x="5" y="143"/>
                  </a:cubicBezTo>
                  <a:cubicBezTo>
                    <a:pt x="15" y="208"/>
                    <a:pt x="71" y="254"/>
                    <a:pt x="137" y="254"/>
                  </a:cubicBezTo>
                  <a:lnTo>
                    <a:pt x="5917" y="254"/>
                  </a:lnTo>
                  <a:cubicBezTo>
                    <a:pt x="5998" y="254"/>
                    <a:pt x="6059" y="188"/>
                    <a:pt x="6049" y="112"/>
                  </a:cubicBezTo>
                  <a:cubicBezTo>
                    <a:pt x="6038" y="46"/>
                    <a:pt x="5983" y="1"/>
                    <a:pt x="59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330;p16">
              <a:extLst>
                <a:ext uri="{FF2B5EF4-FFF2-40B4-BE49-F238E27FC236}">
                  <a16:creationId xmlns:a16="http://schemas.microsoft.com/office/drawing/2014/main" id="{3364EE07-A49C-9CF4-764C-CE8AE6C09D08}"/>
                </a:ext>
              </a:extLst>
            </p:cNvPr>
            <p:cNvSpPr/>
            <p:nvPr/>
          </p:nvSpPr>
          <p:spPr>
            <a:xfrm>
              <a:off x="10751675" y="2898875"/>
              <a:ext cx="305040" cy="12788"/>
            </a:xfrm>
            <a:custGeom>
              <a:avLst/>
              <a:gdLst/>
              <a:ahLst/>
              <a:cxnLst/>
              <a:rect l="l" t="t" r="r" b="b"/>
              <a:pathLst>
                <a:path w="6059" h="254" extrusionOk="0">
                  <a:moveTo>
                    <a:pt x="137" y="1"/>
                  </a:moveTo>
                  <a:cubicBezTo>
                    <a:pt x="61" y="1"/>
                    <a:pt x="0" y="66"/>
                    <a:pt x="5" y="142"/>
                  </a:cubicBezTo>
                  <a:cubicBezTo>
                    <a:pt x="15" y="208"/>
                    <a:pt x="71" y="254"/>
                    <a:pt x="137" y="254"/>
                  </a:cubicBezTo>
                  <a:lnTo>
                    <a:pt x="5917" y="254"/>
                  </a:lnTo>
                  <a:cubicBezTo>
                    <a:pt x="5998" y="254"/>
                    <a:pt x="6059" y="188"/>
                    <a:pt x="6049" y="112"/>
                  </a:cubicBezTo>
                  <a:cubicBezTo>
                    <a:pt x="6038" y="46"/>
                    <a:pt x="5983" y="1"/>
                    <a:pt x="59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331;p16">
              <a:extLst>
                <a:ext uri="{FF2B5EF4-FFF2-40B4-BE49-F238E27FC236}">
                  <a16:creationId xmlns:a16="http://schemas.microsoft.com/office/drawing/2014/main" id="{C5476A9A-CBE0-2CF7-67C2-E122BD2662CA}"/>
                </a:ext>
              </a:extLst>
            </p:cNvPr>
            <p:cNvSpPr/>
            <p:nvPr/>
          </p:nvSpPr>
          <p:spPr>
            <a:xfrm>
              <a:off x="10751675" y="2646139"/>
              <a:ext cx="172683" cy="96964"/>
            </a:xfrm>
            <a:custGeom>
              <a:avLst/>
              <a:gdLst/>
              <a:ahLst/>
              <a:cxnLst/>
              <a:rect l="l" t="t" r="r" b="b"/>
              <a:pathLst>
                <a:path w="3430" h="1926" extrusionOk="0">
                  <a:moveTo>
                    <a:pt x="127" y="1"/>
                  </a:moveTo>
                  <a:cubicBezTo>
                    <a:pt x="56" y="1"/>
                    <a:pt x="0" y="56"/>
                    <a:pt x="0" y="127"/>
                  </a:cubicBezTo>
                  <a:lnTo>
                    <a:pt x="0" y="1794"/>
                  </a:lnTo>
                  <a:cubicBezTo>
                    <a:pt x="0" y="1870"/>
                    <a:pt x="56" y="1926"/>
                    <a:pt x="127" y="1926"/>
                  </a:cubicBezTo>
                  <a:lnTo>
                    <a:pt x="3303" y="1926"/>
                  </a:lnTo>
                  <a:cubicBezTo>
                    <a:pt x="3374" y="1926"/>
                    <a:pt x="3430" y="1870"/>
                    <a:pt x="3430" y="1794"/>
                  </a:cubicBezTo>
                  <a:lnTo>
                    <a:pt x="3430" y="127"/>
                  </a:lnTo>
                  <a:cubicBezTo>
                    <a:pt x="3430" y="56"/>
                    <a:pt x="3374" y="1"/>
                    <a:pt x="3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332;p16">
              <a:extLst>
                <a:ext uri="{FF2B5EF4-FFF2-40B4-BE49-F238E27FC236}">
                  <a16:creationId xmlns:a16="http://schemas.microsoft.com/office/drawing/2014/main" id="{AD53ED08-486B-4E0B-8677-7379F4DBC9CB}"/>
                </a:ext>
              </a:extLst>
            </p:cNvPr>
            <p:cNvSpPr/>
            <p:nvPr/>
          </p:nvSpPr>
          <p:spPr>
            <a:xfrm>
              <a:off x="10939365" y="2730317"/>
              <a:ext cx="117354" cy="12788"/>
            </a:xfrm>
            <a:custGeom>
              <a:avLst/>
              <a:gdLst/>
              <a:ahLst/>
              <a:cxnLst/>
              <a:rect l="l" t="t" r="r" b="b"/>
              <a:pathLst>
                <a:path w="2331" h="254" extrusionOk="0">
                  <a:moveTo>
                    <a:pt x="137" y="0"/>
                  </a:moveTo>
                  <a:cubicBezTo>
                    <a:pt x="61" y="0"/>
                    <a:pt x="1" y="66"/>
                    <a:pt x="6" y="142"/>
                  </a:cubicBezTo>
                  <a:cubicBezTo>
                    <a:pt x="16" y="208"/>
                    <a:pt x="71" y="254"/>
                    <a:pt x="137" y="254"/>
                  </a:cubicBezTo>
                  <a:lnTo>
                    <a:pt x="2189" y="254"/>
                  </a:lnTo>
                  <a:cubicBezTo>
                    <a:pt x="2270" y="254"/>
                    <a:pt x="2331" y="188"/>
                    <a:pt x="2321" y="112"/>
                  </a:cubicBezTo>
                  <a:cubicBezTo>
                    <a:pt x="2310" y="51"/>
                    <a:pt x="2255" y="0"/>
                    <a:pt x="2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333;p16">
              <a:extLst>
                <a:ext uri="{FF2B5EF4-FFF2-40B4-BE49-F238E27FC236}">
                  <a16:creationId xmlns:a16="http://schemas.microsoft.com/office/drawing/2014/main" id="{15939295-47DC-1865-3737-AB142EB5EE33}"/>
                </a:ext>
              </a:extLst>
            </p:cNvPr>
            <p:cNvSpPr/>
            <p:nvPr/>
          </p:nvSpPr>
          <p:spPr>
            <a:xfrm>
              <a:off x="10965645" y="2646139"/>
              <a:ext cx="91074" cy="12536"/>
            </a:xfrm>
            <a:custGeom>
              <a:avLst/>
              <a:gdLst/>
              <a:ahLst/>
              <a:cxnLst/>
              <a:rect l="l" t="t" r="r" b="b"/>
              <a:pathLst>
                <a:path w="1809" h="249" extrusionOk="0">
                  <a:moveTo>
                    <a:pt x="137" y="1"/>
                  </a:moveTo>
                  <a:cubicBezTo>
                    <a:pt x="61" y="1"/>
                    <a:pt x="0" y="66"/>
                    <a:pt x="5" y="142"/>
                  </a:cubicBezTo>
                  <a:cubicBezTo>
                    <a:pt x="15" y="203"/>
                    <a:pt x="76" y="249"/>
                    <a:pt x="137" y="249"/>
                  </a:cubicBezTo>
                  <a:lnTo>
                    <a:pt x="1667" y="249"/>
                  </a:lnTo>
                  <a:cubicBezTo>
                    <a:pt x="1748" y="249"/>
                    <a:pt x="1809" y="188"/>
                    <a:pt x="1799" y="112"/>
                  </a:cubicBezTo>
                  <a:cubicBezTo>
                    <a:pt x="1788" y="46"/>
                    <a:pt x="1733" y="1"/>
                    <a:pt x="16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334;p16">
              <a:extLst>
                <a:ext uri="{FF2B5EF4-FFF2-40B4-BE49-F238E27FC236}">
                  <a16:creationId xmlns:a16="http://schemas.microsoft.com/office/drawing/2014/main" id="{3C921B99-4303-73A3-6D14-7508047D3F28}"/>
                </a:ext>
              </a:extLst>
            </p:cNvPr>
            <p:cNvSpPr/>
            <p:nvPr/>
          </p:nvSpPr>
          <p:spPr>
            <a:xfrm>
              <a:off x="10939365" y="2688228"/>
              <a:ext cx="117354" cy="12788"/>
            </a:xfrm>
            <a:custGeom>
              <a:avLst/>
              <a:gdLst/>
              <a:ahLst/>
              <a:cxnLst/>
              <a:rect l="l" t="t" r="r" b="b"/>
              <a:pathLst>
                <a:path w="2331" h="254" extrusionOk="0">
                  <a:moveTo>
                    <a:pt x="137" y="0"/>
                  </a:moveTo>
                  <a:cubicBezTo>
                    <a:pt x="61" y="0"/>
                    <a:pt x="1" y="66"/>
                    <a:pt x="6" y="142"/>
                  </a:cubicBezTo>
                  <a:cubicBezTo>
                    <a:pt x="16" y="208"/>
                    <a:pt x="71" y="254"/>
                    <a:pt x="137" y="254"/>
                  </a:cubicBezTo>
                  <a:lnTo>
                    <a:pt x="2189" y="254"/>
                  </a:lnTo>
                  <a:cubicBezTo>
                    <a:pt x="2270" y="254"/>
                    <a:pt x="2331" y="188"/>
                    <a:pt x="2321" y="112"/>
                  </a:cubicBezTo>
                  <a:cubicBezTo>
                    <a:pt x="2310" y="46"/>
                    <a:pt x="2255" y="0"/>
                    <a:pt x="2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335;p16">
              <a:extLst>
                <a:ext uri="{FF2B5EF4-FFF2-40B4-BE49-F238E27FC236}">
                  <a16:creationId xmlns:a16="http://schemas.microsoft.com/office/drawing/2014/main" id="{E62420A4-99B3-F83B-BFB1-F2E4F25E3254}"/>
                </a:ext>
              </a:extLst>
            </p:cNvPr>
            <p:cNvSpPr/>
            <p:nvPr/>
          </p:nvSpPr>
          <p:spPr>
            <a:xfrm>
              <a:off x="10751675" y="2568606"/>
              <a:ext cx="304285" cy="54876"/>
            </a:xfrm>
            <a:custGeom>
              <a:avLst/>
              <a:gdLst/>
              <a:ahLst/>
              <a:cxnLst/>
              <a:rect l="l" t="t" r="r" b="b"/>
              <a:pathLst>
                <a:path w="6044" h="1090" extrusionOk="0">
                  <a:moveTo>
                    <a:pt x="127" y="1"/>
                  </a:moveTo>
                  <a:cubicBezTo>
                    <a:pt x="56" y="1"/>
                    <a:pt x="0" y="56"/>
                    <a:pt x="0" y="127"/>
                  </a:cubicBezTo>
                  <a:lnTo>
                    <a:pt x="0" y="958"/>
                  </a:lnTo>
                  <a:cubicBezTo>
                    <a:pt x="0" y="1029"/>
                    <a:pt x="56" y="1090"/>
                    <a:pt x="127" y="1090"/>
                  </a:cubicBezTo>
                  <a:lnTo>
                    <a:pt x="5912" y="1090"/>
                  </a:lnTo>
                  <a:cubicBezTo>
                    <a:pt x="5983" y="1090"/>
                    <a:pt x="6044" y="1029"/>
                    <a:pt x="6044" y="958"/>
                  </a:cubicBezTo>
                  <a:lnTo>
                    <a:pt x="6044" y="127"/>
                  </a:lnTo>
                  <a:cubicBezTo>
                    <a:pt x="6044" y="56"/>
                    <a:pt x="5983" y="1"/>
                    <a:pt x="59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" name="Google Shape;336;p16">
            <a:extLst>
              <a:ext uri="{FF2B5EF4-FFF2-40B4-BE49-F238E27FC236}">
                <a16:creationId xmlns:a16="http://schemas.microsoft.com/office/drawing/2014/main" id="{D3D643ED-564F-1437-2D1B-479D1DF52F6E}"/>
              </a:ext>
            </a:extLst>
          </p:cNvPr>
          <p:cNvGrpSpPr/>
          <p:nvPr/>
        </p:nvGrpSpPr>
        <p:grpSpPr>
          <a:xfrm>
            <a:off x="7944593" y="2745063"/>
            <a:ext cx="431564" cy="431564"/>
            <a:chOff x="10534080" y="1861650"/>
            <a:chExt cx="431564" cy="431564"/>
          </a:xfrm>
        </p:grpSpPr>
        <p:sp>
          <p:nvSpPr>
            <p:cNvPr id="124" name="Google Shape;337;p16">
              <a:extLst>
                <a:ext uri="{FF2B5EF4-FFF2-40B4-BE49-F238E27FC236}">
                  <a16:creationId xmlns:a16="http://schemas.microsoft.com/office/drawing/2014/main" id="{01D1546B-58E5-0CB6-2378-48600C1C2B66}"/>
                </a:ext>
              </a:extLst>
            </p:cNvPr>
            <p:cNvSpPr/>
            <p:nvPr/>
          </p:nvSpPr>
          <p:spPr>
            <a:xfrm>
              <a:off x="10922449" y="2236575"/>
              <a:ext cx="12838" cy="43146"/>
            </a:xfrm>
            <a:custGeom>
              <a:avLst/>
              <a:gdLst/>
              <a:ahLst/>
              <a:cxnLst/>
              <a:rect l="l" t="t" r="r" b="b"/>
              <a:pathLst>
                <a:path w="255" h="857" extrusionOk="0">
                  <a:moveTo>
                    <a:pt x="128" y="0"/>
                  </a:moveTo>
                  <a:cubicBezTo>
                    <a:pt x="57" y="5"/>
                    <a:pt x="1" y="66"/>
                    <a:pt x="1" y="132"/>
                  </a:cubicBezTo>
                  <a:lnTo>
                    <a:pt x="1" y="724"/>
                  </a:lnTo>
                  <a:cubicBezTo>
                    <a:pt x="1" y="795"/>
                    <a:pt x="57" y="856"/>
                    <a:pt x="128" y="856"/>
                  </a:cubicBezTo>
                  <a:cubicBezTo>
                    <a:pt x="130" y="856"/>
                    <a:pt x="133" y="856"/>
                    <a:pt x="136" y="856"/>
                  </a:cubicBezTo>
                  <a:cubicBezTo>
                    <a:pt x="203" y="856"/>
                    <a:pt x="254" y="798"/>
                    <a:pt x="254" y="735"/>
                  </a:cubicBezTo>
                  <a:lnTo>
                    <a:pt x="254" y="127"/>
                  </a:lnTo>
                  <a:cubicBezTo>
                    <a:pt x="254" y="56"/>
                    <a:pt x="199" y="0"/>
                    <a:pt x="128" y="0"/>
                  </a:cubicBezTo>
                  <a:close/>
                </a:path>
              </a:pathLst>
            </a:custGeom>
            <a:solidFill>
              <a:srgbClr val="4070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338;p16">
              <a:extLst>
                <a:ext uri="{FF2B5EF4-FFF2-40B4-BE49-F238E27FC236}">
                  <a16:creationId xmlns:a16="http://schemas.microsoft.com/office/drawing/2014/main" id="{1D7ADDC5-6651-A6D3-5EE6-5E004D17D70F}"/>
                </a:ext>
              </a:extLst>
            </p:cNvPr>
            <p:cNvSpPr/>
            <p:nvPr/>
          </p:nvSpPr>
          <p:spPr>
            <a:xfrm>
              <a:off x="10534080" y="2247752"/>
              <a:ext cx="322913" cy="45462"/>
            </a:xfrm>
            <a:custGeom>
              <a:avLst/>
              <a:gdLst/>
              <a:ahLst/>
              <a:cxnLst/>
              <a:rect l="l" t="t" r="r" b="b"/>
              <a:pathLst>
                <a:path w="6414" h="903" extrusionOk="0">
                  <a:moveTo>
                    <a:pt x="0" y="1"/>
                  </a:moveTo>
                  <a:lnTo>
                    <a:pt x="0" y="553"/>
                  </a:lnTo>
                  <a:cubicBezTo>
                    <a:pt x="0" y="746"/>
                    <a:pt x="157" y="903"/>
                    <a:pt x="350" y="903"/>
                  </a:cubicBezTo>
                  <a:lnTo>
                    <a:pt x="6064" y="903"/>
                  </a:lnTo>
                  <a:cubicBezTo>
                    <a:pt x="6256" y="903"/>
                    <a:pt x="6413" y="746"/>
                    <a:pt x="6413" y="553"/>
                  </a:cubicBezTo>
                  <a:lnTo>
                    <a:pt x="64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339;p16">
              <a:extLst>
                <a:ext uri="{FF2B5EF4-FFF2-40B4-BE49-F238E27FC236}">
                  <a16:creationId xmlns:a16="http://schemas.microsoft.com/office/drawing/2014/main" id="{D435CC2E-F781-C67F-0B98-7C43AD2E48D0}"/>
                </a:ext>
              </a:extLst>
            </p:cNvPr>
            <p:cNvSpPr/>
            <p:nvPr/>
          </p:nvSpPr>
          <p:spPr>
            <a:xfrm>
              <a:off x="10534080" y="2219710"/>
              <a:ext cx="322913" cy="45713"/>
            </a:xfrm>
            <a:custGeom>
              <a:avLst/>
              <a:gdLst/>
              <a:ahLst/>
              <a:cxnLst/>
              <a:rect l="l" t="t" r="r" b="b"/>
              <a:pathLst>
                <a:path w="6414" h="908" extrusionOk="0">
                  <a:moveTo>
                    <a:pt x="0" y="1"/>
                  </a:moveTo>
                  <a:lnTo>
                    <a:pt x="0" y="558"/>
                  </a:lnTo>
                  <a:cubicBezTo>
                    <a:pt x="0" y="750"/>
                    <a:pt x="157" y="907"/>
                    <a:pt x="350" y="907"/>
                  </a:cubicBezTo>
                  <a:lnTo>
                    <a:pt x="6064" y="907"/>
                  </a:lnTo>
                  <a:cubicBezTo>
                    <a:pt x="6256" y="907"/>
                    <a:pt x="6413" y="750"/>
                    <a:pt x="6413" y="558"/>
                  </a:cubicBezTo>
                  <a:lnTo>
                    <a:pt x="6413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340;p16">
              <a:extLst>
                <a:ext uri="{FF2B5EF4-FFF2-40B4-BE49-F238E27FC236}">
                  <a16:creationId xmlns:a16="http://schemas.microsoft.com/office/drawing/2014/main" id="{99C8770A-18F6-3AB8-011D-73270ED097D3}"/>
                </a:ext>
              </a:extLst>
            </p:cNvPr>
            <p:cNvSpPr/>
            <p:nvPr/>
          </p:nvSpPr>
          <p:spPr>
            <a:xfrm>
              <a:off x="10534080" y="1884356"/>
              <a:ext cx="322913" cy="59961"/>
            </a:xfrm>
            <a:custGeom>
              <a:avLst/>
              <a:gdLst/>
              <a:ahLst/>
              <a:cxnLst/>
              <a:rect l="l" t="t" r="r" b="b"/>
              <a:pathLst>
                <a:path w="6414" h="1191" extrusionOk="0">
                  <a:moveTo>
                    <a:pt x="350" y="0"/>
                  </a:moveTo>
                  <a:cubicBezTo>
                    <a:pt x="157" y="0"/>
                    <a:pt x="0" y="157"/>
                    <a:pt x="0" y="350"/>
                  </a:cubicBezTo>
                  <a:lnTo>
                    <a:pt x="0" y="1191"/>
                  </a:lnTo>
                  <a:lnTo>
                    <a:pt x="6413" y="1191"/>
                  </a:lnTo>
                  <a:lnTo>
                    <a:pt x="6413" y="350"/>
                  </a:lnTo>
                  <a:cubicBezTo>
                    <a:pt x="6413" y="157"/>
                    <a:pt x="6256" y="0"/>
                    <a:pt x="60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341;p16">
              <a:extLst>
                <a:ext uri="{FF2B5EF4-FFF2-40B4-BE49-F238E27FC236}">
                  <a16:creationId xmlns:a16="http://schemas.microsoft.com/office/drawing/2014/main" id="{10985316-5670-E2F5-40C5-624668BE25CA}"/>
                </a:ext>
              </a:extLst>
            </p:cNvPr>
            <p:cNvSpPr/>
            <p:nvPr/>
          </p:nvSpPr>
          <p:spPr>
            <a:xfrm>
              <a:off x="10534080" y="1944268"/>
              <a:ext cx="322913" cy="293360"/>
            </a:xfrm>
            <a:custGeom>
              <a:avLst/>
              <a:gdLst/>
              <a:ahLst/>
              <a:cxnLst/>
              <a:rect l="l" t="t" r="r" b="b"/>
              <a:pathLst>
                <a:path w="6414" h="5827" extrusionOk="0">
                  <a:moveTo>
                    <a:pt x="0" y="1"/>
                  </a:moveTo>
                  <a:lnTo>
                    <a:pt x="0" y="5477"/>
                  </a:lnTo>
                  <a:cubicBezTo>
                    <a:pt x="0" y="5669"/>
                    <a:pt x="157" y="5826"/>
                    <a:pt x="350" y="5826"/>
                  </a:cubicBezTo>
                  <a:lnTo>
                    <a:pt x="6064" y="5826"/>
                  </a:lnTo>
                  <a:cubicBezTo>
                    <a:pt x="6256" y="5826"/>
                    <a:pt x="6413" y="5669"/>
                    <a:pt x="6413" y="5477"/>
                  </a:cubicBezTo>
                  <a:lnTo>
                    <a:pt x="641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342;p16">
              <a:extLst>
                <a:ext uri="{FF2B5EF4-FFF2-40B4-BE49-F238E27FC236}">
                  <a16:creationId xmlns:a16="http://schemas.microsoft.com/office/drawing/2014/main" id="{28D5283A-882C-3148-6A43-A86BC8CBFC4A}"/>
                </a:ext>
              </a:extLst>
            </p:cNvPr>
            <p:cNvSpPr/>
            <p:nvPr/>
          </p:nvSpPr>
          <p:spPr>
            <a:xfrm>
              <a:off x="10783494" y="1861650"/>
              <a:ext cx="27841" cy="45462"/>
            </a:xfrm>
            <a:custGeom>
              <a:avLst/>
              <a:gdLst/>
              <a:ahLst/>
              <a:cxnLst/>
              <a:rect l="l" t="t" r="r" b="b"/>
              <a:pathLst>
                <a:path w="553" h="903" extrusionOk="0">
                  <a:moveTo>
                    <a:pt x="178" y="1"/>
                  </a:moveTo>
                  <a:cubicBezTo>
                    <a:pt x="81" y="1"/>
                    <a:pt x="0" y="77"/>
                    <a:pt x="0" y="173"/>
                  </a:cubicBezTo>
                  <a:lnTo>
                    <a:pt x="0" y="730"/>
                  </a:lnTo>
                  <a:cubicBezTo>
                    <a:pt x="0" y="826"/>
                    <a:pt x="76" y="902"/>
                    <a:pt x="172" y="902"/>
                  </a:cubicBezTo>
                  <a:lnTo>
                    <a:pt x="380" y="902"/>
                  </a:lnTo>
                  <a:cubicBezTo>
                    <a:pt x="476" y="902"/>
                    <a:pt x="552" y="826"/>
                    <a:pt x="552" y="730"/>
                  </a:cubicBezTo>
                  <a:lnTo>
                    <a:pt x="552" y="173"/>
                  </a:lnTo>
                  <a:cubicBezTo>
                    <a:pt x="552" y="77"/>
                    <a:pt x="476" y="1"/>
                    <a:pt x="3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343;p16">
              <a:extLst>
                <a:ext uri="{FF2B5EF4-FFF2-40B4-BE49-F238E27FC236}">
                  <a16:creationId xmlns:a16="http://schemas.microsoft.com/office/drawing/2014/main" id="{CFF34A6A-3743-6F40-0678-C2A5BAAD1249}"/>
                </a:ext>
              </a:extLst>
            </p:cNvPr>
            <p:cNvSpPr/>
            <p:nvPr/>
          </p:nvSpPr>
          <p:spPr>
            <a:xfrm>
              <a:off x="10715124" y="1861650"/>
              <a:ext cx="28093" cy="45462"/>
            </a:xfrm>
            <a:custGeom>
              <a:avLst/>
              <a:gdLst/>
              <a:ahLst/>
              <a:cxnLst/>
              <a:rect l="l" t="t" r="r" b="b"/>
              <a:pathLst>
                <a:path w="558" h="903" extrusionOk="0">
                  <a:moveTo>
                    <a:pt x="178" y="1"/>
                  </a:moveTo>
                  <a:cubicBezTo>
                    <a:pt x="82" y="1"/>
                    <a:pt x="1" y="77"/>
                    <a:pt x="1" y="173"/>
                  </a:cubicBezTo>
                  <a:lnTo>
                    <a:pt x="1" y="730"/>
                  </a:lnTo>
                  <a:cubicBezTo>
                    <a:pt x="1" y="826"/>
                    <a:pt x="82" y="902"/>
                    <a:pt x="178" y="902"/>
                  </a:cubicBezTo>
                  <a:lnTo>
                    <a:pt x="381" y="902"/>
                  </a:lnTo>
                  <a:cubicBezTo>
                    <a:pt x="477" y="902"/>
                    <a:pt x="558" y="826"/>
                    <a:pt x="558" y="730"/>
                  </a:cubicBezTo>
                  <a:lnTo>
                    <a:pt x="558" y="173"/>
                  </a:lnTo>
                  <a:cubicBezTo>
                    <a:pt x="558" y="77"/>
                    <a:pt x="477" y="1"/>
                    <a:pt x="38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344;p16">
              <a:extLst>
                <a:ext uri="{FF2B5EF4-FFF2-40B4-BE49-F238E27FC236}">
                  <a16:creationId xmlns:a16="http://schemas.microsoft.com/office/drawing/2014/main" id="{316AAF4A-5E3A-C510-F081-6DC9EC59EC09}"/>
                </a:ext>
              </a:extLst>
            </p:cNvPr>
            <p:cNvSpPr/>
            <p:nvPr/>
          </p:nvSpPr>
          <p:spPr>
            <a:xfrm>
              <a:off x="10647812" y="1861650"/>
              <a:ext cx="27841" cy="45462"/>
            </a:xfrm>
            <a:custGeom>
              <a:avLst/>
              <a:gdLst/>
              <a:ahLst/>
              <a:cxnLst/>
              <a:rect l="l" t="t" r="r" b="b"/>
              <a:pathLst>
                <a:path w="553" h="903" extrusionOk="0">
                  <a:moveTo>
                    <a:pt x="173" y="1"/>
                  </a:moveTo>
                  <a:cubicBezTo>
                    <a:pt x="81" y="1"/>
                    <a:pt x="0" y="77"/>
                    <a:pt x="0" y="173"/>
                  </a:cubicBezTo>
                  <a:lnTo>
                    <a:pt x="0" y="730"/>
                  </a:lnTo>
                  <a:cubicBezTo>
                    <a:pt x="0" y="826"/>
                    <a:pt x="76" y="902"/>
                    <a:pt x="173" y="902"/>
                  </a:cubicBezTo>
                  <a:lnTo>
                    <a:pt x="380" y="902"/>
                  </a:lnTo>
                  <a:cubicBezTo>
                    <a:pt x="477" y="902"/>
                    <a:pt x="552" y="826"/>
                    <a:pt x="552" y="730"/>
                  </a:cubicBezTo>
                  <a:lnTo>
                    <a:pt x="552" y="173"/>
                  </a:lnTo>
                  <a:cubicBezTo>
                    <a:pt x="552" y="77"/>
                    <a:pt x="477" y="1"/>
                    <a:pt x="3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345;p16">
              <a:extLst>
                <a:ext uri="{FF2B5EF4-FFF2-40B4-BE49-F238E27FC236}">
                  <a16:creationId xmlns:a16="http://schemas.microsoft.com/office/drawing/2014/main" id="{4B2DA561-C8EA-F396-5BDE-F2F17E337971}"/>
                </a:ext>
              </a:extLst>
            </p:cNvPr>
            <p:cNvSpPr/>
            <p:nvPr/>
          </p:nvSpPr>
          <p:spPr>
            <a:xfrm>
              <a:off x="10579442" y="1861650"/>
              <a:ext cx="27841" cy="45462"/>
            </a:xfrm>
            <a:custGeom>
              <a:avLst/>
              <a:gdLst/>
              <a:ahLst/>
              <a:cxnLst/>
              <a:rect l="l" t="t" r="r" b="b"/>
              <a:pathLst>
                <a:path w="553" h="903" extrusionOk="0">
                  <a:moveTo>
                    <a:pt x="178" y="1"/>
                  </a:moveTo>
                  <a:cubicBezTo>
                    <a:pt x="82" y="1"/>
                    <a:pt x="1" y="77"/>
                    <a:pt x="1" y="173"/>
                  </a:cubicBezTo>
                  <a:lnTo>
                    <a:pt x="1" y="730"/>
                  </a:lnTo>
                  <a:cubicBezTo>
                    <a:pt x="1" y="826"/>
                    <a:pt x="82" y="902"/>
                    <a:pt x="178" y="902"/>
                  </a:cubicBezTo>
                  <a:lnTo>
                    <a:pt x="381" y="902"/>
                  </a:lnTo>
                  <a:cubicBezTo>
                    <a:pt x="477" y="902"/>
                    <a:pt x="553" y="826"/>
                    <a:pt x="553" y="730"/>
                  </a:cubicBezTo>
                  <a:lnTo>
                    <a:pt x="553" y="173"/>
                  </a:lnTo>
                  <a:cubicBezTo>
                    <a:pt x="553" y="77"/>
                    <a:pt x="477" y="1"/>
                    <a:pt x="38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346;p16">
              <a:extLst>
                <a:ext uri="{FF2B5EF4-FFF2-40B4-BE49-F238E27FC236}">
                  <a16:creationId xmlns:a16="http://schemas.microsoft.com/office/drawing/2014/main" id="{B8C31D2A-BBAB-CCBC-7030-40648D9D4596}"/>
                </a:ext>
              </a:extLst>
            </p:cNvPr>
            <p:cNvSpPr/>
            <p:nvPr/>
          </p:nvSpPr>
          <p:spPr>
            <a:xfrm>
              <a:off x="10900800" y="1881033"/>
              <a:ext cx="56386" cy="42139"/>
            </a:xfrm>
            <a:custGeom>
              <a:avLst/>
              <a:gdLst/>
              <a:ahLst/>
              <a:cxnLst/>
              <a:rect l="l" t="t" r="r" b="b"/>
              <a:pathLst>
                <a:path w="1120" h="837" extrusionOk="0">
                  <a:moveTo>
                    <a:pt x="345" y="1"/>
                  </a:moveTo>
                  <a:cubicBezTo>
                    <a:pt x="152" y="1"/>
                    <a:pt x="0" y="158"/>
                    <a:pt x="0" y="350"/>
                  </a:cubicBezTo>
                  <a:lnTo>
                    <a:pt x="0" y="836"/>
                  </a:lnTo>
                  <a:lnTo>
                    <a:pt x="1120" y="836"/>
                  </a:lnTo>
                  <a:lnTo>
                    <a:pt x="1120" y="350"/>
                  </a:lnTo>
                  <a:cubicBezTo>
                    <a:pt x="1120" y="158"/>
                    <a:pt x="963" y="1"/>
                    <a:pt x="7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347;p16">
              <a:extLst>
                <a:ext uri="{FF2B5EF4-FFF2-40B4-BE49-F238E27FC236}">
                  <a16:creationId xmlns:a16="http://schemas.microsoft.com/office/drawing/2014/main" id="{9CC600AE-FDF1-86D0-7C50-840CA7451FFA}"/>
                </a:ext>
              </a:extLst>
            </p:cNvPr>
            <p:cNvSpPr/>
            <p:nvPr/>
          </p:nvSpPr>
          <p:spPr>
            <a:xfrm>
              <a:off x="10900800" y="1950913"/>
              <a:ext cx="56386" cy="308313"/>
            </a:xfrm>
            <a:custGeom>
              <a:avLst/>
              <a:gdLst/>
              <a:ahLst/>
              <a:cxnLst/>
              <a:rect l="l" t="t" r="r" b="b"/>
              <a:pathLst>
                <a:path w="1120" h="6124" extrusionOk="0">
                  <a:moveTo>
                    <a:pt x="0" y="1"/>
                  </a:moveTo>
                  <a:lnTo>
                    <a:pt x="0" y="5198"/>
                  </a:lnTo>
                  <a:cubicBezTo>
                    <a:pt x="0" y="5330"/>
                    <a:pt x="36" y="5461"/>
                    <a:pt x="107" y="5573"/>
                  </a:cubicBezTo>
                  <a:lnTo>
                    <a:pt x="411" y="6044"/>
                  </a:lnTo>
                  <a:cubicBezTo>
                    <a:pt x="446" y="6097"/>
                    <a:pt x="503" y="6124"/>
                    <a:pt x="560" y="6124"/>
                  </a:cubicBezTo>
                  <a:cubicBezTo>
                    <a:pt x="616" y="6124"/>
                    <a:pt x="672" y="6097"/>
                    <a:pt x="705" y="6044"/>
                  </a:cubicBezTo>
                  <a:lnTo>
                    <a:pt x="1008" y="5573"/>
                  </a:lnTo>
                  <a:cubicBezTo>
                    <a:pt x="1079" y="5461"/>
                    <a:pt x="1120" y="5330"/>
                    <a:pt x="1120" y="5198"/>
                  </a:cubicBezTo>
                  <a:lnTo>
                    <a:pt x="112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348;p16">
              <a:extLst>
                <a:ext uri="{FF2B5EF4-FFF2-40B4-BE49-F238E27FC236}">
                  <a16:creationId xmlns:a16="http://schemas.microsoft.com/office/drawing/2014/main" id="{AD75C042-CADB-14B4-3042-6E934A9CCD27}"/>
                </a:ext>
              </a:extLst>
            </p:cNvPr>
            <p:cNvSpPr/>
            <p:nvPr/>
          </p:nvSpPr>
          <p:spPr>
            <a:xfrm>
              <a:off x="10892392" y="1923122"/>
              <a:ext cx="73252" cy="27841"/>
            </a:xfrm>
            <a:custGeom>
              <a:avLst/>
              <a:gdLst/>
              <a:ahLst/>
              <a:cxnLst/>
              <a:rect l="l" t="t" r="r" b="b"/>
              <a:pathLst>
                <a:path w="1455" h="553" extrusionOk="0">
                  <a:moveTo>
                    <a:pt x="137" y="0"/>
                  </a:moveTo>
                  <a:cubicBezTo>
                    <a:pt x="61" y="0"/>
                    <a:pt x="0" y="61"/>
                    <a:pt x="0" y="142"/>
                  </a:cubicBezTo>
                  <a:lnTo>
                    <a:pt x="0" y="416"/>
                  </a:lnTo>
                  <a:cubicBezTo>
                    <a:pt x="0" y="492"/>
                    <a:pt x="61" y="553"/>
                    <a:pt x="137" y="553"/>
                  </a:cubicBezTo>
                  <a:lnTo>
                    <a:pt x="1317" y="553"/>
                  </a:lnTo>
                  <a:cubicBezTo>
                    <a:pt x="1393" y="553"/>
                    <a:pt x="1454" y="492"/>
                    <a:pt x="1454" y="416"/>
                  </a:cubicBezTo>
                  <a:lnTo>
                    <a:pt x="1454" y="142"/>
                  </a:lnTo>
                  <a:cubicBezTo>
                    <a:pt x="1454" y="61"/>
                    <a:pt x="1393" y="0"/>
                    <a:pt x="13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349;p16">
              <a:extLst>
                <a:ext uri="{FF2B5EF4-FFF2-40B4-BE49-F238E27FC236}">
                  <a16:creationId xmlns:a16="http://schemas.microsoft.com/office/drawing/2014/main" id="{0380085D-E041-C411-7BE6-0307E419F36B}"/>
                </a:ext>
              </a:extLst>
            </p:cNvPr>
            <p:cNvSpPr/>
            <p:nvPr/>
          </p:nvSpPr>
          <p:spPr>
            <a:xfrm>
              <a:off x="10616698" y="1988169"/>
              <a:ext cx="201531" cy="12536"/>
            </a:xfrm>
            <a:custGeom>
              <a:avLst/>
              <a:gdLst/>
              <a:ahLst/>
              <a:cxnLst/>
              <a:rect l="l" t="t" r="r" b="b"/>
              <a:pathLst>
                <a:path w="4003" h="249" extrusionOk="0">
                  <a:moveTo>
                    <a:pt x="137" y="0"/>
                  </a:moveTo>
                  <a:cubicBezTo>
                    <a:pt x="61" y="0"/>
                    <a:pt x="0" y="61"/>
                    <a:pt x="5" y="137"/>
                  </a:cubicBezTo>
                  <a:cubicBezTo>
                    <a:pt x="16" y="203"/>
                    <a:pt x="71" y="248"/>
                    <a:pt x="137" y="248"/>
                  </a:cubicBezTo>
                  <a:lnTo>
                    <a:pt x="3865" y="248"/>
                  </a:lnTo>
                  <a:cubicBezTo>
                    <a:pt x="3941" y="248"/>
                    <a:pt x="4002" y="183"/>
                    <a:pt x="3992" y="107"/>
                  </a:cubicBezTo>
                  <a:cubicBezTo>
                    <a:pt x="3987" y="46"/>
                    <a:pt x="3926" y="0"/>
                    <a:pt x="38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350;p16">
              <a:extLst>
                <a:ext uri="{FF2B5EF4-FFF2-40B4-BE49-F238E27FC236}">
                  <a16:creationId xmlns:a16="http://schemas.microsoft.com/office/drawing/2014/main" id="{05652CA6-D1ED-ED75-AF0A-10E7903637EC}"/>
                </a:ext>
              </a:extLst>
            </p:cNvPr>
            <p:cNvSpPr/>
            <p:nvPr/>
          </p:nvSpPr>
          <p:spPr>
            <a:xfrm>
              <a:off x="10572847" y="2058049"/>
              <a:ext cx="245382" cy="12788"/>
            </a:xfrm>
            <a:custGeom>
              <a:avLst/>
              <a:gdLst/>
              <a:ahLst/>
              <a:cxnLst/>
              <a:rect l="l" t="t" r="r" b="b"/>
              <a:pathLst>
                <a:path w="4874" h="254" extrusionOk="0">
                  <a:moveTo>
                    <a:pt x="137" y="0"/>
                  </a:moveTo>
                  <a:cubicBezTo>
                    <a:pt x="61" y="0"/>
                    <a:pt x="0" y="66"/>
                    <a:pt x="5" y="142"/>
                  </a:cubicBezTo>
                  <a:cubicBezTo>
                    <a:pt x="15" y="203"/>
                    <a:pt x="71" y="253"/>
                    <a:pt x="137" y="253"/>
                  </a:cubicBezTo>
                  <a:lnTo>
                    <a:pt x="4736" y="253"/>
                  </a:lnTo>
                  <a:cubicBezTo>
                    <a:pt x="4812" y="253"/>
                    <a:pt x="4873" y="188"/>
                    <a:pt x="4863" y="112"/>
                  </a:cubicBezTo>
                  <a:cubicBezTo>
                    <a:pt x="4858" y="46"/>
                    <a:pt x="4797" y="0"/>
                    <a:pt x="47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351;p16">
              <a:extLst>
                <a:ext uri="{FF2B5EF4-FFF2-40B4-BE49-F238E27FC236}">
                  <a16:creationId xmlns:a16="http://schemas.microsoft.com/office/drawing/2014/main" id="{44C1A2ED-B1E1-8CE6-81AC-750449059D7D}"/>
                </a:ext>
              </a:extLst>
            </p:cNvPr>
            <p:cNvSpPr/>
            <p:nvPr/>
          </p:nvSpPr>
          <p:spPr>
            <a:xfrm>
              <a:off x="10572847" y="2022555"/>
              <a:ext cx="245382" cy="12838"/>
            </a:xfrm>
            <a:custGeom>
              <a:avLst/>
              <a:gdLst/>
              <a:ahLst/>
              <a:cxnLst/>
              <a:rect l="l" t="t" r="r" b="b"/>
              <a:pathLst>
                <a:path w="4874" h="255" extrusionOk="0">
                  <a:moveTo>
                    <a:pt x="137" y="1"/>
                  </a:moveTo>
                  <a:cubicBezTo>
                    <a:pt x="61" y="1"/>
                    <a:pt x="0" y="67"/>
                    <a:pt x="5" y="143"/>
                  </a:cubicBezTo>
                  <a:cubicBezTo>
                    <a:pt x="15" y="209"/>
                    <a:pt x="71" y="254"/>
                    <a:pt x="137" y="254"/>
                  </a:cubicBezTo>
                  <a:lnTo>
                    <a:pt x="4736" y="254"/>
                  </a:lnTo>
                  <a:cubicBezTo>
                    <a:pt x="4812" y="254"/>
                    <a:pt x="4873" y="188"/>
                    <a:pt x="4863" y="112"/>
                  </a:cubicBezTo>
                  <a:cubicBezTo>
                    <a:pt x="4858" y="47"/>
                    <a:pt x="4797" y="1"/>
                    <a:pt x="47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352;p16">
              <a:extLst>
                <a:ext uri="{FF2B5EF4-FFF2-40B4-BE49-F238E27FC236}">
                  <a16:creationId xmlns:a16="http://schemas.microsoft.com/office/drawing/2014/main" id="{E5FF9B39-B406-D69B-A645-80330F128AE5}"/>
                </a:ext>
              </a:extLst>
            </p:cNvPr>
            <p:cNvSpPr/>
            <p:nvPr/>
          </p:nvSpPr>
          <p:spPr>
            <a:xfrm>
              <a:off x="10572847" y="2093493"/>
              <a:ext cx="245382" cy="12536"/>
            </a:xfrm>
            <a:custGeom>
              <a:avLst/>
              <a:gdLst/>
              <a:ahLst/>
              <a:cxnLst/>
              <a:rect l="l" t="t" r="r" b="b"/>
              <a:pathLst>
                <a:path w="4874" h="249" extrusionOk="0">
                  <a:moveTo>
                    <a:pt x="137" y="0"/>
                  </a:moveTo>
                  <a:cubicBezTo>
                    <a:pt x="61" y="0"/>
                    <a:pt x="0" y="61"/>
                    <a:pt x="5" y="142"/>
                  </a:cubicBezTo>
                  <a:cubicBezTo>
                    <a:pt x="15" y="203"/>
                    <a:pt x="71" y="248"/>
                    <a:pt x="137" y="248"/>
                  </a:cubicBezTo>
                  <a:lnTo>
                    <a:pt x="4736" y="248"/>
                  </a:lnTo>
                  <a:cubicBezTo>
                    <a:pt x="4812" y="248"/>
                    <a:pt x="4873" y="188"/>
                    <a:pt x="4863" y="112"/>
                  </a:cubicBezTo>
                  <a:cubicBezTo>
                    <a:pt x="4858" y="46"/>
                    <a:pt x="4797" y="0"/>
                    <a:pt x="47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614853152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A98E8-1D72-DB5F-6769-4A525A30F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8694"/>
            <a:ext cx="8229600" cy="572700"/>
          </a:xfrm>
        </p:spPr>
        <p:txBody>
          <a:bodyPr/>
          <a:lstStyle/>
          <a:p>
            <a:r>
              <a:rPr lang="en-US"/>
              <a:t>Evaluation</a:t>
            </a:r>
          </a:p>
        </p:txBody>
      </p:sp>
      <p:grpSp>
        <p:nvGrpSpPr>
          <p:cNvPr id="61" name="Google Shape;358;p17">
            <a:extLst>
              <a:ext uri="{FF2B5EF4-FFF2-40B4-BE49-F238E27FC236}">
                <a16:creationId xmlns:a16="http://schemas.microsoft.com/office/drawing/2014/main" id="{C82136FD-F423-9666-6CF3-1EBBC0C7A139}"/>
              </a:ext>
            </a:extLst>
          </p:cNvPr>
          <p:cNvGrpSpPr/>
          <p:nvPr/>
        </p:nvGrpSpPr>
        <p:grpSpPr>
          <a:xfrm>
            <a:off x="6000200" y="706259"/>
            <a:ext cx="2536248" cy="3452618"/>
            <a:chOff x="6000200" y="1277759"/>
            <a:chExt cx="2536248" cy="3452618"/>
          </a:xfrm>
        </p:grpSpPr>
        <p:sp>
          <p:nvSpPr>
            <p:cNvPr id="4" name="Google Shape;359;p17">
              <a:extLst>
                <a:ext uri="{FF2B5EF4-FFF2-40B4-BE49-F238E27FC236}">
                  <a16:creationId xmlns:a16="http://schemas.microsoft.com/office/drawing/2014/main" id="{42050029-A20F-2A77-8F64-DE7C12FA5D2B}"/>
                </a:ext>
              </a:extLst>
            </p:cNvPr>
            <p:cNvSpPr/>
            <p:nvPr/>
          </p:nvSpPr>
          <p:spPr>
            <a:xfrm>
              <a:off x="6054623" y="1277759"/>
              <a:ext cx="2481825" cy="3452618"/>
            </a:xfrm>
            <a:custGeom>
              <a:avLst/>
              <a:gdLst/>
              <a:ahLst/>
              <a:cxnLst/>
              <a:rect l="l" t="t" r="r" b="b"/>
              <a:pathLst>
                <a:path w="21524" h="29944" extrusionOk="0">
                  <a:moveTo>
                    <a:pt x="152" y="1"/>
                  </a:moveTo>
                  <a:lnTo>
                    <a:pt x="0" y="29837"/>
                  </a:lnTo>
                  <a:lnTo>
                    <a:pt x="21377" y="29943"/>
                  </a:lnTo>
                  <a:lnTo>
                    <a:pt x="21524" y="107"/>
                  </a:lnTo>
                  <a:lnTo>
                    <a:pt x="152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60;p17">
              <a:extLst>
                <a:ext uri="{FF2B5EF4-FFF2-40B4-BE49-F238E27FC236}">
                  <a16:creationId xmlns:a16="http://schemas.microsoft.com/office/drawing/2014/main" id="{64B6B64B-CC51-C490-A514-32A3BCF9FB2A}"/>
                </a:ext>
              </a:extLst>
            </p:cNvPr>
            <p:cNvSpPr/>
            <p:nvPr/>
          </p:nvSpPr>
          <p:spPr>
            <a:xfrm>
              <a:off x="6843072" y="1552296"/>
              <a:ext cx="760552" cy="96508"/>
            </a:xfrm>
            <a:custGeom>
              <a:avLst/>
              <a:gdLst/>
              <a:ahLst/>
              <a:cxnLst/>
              <a:rect l="l" t="t" r="r" b="b"/>
              <a:pathLst>
                <a:path w="6596" h="837" extrusionOk="0">
                  <a:moveTo>
                    <a:pt x="406" y="1"/>
                  </a:moveTo>
                  <a:cubicBezTo>
                    <a:pt x="183" y="1"/>
                    <a:pt x="6" y="178"/>
                    <a:pt x="6" y="401"/>
                  </a:cubicBezTo>
                  <a:cubicBezTo>
                    <a:pt x="1" y="624"/>
                    <a:pt x="183" y="806"/>
                    <a:pt x="401" y="806"/>
                  </a:cubicBezTo>
                  <a:lnTo>
                    <a:pt x="6191" y="837"/>
                  </a:lnTo>
                  <a:cubicBezTo>
                    <a:pt x="6414" y="837"/>
                    <a:pt x="6596" y="659"/>
                    <a:pt x="6596" y="436"/>
                  </a:cubicBezTo>
                  <a:cubicBezTo>
                    <a:pt x="6596" y="213"/>
                    <a:pt x="6419" y="31"/>
                    <a:pt x="6196" y="31"/>
                  </a:cubicBezTo>
                  <a:lnTo>
                    <a:pt x="4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61;p17">
              <a:extLst>
                <a:ext uri="{FF2B5EF4-FFF2-40B4-BE49-F238E27FC236}">
                  <a16:creationId xmlns:a16="http://schemas.microsoft.com/office/drawing/2014/main" id="{81F18E12-4C16-C371-C6E8-25FF0ED778B6}"/>
                </a:ext>
              </a:extLst>
            </p:cNvPr>
            <p:cNvSpPr/>
            <p:nvPr/>
          </p:nvSpPr>
          <p:spPr>
            <a:xfrm>
              <a:off x="6841919" y="1717641"/>
              <a:ext cx="1071875" cy="175375"/>
            </a:xfrm>
            <a:custGeom>
              <a:avLst/>
              <a:gdLst/>
              <a:ahLst/>
              <a:cxnLst/>
              <a:rect l="l" t="t" r="r" b="b"/>
              <a:pathLst>
                <a:path w="9296" h="1521" extrusionOk="0">
                  <a:moveTo>
                    <a:pt x="741" y="0"/>
                  </a:moveTo>
                  <a:cubicBezTo>
                    <a:pt x="335" y="0"/>
                    <a:pt x="6" y="328"/>
                    <a:pt x="6" y="735"/>
                  </a:cubicBezTo>
                  <a:cubicBezTo>
                    <a:pt x="0" y="1145"/>
                    <a:pt x="335" y="1479"/>
                    <a:pt x="740" y="1479"/>
                  </a:cubicBezTo>
                  <a:lnTo>
                    <a:pt x="8551" y="1520"/>
                  </a:lnTo>
                  <a:cubicBezTo>
                    <a:pt x="8554" y="1520"/>
                    <a:pt x="8557" y="1520"/>
                    <a:pt x="8560" y="1520"/>
                  </a:cubicBezTo>
                  <a:cubicBezTo>
                    <a:pt x="8966" y="1520"/>
                    <a:pt x="9296" y="1188"/>
                    <a:pt x="9296" y="785"/>
                  </a:cubicBezTo>
                  <a:cubicBezTo>
                    <a:pt x="9296" y="375"/>
                    <a:pt x="8967" y="41"/>
                    <a:pt x="8556" y="41"/>
                  </a:cubicBezTo>
                  <a:lnTo>
                    <a:pt x="750" y="0"/>
                  </a:lnTo>
                  <a:cubicBezTo>
                    <a:pt x="747" y="0"/>
                    <a:pt x="744" y="0"/>
                    <a:pt x="7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62;p17">
              <a:extLst>
                <a:ext uri="{FF2B5EF4-FFF2-40B4-BE49-F238E27FC236}">
                  <a16:creationId xmlns:a16="http://schemas.microsoft.com/office/drawing/2014/main" id="{D1BD672D-A1C9-9BB0-BC17-261EA9FFD8D8}"/>
                </a:ext>
              </a:extLst>
            </p:cNvPr>
            <p:cNvSpPr/>
            <p:nvPr/>
          </p:nvSpPr>
          <p:spPr>
            <a:xfrm>
              <a:off x="6195294" y="2010858"/>
              <a:ext cx="2191026" cy="2266847"/>
            </a:xfrm>
            <a:custGeom>
              <a:avLst/>
              <a:gdLst/>
              <a:ahLst/>
              <a:cxnLst/>
              <a:rect l="l" t="t" r="r" b="b"/>
              <a:pathLst>
                <a:path w="19002" h="19660" extrusionOk="0">
                  <a:moveTo>
                    <a:pt x="102" y="0"/>
                  </a:moveTo>
                  <a:lnTo>
                    <a:pt x="1" y="19563"/>
                  </a:lnTo>
                  <a:lnTo>
                    <a:pt x="18901" y="19660"/>
                  </a:lnTo>
                  <a:lnTo>
                    <a:pt x="19002" y="91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rgbClr val="9FC5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63;p17">
              <a:extLst>
                <a:ext uri="{FF2B5EF4-FFF2-40B4-BE49-F238E27FC236}">
                  <a16:creationId xmlns:a16="http://schemas.microsoft.com/office/drawing/2014/main" id="{8A58343F-B43F-890A-9C3D-362B12A1AE71}"/>
                </a:ext>
              </a:extLst>
            </p:cNvPr>
            <p:cNvSpPr/>
            <p:nvPr/>
          </p:nvSpPr>
          <p:spPr>
            <a:xfrm>
              <a:off x="6200598" y="4451716"/>
              <a:ext cx="138481" cy="127986"/>
            </a:xfrm>
            <a:custGeom>
              <a:avLst/>
              <a:gdLst/>
              <a:ahLst/>
              <a:cxnLst/>
              <a:rect l="l" t="t" r="r" b="b"/>
              <a:pathLst>
                <a:path w="1201" h="1110" extrusionOk="0">
                  <a:moveTo>
                    <a:pt x="330" y="0"/>
                  </a:moveTo>
                  <a:cubicBezTo>
                    <a:pt x="163" y="0"/>
                    <a:pt x="26" y="137"/>
                    <a:pt x="6" y="329"/>
                  </a:cubicBezTo>
                  <a:cubicBezTo>
                    <a:pt x="6" y="340"/>
                    <a:pt x="0" y="385"/>
                    <a:pt x="16" y="456"/>
                  </a:cubicBezTo>
                  <a:cubicBezTo>
                    <a:pt x="41" y="562"/>
                    <a:pt x="97" y="659"/>
                    <a:pt x="178" y="735"/>
                  </a:cubicBezTo>
                  <a:lnTo>
                    <a:pt x="593" y="1110"/>
                  </a:lnTo>
                  <a:lnTo>
                    <a:pt x="1019" y="735"/>
                  </a:lnTo>
                  <a:cubicBezTo>
                    <a:pt x="1105" y="664"/>
                    <a:pt x="1160" y="568"/>
                    <a:pt x="1186" y="461"/>
                  </a:cubicBezTo>
                  <a:cubicBezTo>
                    <a:pt x="1201" y="390"/>
                    <a:pt x="1196" y="345"/>
                    <a:pt x="1196" y="335"/>
                  </a:cubicBezTo>
                  <a:cubicBezTo>
                    <a:pt x="1181" y="142"/>
                    <a:pt x="1044" y="5"/>
                    <a:pt x="877" y="5"/>
                  </a:cubicBezTo>
                  <a:cubicBezTo>
                    <a:pt x="760" y="5"/>
                    <a:pt x="659" y="66"/>
                    <a:pt x="598" y="162"/>
                  </a:cubicBezTo>
                  <a:cubicBezTo>
                    <a:pt x="542" y="61"/>
                    <a:pt x="441" y="0"/>
                    <a:pt x="3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64;p17">
              <a:extLst>
                <a:ext uri="{FF2B5EF4-FFF2-40B4-BE49-F238E27FC236}">
                  <a16:creationId xmlns:a16="http://schemas.microsoft.com/office/drawing/2014/main" id="{C3A766C1-B5BC-78AB-C9E0-01AD368DBBE8}"/>
                </a:ext>
              </a:extLst>
            </p:cNvPr>
            <p:cNvSpPr/>
            <p:nvPr/>
          </p:nvSpPr>
          <p:spPr>
            <a:xfrm>
              <a:off x="6392810" y="4456328"/>
              <a:ext cx="62611" cy="97661"/>
            </a:xfrm>
            <a:custGeom>
              <a:avLst/>
              <a:gdLst/>
              <a:ahLst/>
              <a:cxnLst/>
              <a:rect l="l" t="t" r="r" b="b"/>
              <a:pathLst>
                <a:path w="543" h="847" extrusionOk="0">
                  <a:moveTo>
                    <a:pt x="81" y="1"/>
                  </a:moveTo>
                  <a:cubicBezTo>
                    <a:pt x="61" y="1"/>
                    <a:pt x="41" y="6"/>
                    <a:pt x="25" y="21"/>
                  </a:cubicBezTo>
                  <a:cubicBezTo>
                    <a:pt x="10" y="36"/>
                    <a:pt x="5" y="51"/>
                    <a:pt x="5" y="72"/>
                  </a:cubicBezTo>
                  <a:lnTo>
                    <a:pt x="0" y="771"/>
                  </a:lnTo>
                  <a:cubicBezTo>
                    <a:pt x="0" y="791"/>
                    <a:pt x="5" y="811"/>
                    <a:pt x="20" y="826"/>
                  </a:cubicBezTo>
                  <a:cubicBezTo>
                    <a:pt x="35" y="837"/>
                    <a:pt x="56" y="847"/>
                    <a:pt x="76" y="847"/>
                  </a:cubicBezTo>
                  <a:lnTo>
                    <a:pt x="466" y="847"/>
                  </a:lnTo>
                  <a:cubicBezTo>
                    <a:pt x="486" y="847"/>
                    <a:pt x="507" y="842"/>
                    <a:pt x="517" y="826"/>
                  </a:cubicBezTo>
                  <a:cubicBezTo>
                    <a:pt x="532" y="816"/>
                    <a:pt x="542" y="796"/>
                    <a:pt x="542" y="776"/>
                  </a:cubicBezTo>
                  <a:cubicBezTo>
                    <a:pt x="542" y="755"/>
                    <a:pt x="532" y="740"/>
                    <a:pt x="517" y="725"/>
                  </a:cubicBezTo>
                  <a:cubicBezTo>
                    <a:pt x="507" y="715"/>
                    <a:pt x="486" y="705"/>
                    <a:pt x="466" y="705"/>
                  </a:cubicBezTo>
                  <a:lnTo>
                    <a:pt x="152" y="705"/>
                  </a:lnTo>
                  <a:lnTo>
                    <a:pt x="157" y="72"/>
                  </a:lnTo>
                  <a:cubicBezTo>
                    <a:pt x="157" y="51"/>
                    <a:pt x="147" y="36"/>
                    <a:pt x="132" y="21"/>
                  </a:cubicBezTo>
                  <a:cubicBezTo>
                    <a:pt x="122" y="6"/>
                    <a:pt x="101" y="1"/>
                    <a:pt x="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65;p17">
              <a:extLst>
                <a:ext uri="{FF2B5EF4-FFF2-40B4-BE49-F238E27FC236}">
                  <a16:creationId xmlns:a16="http://schemas.microsoft.com/office/drawing/2014/main" id="{16A35EB2-6091-76A2-4CF1-2C13DD1434F9}"/>
                </a:ext>
              </a:extLst>
            </p:cNvPr>
            <p:cNvSpPr/>
            <p:nvPr/>
          </p:nvSpPr>
          <p:spPr>
            <a:xfrm>
              <a:off x="6468680" y="4454022"/>
              <a:ext cx="17642" cy="99967"/>
            </a:xfrm>
            <a:custGeom>
              <a:avLst/>
              <a:gdLst/>
              <a:ahLst/>
              <a:cxnLst/>
              <a:rect l="l" t="t" r="r" b="b"/>
              <a:pathLst>
                <a:path w="153" h="867" extrusionOk="0">
                  <a:moveTo>
                    <a:pt x="77" y="0"/>
                  </a:moveTo>
                  <a:cubicBezTo>
                    <a:pt x="51" y="0"/>
                    <a:pt x="31" y="6"/>
                    <a:pt x="21" y="16"/>
                  </a:cubicBezTo>
                  <a:cubicBezTo>
                    <a:pt x="11" y="21"/>
                    <a:pt x="1" y="36"/>
                    <a:pt x="1" y="61"/>
                  </a:cubicBezTo>
                  <a:lnTo>
                    <a:pt x="1" y="82"/>
                  </a:lnTo>
                  <a:cubicBezTo>
                    <a:pt x="1" y="107"/>
                    <a:pt x="6" y="122"/>
                    <a:pt x="21" y="132"/>
                  </a:cubicBezTo>
                  <a:cubicBezTo>
                    <a:pt x="31" y="137"/>
                    <a:pt x="51" y="142"/>
                    <a:pt x="77" y="142"/>
                  </a:cubicBezTo>
                  <a:cubicBezTo>
                    <a:pt x="107" y="142"/>
                    <a:pt x="122" y="142"/>
                    <a:pt x="137" y="132"/>
                  </a:cubicBezTo>
                  <a:cubicBezTo>
                    <a:pt x="147" y="122"/>
                    <a:pt x="153" y="107"/>
                    <a:pt x="153" y="82"/>
                  </a:cubicBezTo>
                  <a:lnTo>
                    <a:pt x="153" y="61"/>
                  </a:lnTo>
                  <a:cubicBezTo>
                    <a:pt x="153" y="41"/>
                    <a:pt x="147" y="21"/>
                    <a:pt x="137" y="16"/>
                  </a:cubicBezTo>
                  <a:cubicBezTo>
                    <a:pt x="127" y="6"/>
                    <a:pt x="107" y="0"/>
                    <a:pt x="77" y="0"/>
                  </a:cubicBezTo>
                  <a:close/>
                  <a:moveTo>
                    <a:pt x="77" y="223"/>
                  </a:moveTo>
                  <a:cubicBezTo>
                    <a:pt x="56" y="223"/>
                    <a:pt x="41" y="228"/>
                    <a:pt x="26" y="244"/>
                  </a:cubicBezTo>
                  <a:cubicBezTo>
                    <a:pt x="11" y="259"/>
                    <a:pt x="6" y="274"/>
                    <a:pt x="6" y="294"/>
                  </a:cubicBezTo>
                  <a:lnTo>
                    <a:pt x="1" y="796"/>
                  </a:lnTo>
                  <a:cubicBezTo>
                    <a:pt x="1" y="816"/>
                    <a:pt x="11" y="831"/>
                    <a:pt x="21" y="846"/>
                  </a:cubicBezTo>
                  <a:cubicBezTo>
                    <a:pt x="36" y="862"/>
                    <a:pt x="51" y="867"/>
                    <a:pt x="77" y="867"/>
                  </a:cubicBezTo>
                  <a:cubicBezTo>
                    <a:pt x="97" y="867"/>
                    <a:pt x="112" y="862"/>
                    <a:pt x="127" y="846"/>
                  </a:cubicBezTo>
                  <a:cubicBezTo>
                    <a:pt x="137" y="831"/>
                    <a:pt x="147" y="816"/>
                    <a:pt x="147" y="796"/>
                  </a:cubicBezTo>
                  <a:lnTo>
                    <a:pt x="147" y="294"/>
                  </a:lnTo>
                  <a:cubicBezTo>
                    <a:pt x="147" y="274"/>
                    <a:pt x="142" y="259"/>
                    <a:pt x="127" y="244"/>
                  </a:cubicBezTo>
                  <a:cubicBezTo>
                    <a:pt x="117" y="228"/>
                    <a:pt x="97" y="223"/>
                    <a:pt x="77" y="22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66;p17">
              <a:extLst>
                <a:ext uri="{FF2B5EF4-FFF2-40B4-BE49-F238E27FC236}">
                  <a16:creationId xmlns:a16="http://schemas.microsoft.com/office/drawing/2014/main" id="{6C64BB76-1D16-CFAD-C6FC-08EE5857C679}"/>
                </a:ext>
              </a:extLst>
            </p:cNvPr>
            <p:cNvSpPr/>
            <p:nvPr/>
          </p:nvSpPr>
          <p:spPr>
            <a:xfrm>
              <a:off x="6510190" y="4451139"/>
              <a:ext cx="63764" cy="103426"/>
            </a:xfrm>
            <a:custGeom>
              <a:avLst/>
              <a:gdLst/>
              <a:ahLst/>
              <a:cxnLst/>
              <a:rect l="l" t="t" r="r" b="b"/>
              <a:pathLst>
                <a:path w="553" h="897" extrusionOk="0">
                  <a:moveTo>
                    <a:pt x="76" y="0"/>
                  </a:moveTo>
                  <a:cubicBezTo>
                    <a:pt x="56" y="0"/>
                    <a:pt x="41" y="10"/>
                    <a:pt x="26" y="25"/>
                  </a:cubicBezTo>
                  <a:cubicBezTo>
                    <a:pt x="10" y="36"/>
                    <a:pt x="5" y="56"/>
                    <a:pt x="5" y="76"/>
                  </a:cubicBezTo>
                  <a:lnTo>
                    <a:pt x="0" y="821"/>
                  </a:lnTo>
                  <a:cubicBezTo>
                    <a:pt x="0" y="841"/>
                    <a:pt x="10" y="861"/>
                    <a:pt x="20" y="876"/>
                  </a:cubicBezTo>
                  <a:cubicBezTo>
                    <a:pt x="36" y="887"/>
                    <a:pt x="51" y="897"/>
                    <a:pt x="76" y="897"/>
                  </a:cubicBezTo>
                  <a:cubicBezTo>
                    <a:pt x="96" y="897"/>
                    <a:pt x="112" y="887"/>
                    <a:pt x="127" y="876"/>
                  </a:cubicBezTo>
                  <a:cubicBezTo>
                    <a:pt x="142" y="861"/>
                    <a:pt x="147" y="841"/>
                    <a:pt x="147" y="821"/>
                  </a:cubicBezTo>
                  <a:lnTo>
                    <a:pt x="147" y="694"/>
                  </a:lnTo>
                  <a:lnTo>
                    <a:pt x="208" y="643"/>
                  </a:lnTo>
                  <a:lnTo>
                    <a:pt x="421" y="871"/>
                  </a:lnTo>
                  <a:cubicBezTo>
                    <a:pt x="436" y="887"/>
                    <a:pt x="456" y="897"/>
                    <a:pt x="476" y="897"/>
                  </a:cubicBezTo>
                  <a:cubicBezTo>
                    <a:pt x="492" y="897"/>
                    <a:pt x="512" y="892"/>
                    <a:pt x="527" y="876"/>
                  </a:cubicBezTo>
                  <a:cubicBezTo>
                    <a:pt x="542" y="861"/>
                    <a:pt x="547" y="846"/>
                    <a:pt x="547" y="826"/>
                  </a:cubicBezTo>
                  <a:cubicBezTo>
                    <a:pt x="552" y="806"/>
                    <a:pt x="542" y="785"/>
                    <a:pt x="527" y="770"/>
                  </a:cubicBezTo>
                  <a:lnTo>
                    <a:pt x="319" y="542"/>
                  </a:lnTo>
                  <a:lnTo>
                    <a:pt x="502" y="375"/>
                  </a:lnTo>
                  <a:cubicBezTo>
                    <a:pt x="522" y="355"/>
                    <a:pt x="527" y="340"/>
                    <a:pt x="527" y="319"/>
                  </a:cubicBezTo>
                  <a:cubicBezTo>
                    <a:pt x="527" y="304"/>
                    <a:pt x="522" y="289"/>
                    <a:pt x="507" y="274"/>
                  </a:cubicBezTo>
                  <a:cubicBezTo>
                    <a:pt x="497" y="258"/>
                    <a:pt x="476" y="253"/>
                    <a:pt x="461" y="253"/>
                  </a:cubicBezTo>
                  <a:cubicBezTo>
                    <a:pt x="441" y="253"/>
                    <a:pt x="421" y="258"/>
                    <a:pt x="405" y="274"/>
                  </a:cubicBezTo>
                  <a:lnTo>
                    <a:pt x="147" y="522"/>
                  </a:lnTo>
                  <a:lnTo>
                    <a:pt x="152" y="76"/>
                  </a:lnTo>
                  <a:cubicBezTo>
                    <a:pt x="152" y="56"/>
                    <a:pt x="142" y="36"/>
                    <a:pt x="132" y="25"/>
                  </a:cubicBezTo>
                  <a:cubicBezTo>
                    <a:pt x="117" y="10"/>
                    <a:pt x="102" y="0"/>
                    <a:pt x="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67;p17">
              <a:extLst>
                <a:ext uri="{FF2B5EF4-FFF2-40B4-BE49-F238E27FC236}">
                  <a16:creationId xmlns:a16="http://schemas.microsoft.com/office/drawing/2014/main" id="{D9FD3286-6245-D940-8FD2-9A179ADE015F}"/>
                </a:ext>
              </a:extLst>
            </p:cNvPr>
            <p:cNvSpPr/>
            <p:nvPr/>
          </p:nvSpPr>
          <p:spPr>
            <a:xfrm>
              <a:off x="6579026" y="4479158"/>
              <a:ext cx="71374" cy="77137"/>
            </a:xfrm>
            <a:custGeom>
              <a:avLst/>
              <a:gdLst/>
              <a:ahLst/>
              <a:cxnLst/>
              <a:rect l="l" t="t" r="r" b="b"/>
              <a:pathLst>
                <a:path w="619" h="669" extrusionOk="0">
                  <a:moveTo>
                    <a:pt x="315" y="132"/>
                  </a:moveTo>
                  <a:cubicBezTo>
                    <a:pt x="350" y="132"/>
                    <a:pt x="386" y="142"/>
                    <a:pt x="416" y="167"/>
                  </a:cubicBezTo>
                  <a:cubicBezTo>
                    <a:pt x="447" y="193"/>
                    <a:pt x="462" y="223"/>
                    <a:pt x="467" y="254"/>
                  </a:cubicBezTo>
                  <a:lnTo>
                    <a:pt x="467" y="264"/>
                  </a:lnTo>
                  <a:lnTo>
                    <a:pt x="148" y="264"/>
                  </a:lnTo>
                  <a:cubicBezTo>
                    <a:pt x="168" y="173"/>
                    <a:pt x="224" y="132"/>
                    <a:pt x="315" y="132"/>
                  </a:cubicBezTo>
                  <a:close/>
                  <a:moveTo>
                    <a:pt x="315" y="0"/>
                  </a:moveTo>
                  <a:cubicBezTo>
                    <a:pt x="259" y="0"/>
                    <a:pt x="209" y="10"/>
                    <a:pt x="163" y="41"/>
                  </a:cubicBezTo>
                  <a:cubicBezTo>
                    <a:pt x="117" y="66"/>
                    <a:pt x="77" y="107"/>
                    <a:pt x="47" y="157"/>
                  </a:cubicBezTo>
                  <a:cubicBezTo>
                    <a:pt x="16" y="213"/>
                    <a:pt x="6" y="274"/>
                    <a:pt x="1" y="340"/>
                  </a:cubicBezTo>
                  <a:cubicBezTo>
                    <a:pt x="1" y="400"/>
                    <a:pt x="16" y="461"/>
                    <a:pt x="41" y="507"/>
                  </a:cubicBezTo>
                  <a:cubicBezTo>
                    <a:pt x="72" y="557"/>
                    <a:pt x="107" y="598"/>
                    <a:pt x="158" y="623"/>
                  </a:cubicBezTo>
                  <a:cubicBezTo>
                    <a:pt x="209" y="654"/>
                    <a:pt x="269" y="669"/>
                    <a:pt x="335" y="669"/>
                  </a:cubicBezTo>
                  <a:cubicBezTo>
                    <a:pt x="376" y="669"/>
                    <a:pt x="411" y="664"/>
                    <a:pt x="452" y="649"/>
                  </a:cubicBezTo>
                  <a:cubicBezTo>
                    <a:pt x="487" y="639"/>
                    <a:pt x="518" y="623"/>
                    <a:pt x="543" y="603"/>
                  </a:cubicBezTo>
                  <a:cubicBezTo>
                    <a:pt x="563" y="588"/>
                    <a:pt x="573" y="568"/>
                    <a:pt x="573" y="542"/>
                  </a:cubicBezTo>
                  <a:cubicBezTo>
                    <a:pt x="578" y="527"/>
                    <a:pt x="568" y="512"/>
                    <a:pt x="558" y="502"/>
                  </a:cubicBezTo>
                  <a:cubicBezTo>
                    <a:pt x="548" y="492"/>
                    <a:pt x="533" y="482"/>
                    <a:pt x="513" y="482"/>
                  </a:cubicBezTo>
                  <a:cubicBezTo>
                    <a:pt x="502" y="482"/>
                    <a:pt x="487" y="487"/>
                    <a:pt x="472" y="492"/>
                  </a:cubicBezTo>
                  <a:cubicBezTo>
                    <a:pt x="467" y="497"/>
                    <a:pt x="462" y="502"/>
                    <a:pt x="452" y="507"/>
                  </a:cubicBezTo>
                  <a:cubicBezTo>
                    <a:pt x="442" y="517"/>
                    <a:pt x="426" y="522"/>
                    <a:pt x="406" y="527"/>
                  </a:cubicBezTo>
                  <a:cubicBezTo>
                    <a:pt x="386" y="532"/>
                    <a:pt x="361" y="537"/>
                    <a:pt x="330" y="537"/>
                  </a:cubicBezTo>
                  <a:cubicBezTo>
                    <a:pt x="285" y="537"/>
                    <a:pt x="249" y="522"/>
                    <a:pt x="214" y="497"/>
                  </a:cubicBezTo>
                  <a:cubicBezTo>
                    <a:pt x="178" y="466"/>
                    <a:pt x="158" y="431"/>
                    <a:pt x="148" y="380"/>
                  </a:cubicBezTo>
                  <a:lnTo>
                    <a:pt x="148" y="380"/>
                  </a:lnTo>
                  <a:lnTo>
                    <a:pt x="543" y="385"/>
                  </a:lnTo>
                  <a:cubicBezTo>
                    <a:pt x="563" y="385"/>
                    <a:pt x="583" y="380"/>
                    <a:pt x="594" y="365"/>
                  </a:cubicBezTo>
                  <a:cubicBezTo>
                    <a:pt x="609" y="355"/>
                    <a:pt x="619" y="340"/>
                    <a:pt x="619" y="319"/>
                  </a:cubicBezTo>
                  <a:cubicBezTo>
                    <a:pt x="619" y="264"/>
                    <a:pt x="604" y="208"/>
                    <a:pt x="578" y="162"/>
                  </a:cubicBezTo>
                  <a:cubicBezTo>
                    <a:pt x="548" y="112"/>
                    <a:pt x="513" y="71"/>
                    <a:pt x="467" y="41"/>
                  </a:cubicBezTo>
                  <a:cubicBezTo>
                    <a:pt x="416" y="15"/>
                    <a:pt x="371" y="0"/>
                    <a:pt x="3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68;p17">
              <a:extLst>
                <a:ext uri="{FF2B5EF4-FFF2-40B4-BE49-F238E27FC236}">
                  <a16:creationId xmlns:a16="http://schemas.microsoft.com/office/drawing/2014/main" id="{326C99B8-604E-1197-4AF1-4640EE6C48BE}"/>
                </a:ext>
              </a:extLst>
            </p:cNvPr>
            <p:cNvSpPr/>
            <p:nvPr/>
          </p:nvSpPr>
          <p:spPr>
            <a:xfrm>
              <a:off x="7004267" y="4458634"/>
              <a:ext cx="77831" cy="100083"/>
            </a:xfrm>
            <a:custGeom>
              <a:avLst/>
              <a:gdLst/>
              <a:ahLst/>
              <a:cxnLst/>
              <a:rect l="l" t="t" r="r" b="b"/>
              <a:pathLst>
                <a:path w="675" h="868" extrusionOk="0">
                  <a:moveTo>
                    <a:pt x="441" y="1"/>
                  </a:moveTo>
                  <a:cubicBezTo>
                    <a:pt x="355" y="1"/>
                    <a:pt x="279" y="21"/>
                    <a:pt x="213" y="57"/>
                  </a:cubicBezTo>
                  <a:cubicBezTo>
                    <a:pt x="148" y="92"/>
                    <a:pt x="97" y="143"/>
                    <a:pt x="61" y="209"/>
                  </a:cubicBezTo>
                  <a:cubicBezTo>
                    <a:pt x="21" y="275"/>
                    <a:pt x="1" y="345"/>
                    <a:pt x="1" y="426"/>
                  </a:cubicBezTo>
                  <a:cubicBezTo>
                    <a:pt x="1" y="523"/>
                    <a:pt x="21" y="599"/>
                    <a:pt x="61" y="665"/>
                  </a:cubicBezTo>
                  <a:cubicBezTo>
                    <a:pt x="102" y="730"/>
                    <a:pt x="153" y="781"/>
                    <a:pt x="219" y="817"/>
                  </a:cubicBezTo>
                  <a:cubicBezTo>
                    <a:pt x="284" y="847"/>
                    <a:pt x="355" y="867"/>
                    <a:pt x="436" y="867"/>
                  </a:cubicBezTo>
                  <a:cubicBezTo>
                    <a:pt x="507" y="867"/>
                    <a:pt x="573" y="852"/>
                    <a:pt x="634" y="822"/>
                  </a:cubicBezTo>
                  <a:cubicBezTo>
                    <a:pt x="649" y="811"/>
                    <a:pt x="659" y="806"/>
                    <a:pt x="664" y="796"/>
                  </a:cubicBezTo>
                  <a:cubicBezTo>
                    <a:pt x="669" y="786"/>
                    <a:pt x="674" y="771"/>
                    <a:pt x="674" y="761"/>
                  </a:cubicBezTo>
                  <a:cubicBezTo>
                    <a:pt x="674" y="741"/>
                    <a:pt x="669" y="725"/>
                    <a:pt x="654" y="710"/>
                  </a:cubicBezTo>
                  <a:cubicBezTo>
                    <a:pt x="639" y="695"/>
                    <a:pt x="624" y="685"/>
                    <a:pt x="604" y="685"/>
                  </a:cubicBezTo>
                  <a:cubicBezTo>
                    <a:pt x="593" y="685"/>
                    <a:pt x="578" y="685"/>
                    <a:pt x="563" y="695"/>
                  </a:cubicBezTo>
                  <a:cubicBezTo>
                    <a:pt x="528" y="710"/>
                    <a:pt x="487" y="720"/>
                    <a:pt x="436" y="720"/>
                  </a:cubicBezTo>
                  <a:cubicBezTo>
                    <a:pt x="350" y="720"/>
                    <a:pt x="284" y="695"/>
                    <a:pt x="234" y="644"/>
                  </a:cubicBezTo>
                  <a:cubicBezTo>
                    <a:pt x="183" y="599"/>
                    <a:pt x="158" y="523"/>
                    <a:pt x="158" y="432"/>
                  </a:cubicBezTo>
                  <a:cubicBezTo>
                    <a:pt x="158" y="376"/>
                    <a:pt x="173" y="325"/>
                    <a:pt x="193" y="285"/>
                  </a:cubicBezTo>
                  <a:cubicBezTo>
                    <a:pt x="219" y="239"/>
                    <a:pt x="249" y="204"/>
                    <a:pt x="289" y="183"/>
                  </a:cubicBezTo>
                  <a:cubicBezTo>
                    <a:pt x="335" y="158"/>
                    <a:pt x="381" y="148"/>
                    <a:pt x="436" y="148"/>
                  </a:cubicBezTo>
                  <a:cubicBezTo>
                    <a:pt x="482" y="148"/>
                    <a:pt x="528" y="158"/>
                    <a:pt x="568" y="173"/>
                  </a:cubicBezTo>
                  <a:cubicBezTo>
                    <a:pt x="578" y="183"/>
                    <a:pt x="593" y="188"/>
                    <a:pt x="609" y="188"/>
                  </a:cubicBezTo>
                  <a:cubicBezTo>
                    <a:pt x="629" y="188"/>
                    <a:pt x="644" y="178"/>
                    <a:pt x="659" y="163"/>
                  </a:cubicBezTo>
                  <a:cubicBezTo>
                    <a:pt x="669" y="148"/>
                    <a:pt x="674" y="128"/>
                    <a:pt x="674" y="112"/>
                  </a:cubicBezTo>
                  <a:cubicBezTo>
                    <a:pt x="674" y="82"/>
                    <a:pt x="664" y="62"/>
                    <a:pt x="639" y="52"/>
                  </a:cubicBezTo>
                  <a:cubicBezTo>
                    <a:pt x="578" y="21"/>
                    <a:pt x="512" y="1"/>
                    <a:pt x="4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69;p17">
              <a:extLst>
                <a:ext uri="{FF2B5EF4-FFF2-40B4-BE49-F238E27FC236}">
                  <a16:creationId xmlns:a16="http://schemas.microsoft.com/office/drawing/2014/main" id="{E0B6A069-5AB0-F76C-CFBB-671BC755D858}"/>
                </a:ext>
              </a:extLst>
            </p:cNvPr>
            <p:cNvSpPr/>
            <p:nvPr/>
          </p:nvSpPr>
          <p:spPr>
            <a:xfrm>
              <a:off x="7109424" y="4481464"/>
              <a:ext cx="76101" cy="77368"/>
            </a:xfrm>
            <a:custGeom>
              <a:avLst/>
              <a:gdLst/>
              <a:ahLst/>
              <a:cxnLst/>
              <a:rect l="l" t="t" r="r" b="b"/>
              <a:pathLst>
                <a:path w="660" h="671" extrusionOk="0">
                  <a:moveTo>
                    <a:pt x="330" y="132"/>
                  </a:moveTo>
                  <a:cubicBezTo>
                    <a:pt x="365" y="132"/>
                    <a:pt x="396" y="142"/>
                    <a:pt x="426" y="163"/>
                  </a:cubicBezTo>
                  <a:cubicBezTo>
                    <a:pt x="451" y="178"/>
                    <a:pt x="472" y="203"/>
                    <a:pt x="492" y="234"/>
                  </a:cubicBezTo>
                  <a:cubicBezTo>
                    <a:pt x="507" y="264"/>
                    <a:pt x="512" y="299"/>
                    <a:pt x="512" y="340"/>
                  </a:cubicBezTo>
                  <a:cubicBezTo>
                    <a:pt x="512" y="375"/>
                    <a:pt x="507" y="411"/>
                    <a:pt x="487" y="441"/>
                  </a:cubicBezTo>
                  <a:cubicBezTo>
                    <a:pt x="472" y="472"/>
                    <a:pt x="451" y="497"/>
                    <a:pt x="421" y="512"/>
                  </a:cubicBezTo>
                  <a:cubicBezTo>
                    <a:pt x="396" y="532"/>
                    <a:pt x="365" y="537"/>
                    <a:pt x="330" y="537"/>
                  </a:cubicBezTo>
                  <a:cubicBezTo>
                    <a:pt x="294" y="537"/>
                    <a:pt x="264" y="532"/>
                    <a:pt x="239" y="512"/>
                  </a:cubicBezTo>
                  <a:cubicBezTo>
                    <a:pt x="208" y="497"/>
                    <a:pt x="188" y="472"/>
                    <a:pt x="173" y="441"/>
                  </a:cubicBezTo>
                  <a:cubicBezTo>
                    <a:pt x="158" y="411"/>
                    <a:pt x="147" y="375"/>
                    <a:pt x="147" y="335"/>
                  </a:cubicBezTo>
                  <a:cubicBezTo>
                    <a:pt x="147" y="299"/>
                    <a:pt x="158" y="264"/>
                    <a:pt x="173" y="234"/>
                  </a:cubicBezTo>
                  <a:cubicBezTo>
                    <a:pt x="188" y="198"/>
                    <a:pt x="213" y="178"/>
                    <a:pt x="239" y="158"/>
                  </a:cubicBezTo>
                  <a:cubicBezTo>
                    <a:pt x="269" y="142"/>
                    <a:pt x="299" y="132"/>
                    <a:pt x="330" y="132"/>
                  </a:cubicBezTo>
                  <a:close/>
                  <a:moveTo>
                    <a:pt x="335" y="1"/>
                  </a:moveTo>
                  <a:cubicBezTo>
                    <a:pt x="269" y="1"/>
                    <a:pt x="218" y="16"/>
                    <a:pt x="168" y="46"/>
                  </a:cubicBezTo>
                  <a:cubicBezTo>
                    <a:pt x="117" y="71"/>
                    <a:pt x="76" y="112"/>
                    <a:pt x="46" y="163"/>
                  </a:cubicBezTo>
                  <a:cubicBezTo>
                    <a:pt x="16" y="213"/>
                    <a:pt x="1" y="269"/>
                    <a:pt x="1" y="335"/>
                  </a:cubicBezTo>
                  <a:cubicBezTo>
                    <a:pt x="1" y="401"/>
                    <a:pt x="16" y="456"/>
                    <a:pt x="46" y="512"/>
                  </a:cubicBezTo>
                  <a:cubicBezTo>
                    <a:pt x="71" y="563"/>
                    <a:pt x="112" y="598"/>
                    <a:pt x="163" y="629"/>
                  </a:cubicBezTo>
                  <a:cubicBezTo>
                    <a:pt x="213" y="659"/>
                    <a:pt x="269" y="669"/>
                    <a:pt x="330" y="669"/>
                  </a:cubicBezTo>
                  <a:cubicBezTo>
                    <a:pt x="337" y="670"/>
                    <a:pt x="345" y="670"/>
                    <a:pt x="353" y="670"/>
                  </a:cubicBezTo>
                  <a:cubicBezTo>
                    <a:pt x="405" y="670"/>
                    <a:pt x="453" y="655"/>
                    <a:pt x="497" y="629"/>
                  </a:cubicBezTo>
                  <a:cubicBezTo>
                    <a:pt x="548" y="603"/>
                    <a:pt x="588" y="563"/>
                    <a:pt x="613" y="512"/>
                  </a:cubicBezTo>
                  <a:cubicBezTo>
                    <a:pt x="644" y="462"/>
                    <a:pt x="659" y="406"/>
                    <a:pt x="659" y="340"/>
                  </a:cubicBezTo>
                  <a:cubicBezTo>
                    <a:pt x="659" y="274"/>
                    <a:pt x="644" y="218"/>
                    <a:pt x="619" y="168"/>
                  </a:cubicBezTo>
                  <a:cubicBezTo>
                    <a:pt x="588" y="112"/>
                    <a:pt x="548" y="77"/>
                    <a:pt x="497" y="46"/>
                  </a:cubicBezTo>
                  <a:cubicBezTo>
                    <a:pt x="446" y="16"/>
                    <a:pt x="391" y="1"/>
                    <a:pt x="3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70;p17">
              <a:extLst>
                <a:ext uri="{FF2B5EF4-FFF2-40B4-BE49-F238E27FC236}">
                  <a16:creationId xmlns:a16="http://schemas.microsoft.com/office/drawing/2014/main" id="{DFB08B70-0A82-FFB4-84EC-6D1E31C4F101}"/>
                </a:ext>
              </a:extLst>
            </p:cNvPr>
            <p:cNvSpPr/>
            <p:nvPr/>
          </p:nvSpPr>
          <p:spPr>
            <a:xfrm>
              <a:off x="7200515" y="4482040"/>
              <a:ext cx="110577" cy="76100"/>
            </a:xfrm>
            <a:custGeom>
              <a:avLst/>
              <a:gdLst/>
              <a:ahLst/>
              <a:cxnLst/>
              <a:rect l="l" t="t" r="r" b="b"/>
              <a:pathLst>
                <a:path w="959" h="660" extrusionOk="0">
                  <a:moveTo>
                    <a:pt x="345" y="1"/>
                  </a:moveTo>
                  <a:cubicBezTo>
                    <a:pt x="305" y="1"/>
                    <a:pt x="264" y="11"/>
                    <a:pt x="234" y="31"/>
                  </a:cubicBezTo>
                  <a:cubicBezTo>
                    <a:pt x="198" y="51"/>
                    <a:pt x="173" y="77"/>
                    <a:pt x="148" y="107"/>
                  </a:cubicBezTo>
                  <a:lnTo>
                    <a:pt x="148" y="87"/>
                  </a:lnTo>
                  <a:cubicBezTo>
                    <a:pt x="148" y="66"/>
                    <a:pt x="143" y="46"/>
                    <a:pt x="127" y="31"/>
                  </a:cubicBezTo>
                  <a:cubicBezTo>
                    <a:pt x="117" y="21"/>
                    <a:pt x="97" y="11"/>
                    <a:pt x="77" y="11"/>
                  </a:cubicBezTo>
                  <a:cubicBezTo>
                    <a:pt x="56" y="11"/>
                    <a:pt x="41" y="21"/>
                    <a:pt x="26" y="31"/>
                  </a:cubicBezTo>
                  <a:cubicBezTo>
                    <a:pt x="11" y="46"/>
                    <a:pt x="6" y="61"/>
                    <a:pt x="6" y="87"/>
                  </a:cubicBezTo>
                  <a:lnTo>
                    <a:pt x="1" y="583"/>
                  </a:lnTo>
                  <a:cubicBezTo>
                    <a:pt x="1" y="603"/>
                    <a:pt x="11" y="624"/>
                    <a:pt x="21" y="639"/>
                  </a:cubicBezTo>
                  <a:cubicBezTo>
                    <a:pt x="36" y="649"/>
                    <a:pt x="51" y="659"/>
                    <a:pt x="72" y="659"/>
                  </a:cubicBezTo>
                  <a:cubicBezTo>
                    <a:pt x="97" y="659"/>
                    <a:pt x="112" y="649"/>
                    <a:pt x="127" y="639"/>
                  </a:cubicBezTo>
                  <a:cubicBezTo>
                    <a:pt x="138" y="624"/>
                    <a:pt x="148" y="603"/>
                    <a:pt x="148" y="583"/>
                  </a:cubicBezTo>
                  <a:lnTo>
                    <a:pt x="148" y="274"/>
                  </a:lnTo>
                  <a:cubicBezTo>
                    <a:pt x="148" y="234"/>
                    <a:pt x="163" y="198"/>
                    <a:pt x="188" y="173"/>
                  </a:cubicBezTo>
                  <a:cubicBezTo>
                    <a:pt x="213" y="148"/>
                    <a:pt x="249" y="132"/>
                    <a:pt x="295" y="132"/>
                  </a:cubicBezTo>
                  <a:cubicBezTo>
                    <a:pt x="335" y="132"/>
                    <a:pt x="365" y="148"/>
                    <a:pt x="381" y="173"/>
                  </a:cubicBezTo>
                  <a:cubicBezTo>
                    <a:pt x="401" y="198"/>
                    <a:pt x="411" y="234"/>
                    <a:pt x="411" y="274"/>
                  </a:cubicBezTo>
                  <a:lnTo>
                    <a:pt x="406" y="583"/>
                  </a:lnTo>
                  <a:cubicBezTo>
                    <a:pt x="406" y="608"/>
                    <a:pt x="416" y="624"/>
                    <a:pt x="426" y="639"/>
                  </a:cubicBezTo>
                  <a:cubicBezTo>
                    <a:pt x="441" y="654"/>
                    <a:pt x="457" y="659"/>
                    <a:pt x="482" y="659"/>
                  </a:cubicBezTo>
                  <a:cubicBezTo>
                    <a:pt x="502" y="659"/>
                    <a:pt x="517" y="654"/>
                    <a:pt x="533" y="639"/>
                  </a:cubicBezTo>
                  <a:cubicBezTo>
                    <a:pt x="548" y="624"/>
                    <a:pt x="553" y="608"/>
                    <a:pt x="553" y="588"/>
                  </a:cubicBezTo>
                  <a:lnTo>
                    <a:pt x="553" y="279"/>
                  </a:lnTo>
                  <a:cubicBezTo>
                    <a:pt x="553" y="234"/>
                    <a:pt x="568" y="203"/>
                    <a:pt x="593" y="178"/>
                  </a:cubicBezTo>
                  <a:cubicBezTo>
                    <a:pt x="619" y="148"/>
                    <a:pt x="654" y="137"/>
                    <a:pt x="700" y="137"/>
                  </a:cubicBezTo>
                  <a:cubicBezTo>
                    <a:pt x="740" y="137"/>
                    <a:pt x="771" y="148"/>
                    <a:pt x="791" y="173"/>
                  </a:cubicBezTo>
                  <a:cubicBezTo>
                    <a:pt x="806" y="198"/>
                    <a:pt x="816" y="234"/>
                    <a:pt x="816" y="279"/>
                  </a:cubicBezTo>
                  <a:lnTo>
                    <a:pt x="811" y="588"/>
                  </a:lnTo>
                  <a:cubicBezTo>
                    <a:pt x="811" y="608"/>
                    <a:pt x="821" y="624"/>
                    <a:pt x="831" y="639"/>
                  </a:cubicBezTo>
                  <a:cubicBezTo>
                    <a:pt x="847" y="654"/>
                    <a:pt x="862" y="659"/>
                    <a:pt x="887" y="659"/>
                  </a:cubicBezTo>
                  <a:cubicBezTo>
                    <a:pt x="907" y="659"/>
                    <a:pt x="923" y="654"/>
                    <a:pt x="938" y="639"/>
                  </a:cubicBezTo>
                  <a:cubicBezTo>
                    <a:pt x="953" y="629"/>
                    <a:pt x="958" y="608"/>
                    <a:pt x="958" y="588"/>
                  </a:cubicBezTo>
                  <a:lnTo>
                    <a:pt x="958" y="279"/>
                  </a:lnTo>
                  <a:cubicBezTo>
                    <a:pt x="958" y="193"/>
                    <a:pt x="943" y="127"/>
                    <a:pt x="913" y="77"/>
                  </a:cubicBezTo>
                  <a:cubicBezTo>
                    <a:pt x="882" y="26"/>
                    <a:pt x="831" y="6"/>
                    <a:pt x="750" y="1"/>
                  </a:cubicBezTo>
                  <a:cubicBezTo>
                    <a:pt x="700" y="1"/>
                    <a:pt x="659" y="16"/>
                    <a:pt x="624" y="41"/>
                  </a:cubicBezTo>
                  <a:cubicBezTo>
                    <a:pt x="583" y="72"/>
                    <a:pt x="558" y="102"/>
                    <a:pt x="538" y="132"/>
                  </a:cubicBezTo>
                  <a:cubicBezTo>
                    <a:pt x="512" y="46"/>
                    <a:pt x="447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71;p17">
              <a:extLst>
                <a:ext uri="{FF2B5EF4-FFF2-40B4-BE49-F238E27FC236}">
                  <a16:creationId xmlns:a16="http://schemas.microsoft.com/office/drawing/2014/main" id="{130D2BC6-449E-4120-BDCD-8C1532974120}"/>
                </a:ext>
              </a:extLst>
            </p:cNvPr>
            <p:cNvSpPr/>
            <p:nvPr/>
          </p:nvSpPr>
          <p:spPr>
            <a:xfrm>
              <a:off x="7333114" y="4482617"/>
              <a:ext cx="110577" cy="76676"/>
            </a:xfrm>
            <a:custGeom>
              <a:avLst/>
              <a:gdLst/>
              <a:ahLst/>
              <a:cxnLst/>
              <a:rect l="l" t="t" r="r" b="b"/>
              <a:pathLst>
                <a:path w="959" h="665" extrusionOk="0">
                  <a:moveTo>
                    <a:pt x="340" y="1"/>
                  </a:moveTo>
                  <a:cubicBezTo>
                    <a:pt x="299" y="1"/>
                    <a:pt x="264" y="11"/>
                    <a:pt x="229" y="31"/>
                  </a:cubicBezTo>
                  <a:cubicBezTo>
                    <a:pt x="198" y="51"/>
                    <a:pt x="168" y="77"/>
                    <a:pt x="148" y="107"/>
                  </a:cubicBezTo>
                  <a:lnTo>
                    <a:pt x="148" y="87"/>
                  </a:lnTo>
                  <a:cubicBezTo>
                    <a:pt x="148" y="67"/>
                    <a:pt x="142" y="46"/>
                    <a:pt x="127" y="36"/>
                  </a:cubicBezTo>
                  <a:cubicBezTo>
                    <a:pt x="112" y="21"/>
                    <a:pt x="97" y="11"/>
                    <a:pt x="77" y="11"/>
                  </a:cubicBezTo>
                  <a:cubicBezTo>
                    <a:pt x="56" y="11"/>
                    <a:pt x="36" y="21"/>
                    <a:pt x="21" y="36"/>
                  </a:cubicBezTo>
                  <a:cubicBezTo>
                    <a:pt x="11" y="46"/>
                    <a:pt x="1" y="67"/>
                    <a:pt x="1" y="87"/>
                  </a:cubicBezTo>
                  <a:lnTo>
                    <a:pt x="1" y="583"/>
                  </a:lnTo>
                  <a:cubicBezTo>
                    <a:pt x="1" y="603"/>
                    <a:pt x="6" y="624"/>
                    <a:pt x="21" y="639"/>
                  </a:cubicBezTo>
                  <a:cubicBezTo>
                    <a:pt x="36" y="649"/>
                    <a:pt x="51" y="659"/>
                    <a:pt x="72" y="659"/>
                  </a:cubicBezTo>
                  <a:cubicBezTo>
                    <a:pt x="92" y="659"/>
                    <a:pt x="112" y="649"/>
                    <a:pt x="122" y="639"/>
                  </a:cubicBezTo>
                  <a:cubicBezTo>
                    <a:pt x="137" y="624"/>
                    <a:pt x="142" y="603"/>
                    <a:pt x="142" y="583"/>
                  </a:cubicBezTo>
                  <a:lnTo>
                    <a:pt x="148" y="274"/>
                  </a:lnTo>
                  <a:cubicBezTo>
                    <a:pt x="148" y="234"/>
                    <a:pt x="158" y="203"/>
                    <a:pt x="183" y="173"/>
                  </a:cubicBezTo>
                  <a:cubicBezTo>
                    <a:pt x="208" y="148"/>
                    <a:pt x="244" y="132"/>
                    <a:pt x="289" y="132"/>
                  </a:cubicBezTo>
                  <a:cubicBezTo>
                    <a:pt x="335" y="132"/>
                    <a:pt x="365" y="148"/>
                    <a:pt x="381" y="173"/>
                  </a:cubicBezTo>
                  <a:cubicBezTo>
                    <a:pt x="401" y="198"/>
                    <a:pt x="406" y="234"/>
                    <a:pt x="406" y="279"/>
                  </a:cubicBezTo>
                  <a:lnTo>
                    <a:pt x="406" y="588"/>
                  </a:lnTo>
                  <a:cubicBezTo>
                    <a:pt x="406" y="609"/>
                    <a:pt x="411" y="624"/>
                    <a:pt x="426" y="639"/>
                  </a:cubicBezTo>
                  <a:cubicBezTo>
                    <a:pt x="441" y="654"/>
                    <a:pt x="457" y="659"/>
                    <a:pt x="477" y="659"/>
                  </a:cubicBezTo>
                  <a:cubicBezTo>
                    <a:pt x="497" y="659"/>
                    <a:pt x="517" y="654"/>
                    <a:pt x="527" y="639"/>
                  </a:cubicBezTo>
                  <a:cubicBezTo>
                    <a:pt x="543" y="624"/>
                    <a:pt x="553" y="609"/>
                    <a:pt x="553" y="588"/>
                  </a:cubicBezTo>
                  <a:lnTo>
                    <a:pt x="553" y="279"/>
                  </a:lnTo>
                  <a:cubicBezTo>
                    <a:pt x="553" y="239"/>
                    <a:pt x="563" y="203"/>
                    <a:pt x="588" y="178"/>
                  </a:cubicBezTo>
                  <a:cubicBezTo>
                    <a:pt x="614" y="148"/>
                    <a:pt x="649" y="137"/>
                    <a:pt x="695" y="137"/>
                  </a:cubicBezTo>
                  <a:cubicBezTo>
                    <a:pt x="740" y="137"/>
                    <a:pt x="771" y="148"/>
                    <a:pt x="786" y="173"/>
                  </a:cubicBezTo>
                  <a:cubicBezTo>
                    <a:pt x="806" y="198"/>
                    <a:pt x="811" y="234"/>
                    <a:pt x="811" y="279"/>
                  </a:cubicBezTo>
                  <a:lnTo>
                    <a:pt x="811" y="588"/>
                  </a:lnTo>
                  <a:cubicBezTo>
                    <a:pt x="811" y="609"/>
                    <a:pt x="816" y="629"/>
                    <a:pt x="831" y="639"/>
                  </a:cubicBezTo>
                  <a:cubicBezTo>
                    <a:pt x="847" y="654"/>
                    <a:pt x="862" y="664"/>
                    <a:pt x="882" y="664"/>
                  </a:cubicBezTo>
                  <a:cubicBezTo>
                    <a:pt x="902" y="664"/>
                    <a:pt x="923" y="654"/>
                    <a:pt x="933" y="644"/>
                  </a:cubicBezTo>
                  <a:cubicBezTo>
                    <a:pt x="948" y="629"/>
                    <a:pt x="958" y="609"/>
                    <a:pt x="958" y="588"/>
                  </a:cubicBezTo>
                  <a:lnTo>
                    <a:pt x="958" y="279"/>
                  </a:lnTo>
                  <a:cubicBezTo>
                    <a:pt x="958" y="193"/>
                    <a:pt x="943" y="127"/>
                    <a:pt x="912" y="77"/>
                  </a:cubicBezTo>
                  <a:cubicBezTo>
                    <a:pt x="882" y="31"/>
                    <a:pt x="826" y="6"/>
                    <a:pt x="745" y="6"/>
                  </a:cubicBezTo>
                  <a:cubicBezTo>
                    <a:pt x="700" y="6"/>
                    <a:pt x="659" y="16"/>
                    <a:pt x="619" y="46"/>
                  </a:cubicBezTo>
                  <a:cubicBezTo>
                    <a:pt x="583" y="72"/>
                    <a:pt x="553" y="102"/>
                    <a:pt x="538" y="137"/>
                  </a:cubicBezTo>
                  <a:cubicBezTo>
                    <a:pt x="507" y="46"/>
                    <a:pt x="441" y="1"/>
                    <a:pt x="3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72;p17">
              <a:extLst>
                <a:ext uri="{FF2B5EF4-FFF2-40B4-BE49-F238E27FC236}">
                  <a16:creationId xmlns:a16="http://schemas.microsoft.com/office/drawing/2014/main" id="{01069B70-8787-B37D-9F22-3E390C34C38E}"/>
                </a:ext>
              </a:extLst>
            </p:cNvPr>
            <p:cNvSpPr/>
            <p:nvPr/>
          </p:nvSpPr>
          <p:spPr>
            <a:xfrm>
              <a:off x="7461678" y="4483193"/>
              <a:ext cx="70682" cy="77829"/>
            </a:xfrm>
            <a:custGeom>
              <a:avLst/>
              <a:gdLst/>
              <a:ahLst/>
              <a:cxnLst/>
              <a:rect l="l" t="t" r="r" b="b"/>
              <a:pathLst>
                <a:path w="613" h="675" extrusionOk="0">
                  <a:moveTo>
                    <a:pt x="309" y="132"/>
                  </a:moveTo>
                  <a:cubicBezTo>
                    <a:pt x="345" y="138"/>
                    <a:pt x="380" y="148"/>
                    <a:pt x="410" y="173"/>
                  </a:cubicBezTo>
                  <a:cubicBezTo>
                    <a:pt x="441" y="198"/>
                    <a:pt x="456" y="224"/>
                    <a:pt x="461" y="259"/>
                  </a:cubicBezTo>
                  <a:lnTo>
                    <a:pt x="461" y="269"/>
                  </a:lnTo>
                  <a:lnTo>
                    <a:pt x="142" y="264"/>
                  </a:lnTo>
                  <a:cubicBezTo>
                    <a:pt x="162" y="178"/>
                    <a:pt x="218" y="132"/>
                    <a:pt x="309" y="132"/>
                  </a:cubicBezTo>
                  <a:close/>
                  <a:moveTo>
                    <a:pt x="309" y="1"/>
                  </a:moveTo>
                  <a:cubicBezTo>
                    <a:pt x="258" y="1"/>
                    <a:pt x="203" y="16"/>
                    <a:pt x="157" y="41"/>
                  </a:cubicBezTo>
                  <a:cubicBezTo>
                    <a:pt x="112" y="72"/>
                    <a:pt x="71" y="112"/>
                    <a:pt x="41" y="163"/>
                  </a:cubicBezTo>
                  <a:cubicBezTo>
                    <a:pt x="15" y="213"/>
                    <a:pt x="0" y="274"/>
                    <a:pt x="0" y="345"/>
                  </a:cubicBezTo>
                  <a:cubicBezTo>
                    <a:pt x="0" y="406"/>
                    <a:pt x="10" y="462"/>
                    <a:pt x="41" y="512"/>
                  </a:cubicBezTo>
                  <a:cubicBezTo>
                    <a:pt x="66" y="563"/>
                    <a:pt x="101" y="598"/>
                    <a:pt x="152" y="629"/>
                  </a:cubicBezTo>
                  <a:cubicBezTo>
                    <a:pt x="203" y="659"/>
                    <a:pt x="263" y="669"/>
                    <a:pt x="329" y="674"/>
                  </a:cubicBezTo>
                  <a:cubicBezTo>
                    <a:pt x="370" y="674"/>
                    <a:pt x="405" y="664"/>
                    <a:pt x="446" y="654"/>
                  </a:cubicBezTo>
                  <a:cubicBezTo>
                    <a:pt x="481" y="639"/>
                    <a:pt x="512" y="624"/>
                    <a:pt x="537" y="609"/>
                  </a:cubicBezTo>
                  <a:cubicBezTo>
                    <a:pt x="557" y="588"/>
                    <a:pt x="572" y="568"/>
                    <a:pt x="572" y="548"/>
                  </a:cubicBezTo>
                  <a:cubicBezTo>
                    <a:pt x="572" y="533"/>
                    <a:pt x="562" y="517"/>
                    <a:pt x="552" y="507"/>
                  </a:cubicBezTo>
                  <a:cubicBezTo>
                    <a:pt x="542" y="492"/>
                    <a:pt x="527" y="487"/>
                    <a:pt x="507" y="487"/>
                  </a:cubicBezTo>
                  <a:cubicBezTo>
                    <a:pt x="496" y="487"/>
                    <a:pt x="481" y="492"/>
                    <a:pt x="466" y="497"/>
                  </a:cubicBezTo>
                  <a:cubicBezTo>
                    <a:pt x="466" y="502"/>
                    <a:pt x="456" y="507"/>
                    <a:pt x="446" y="512"/>
                  </a:cubicBezTo>
                  <a:cubicBezTo>
                    <a:pt x="436" y="517"/>
                    <a:pt x="421" y="522"/>
                    <a:pt x="400" y="533"/>
                  </a:cubicBezTo>
                  <a:cubicBezTo>
                    <a:pt x="385" y="538"/>
                    <a:pt x="355" y="538"/>
                    <a:pt x="324" y="538"/>
                  </a:cubicBezTo>
                  <a:cubicBezTo>
                    <a:pt x="279" y="538"/>
                    <a:pt x="243" y="528"/>
                    <a:pt x="208" y="497"/>
                  </a:cubicBezTo>
                  <a:cubicBezTo>
                    <a:pt x="172" y="472"/>
                    <a:pt x="152" y="431"/>
                    <a:pt x="142" y="386"/>
                  </a:cubicBezTo>
                  <a:lnTo>
                    <a:pt x="142" y="386"/>
                  </a:lnTo>
                  <a:lnTo>
                    <a:pt x="542" y="391"/>
                  </a:lnTo>
                  <a:cubicBezTo>
                    <a:pt x="557" y="391"/>
                    <a:pt x="578" y="381"/>
                    <a:pt x="593" y="371"/>
                  </a:cubicBezTo>
                  <a:cubicBezTo>
                    <a:pt x="603" y="360"/>
                    <a:pt x="613" y="345"/>
                    <a:pt x="613" y="325"/>
                  </a:cubicBezTo>
                  <a:cubicBezTo>
                    <a:pt x="613" y="264"/>
                    <a:pt x="598" y="213"/>
                    <a:pt x="572" y="163"/>
                  </a:cubicBezTo>
                  <a:cubicBezTo>
                    <a:pt x="542" y="112"/>
                    <a:pt x="507" y="77"/>
                    <a:pt x="461" y="46"/>
                  </a:cubicBezTo>
                  <a:cubicBezTo>
                    <a:pt x="410" y="16"/>
                    <a:pt x="365" y="1"/>
                    <a:pt x="3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73;p17">
              <a:extLst>
                <a:ext uri="{FF2B5EF4-FFF2-40B4-BE49-F238E27FC236}">
                  <a16:creationId xmlns:a16="http://schemas.microsoft.com/office/drawing/2014/main" id="{AA94E9CA-A17D-1F24-6852-7CC289284493}"/>
                </a:ext>
              </a:extLst>
            </p:cNvPr>
            <p:cNvSpPr/>
            <p:nvPr/>
          </p:nvSpPr>
          <p:spPr>
            <a:xfrm>
              <a:off x="7550462" y="4483770"/>
              <a:ext cx="64917" cy="76100"/>
            </a:xfrm>
            <a:custGeom>
              <a:avLst/>
              <a:gdLst/>
              <a:ahLst/>
              <a:cxnLst/>
              <a:rect l="l" t="t" r="r" b="b"/>
              <a:pathLst>
                <a:path w="563" h="660" extrusionOk="0">
                  <a:moveTo>
                    <a:pt x="344" y="1"/>
                  </a:moveTo>
                  <a:cubicBezTo>
                    <a:pt x="304" y="1"/>
                    <a:pt x="263" y="11"/>
                    <a:pt x="228" y="31"/>
                  </a:cubicBezTo>
                  <a:cubicBezTo>
                    <a:pt x="198" y="51"/>
                    <a:pt x="167" y="77"/>
                    <a:pt x="147" y="107"/>
                  </a:cubicBezTo>
                  <a:lnTo>
                    <a:pt x="147" y="87"/>
                  </a:lnTo>
                  <a:cubicBezTo>
                    <a:pt x="147" y="67"/>
                    <a:pt x="137" y="46"/>
                    <a:pt x="127" y="36"/>
                  </a:cubicBezTo>
                  <a:cubicBezTo>
                    <a:pt x="111" y="21"/>
                    <a:pt x="96" y="11"/>
                    <a:pt x="71" y="11"/>
                  </a:cubicBezTo>
                  <a:cubicBezTo>
                    <a:pt x="51" y="11"/>
                    <a:pt x="35" y="21"/>
                    <a:pt x="20" y="31"/>
                  </a:cubicBezTo>
                  <a:cubicBezTo>
                    <a:pt x="5" y="46"/>
                    <a:pt x="0" y="67"/>
                    <a:pt x="0" y="87"/>
                  </a:cubicBezTo>
                  <a:lnTo>
                    <a:pt x="0" y="583"/>
                  </a:lnTo>
                  <a:cubicBezTo>
                    <a:pt x="0" y="604"/>
                    <a:pt x="5" y="624"/>
                    <a:pt x="20" y="639"/>
                  </a:cubicBezTo>
                  <a:cubicBezTo>
                    <a:pt x="30" y="649"/>
                    <a:pt x="51" y="659"/>
                    <a:pt x="71" y="659"/>
                  </a:cubicBezTo>
                  <a:cubicBezTo>
                    <a:pt x="91" y="659"/>
                    <a:pt x="106" y="649"/>
                    <a:pt x="122" y="639"/>
                  </a:cubicBezTo>
                  <a:cubicBezTo>
                    <a:pt x="137" y="624"/>
                    <a:pt x="142" y="604"/>
                    <a:pt x="142" y="583"/>
                  </a:cubicBezTo>
                  <a:lnTo>
                    <a:pt x="147" y="274"/>
                  </a:lnTo>
                  <a:cubicBezTo>
                    <a:pt x="147" y="234"/>
                    <a:pt x="157" y="198"/>
                    <a:pt x="182" y="173"/>
                  </a:cubicBezTo>
                  <a:cubicBezTo>
                    <a:pt x="213" y="148"/>
                    <a:pt x="248" y="133"/>
                    <a:pt x="294" y="133"/>
                  </a:cubicBezTo>
                  <a:cubicBezTo>
                    <a:pt x="339" y="133"/>
                    <a:pt x="370" y="148"/>
                    <a:pt x="390" y="173"/>
                  </a:cubicBezTo>
                  <a:cubicBezTo>
                    <a:pt x="410" y="198"/>
                    <a:pt x="415" y="234"/>
                    <a:pt x="415" y="274"/>
                  </a:cubicBezTo>
                  <a:lnTo>
                    <a:pt x="415" y="583"/>
                  </a:lnTo>
                  <a:cubicBezTo>
                    <a:pt x="415" y="609"/>
                    <a:pt x="420" y="624"/>
                    <a:pt x="436" y="639"/>
                  </a:cubicBezTo>
                  <a:cubicBezTo>
                    <a:pt x="451" y="654"/>
                    <a:pt x="466" y="659"/>
                    <a:pt x="486" y="659"/>
                  </a:cubicBezTo>
                  <a:cubicBezTo>
                    <a:pt x="507" y="659"/>
                    <a:pt x="527" y="654"/>
                    <a:pt x="542" y="639"/>
                  </a:cubicBezTo>
                  <a:cubicBezTo>
                    <a:pt x="552" y="624"/>
                    <a:pt x="562" y="609"/>
                    <a:pt x="562" y="588"/>
                  </a:cubicBezTo>
                  <a:lnTo>
                    <a:pt x="562" y="279"/>
                  </a:lnTo>
                  <a:cubicBezTo>
                    <a:pt x="562" y="193"/>
                    <a:pt x="547" y="122"/>
                    <a:pt x="517" y="77"/>
                  </a:cubicBezTo>
                  <a:cubicBezTo>
                    <a:pt x="486" y="26"/>
                    <a:pt x="431" y="1"/>
                    <a:pt x="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74;p17">
              <a:extLst>
                <a:ext uri="{FF2B5EF4-FFF2-40B4-BE49-F238E27FC236}">
                  <a16:creationId xmlns:a16="http://schemas.microsoft.com/office/drawing/2014/main" id="{E541FACD-EB3D-FF60-B90E-F39D69F89F49}"/>
                </a:ext>
              </a:extLst>
            </p:cNvPr>
            <p:cNvSpPr/>
            <p:nvPr/>
          </p:nvSpPr>
          <p:spPr>
            <a:xfrm>
              <a:off x="7628638" y="4469818"/>
              <a:ext cx="48659" cy="90628"/>
            </a:xfrm>
            <a:custGeom>
              <a:avLst/>
              <a:gdLst/>
              <a:ahLst/>
              <a:cxnLst/>
              <a:rect l="l" t="t" r="r" b="b"/>
              <a:pathLst>
                <a:path w="422" h="786" extrusionOk="0">
                  <a:moveTo>
                    <a:pt x="198" y="0"/>
                  </a:moveTo>
                  <a:cubicBezTo>
                    <a:pt x="178" y="0"/>
                    <a:pt x="163" y="5"/>
                    <a:pt x="148" y="20"/>
                  </a:cubicBezTo>
                  <a:cubicBezTo>
                    <a:pt x="133" y="31"/>
                    <a:pt x="127" y="51"/>
                    <a:pt x="127" y="71"/>
                  </a:cubicBezTo>
                  <a:lnTo>
                    <a:pt x="127" y="147"/>
                  </a:lnTo>
                  <a:lnTo>
                    <a:pt x="72" y="147"/>
                  </a:lnTo>
                  <a:cubicBezTo>
                    <a:pt x="51" y="147"/>
                    <a:pt x="36" y="152"/>
                    <a:pt x="21" y="167"/>
                  </a:cubicBezTo>
                  <a:cubicBezTo>
                    <a:pt x="11" y="178"/>
                    <a:pt x="1" y="193"/>
                    <a:pt x="1" y="213"/>
                  </a:cubicBezTo>
                  <a:cubicBezTo>
                    <a:pt x="1" y="233"/>
                    <a:pt x="6" y="248"/>
                    <a:pt x="21" y="264"/>
                  </a:cubicBezTo>
                  <a:cubicBezTo>
                    <a:pt x="36" y="274"/>
                    <a:pt x="51" y="279"/>
                    <a:pt x="72" y="279"/>
                  </a:cubicBezTo>
                  <a:lnTo>
                    <a:pt x="122" y="279"/>
                  </a:lnTo>
                  <a:lnTo>
                    <a:pt x="122" y="613"/>
                  </a:lnTo>
                  <a:cubicBezTo>
                    <a:pt x="122" y="684"/>
                    <a:pt x="138" y="730"/>
                    <a:pt x="173" y="750"/>
                  </a:cubicBezTo>
                  <a:cubicBezTo>
                    <a:pt x="209" y="770"/>
                    <a:pt x="249" y="785"/>
                    <a:pt x="300" y="785"/>
                  </a:cubicBezTo>
                  <a:cubicBezTo>
                    <a:pt x="330" y="785"/>
                    <a:pt x="355" y="775"/>
                    <a:pt x="381" y="760"/>
                  </a:cubicBezTo>
                  <a:cubicBezTo>
                    <a:pt x="406" y="745"/>
                    <a:pt x="416" y="730"/>
                    <a:pt x="416" y="704"/>
                  </a:cubicBezTo>
                  <a:cubicBezTo>
                    <a:pt x="416" y="689"/>
                    <a:pt x="411" y="674"/>
                    <a:pt x="401" y="664"/>
                  </a:cubicBezTo>
                  <a:cubicBezTo>
                    <a:pt x="391" y="654"/>
                    <a:pt x="381" y="649"/>
                    <a:pt x="371" y="649"/>
                  </a:cubicBezTo>
                  <a:cubicBezTo>
                    <a:pt x="360" y="649"/>
                    <a:pt x="355" y="649"/>
                    <a:pt x="345" y="654"/>
                  </a:cubicBezTo>
                  <a:cubicBezTo>
                    <a:pt x="335" y="654"/>
                    <a:pt x="325" y="659"/>
                    <a:pt x="315" y="659"/>
                  </a:cubicBezTo>
                  <a:cubicBezTo>
                    <a:pt x="300" y="659"/>
                    <a:pt x="290" y="654"/>
                    <a:pt x="279" y="649"/>
                  </a:cubicBezTo>
                  <a:cubicBezTo>
                    <a:pt x="274" y="638"/>
                    <a:pt x="269" y="628"/>
                    <a:pt x="269" y="608"/>
                  </a:cubicBezTo>
                  <a:lnTo>
                    <a:pt x="269" y="284"/>
                  </a:lnTo>
                  <a:lnTo>
                    <a:pt x="355" y="284"/>
                  </a:lnTo>
                  <a:cubicBezTo>
                    <a:pt x="376" y="284"/>
                    <a:pt x="391" y="279"/>
                    <a:pt x="406" y="264"/>
                  </a:cubicBezTo>
                  <a:cubicBezTo>
                    <a:pt x="416" y="254"/>
                    <a:pt x="421" y="238"/>
                    <a:pt x="421" y="218"/>
                  </a:cubicBezTo>
                  <a:cubicBezTo>
                    <a:pt x="421" y="198"/>
                    <a:pt x="416" y="183"/>
                    <a:pt x="406" y="167"/>
                  </a:cubicBezTo>
                  <a:cubicBezTo>
                    <a:pt x="391" y="157"/>
                    <a:pt x="376" y="152"/>
                    <a:pt x="355" y="152"/>
                  </a:cubicBezTo>
                  <a:lnTo>
                    <a:pt x="269" y="147"/>
                  </a:lnTo>
                  <a:lnTo>
                    <a:pt x="269" y="71"/>
                  </a:lnTo>
                  <a:cubicBezTo>
                    <a:pt x="269" y="51"/>
                    <a:pt x="264" y="36"/>
                    <a:pt x="249" y="20"/>
                  </a:cubicBezTo>
                  <a:cubicBezTo>
                    <a:pt x="239" y="5"/>
                    <a:pt x="219" y="0"/>
                    <a:pt x="1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75;p17">
              <a:extLst>
                <a:ext uri="{FF2B5EF4-FFF2-40B4-BE49-F238E27FC236}">
                  <a16:creationId xmlns:a16="http://schemas.microsoft.com/office/drawing/2014/main" id="{A7C830B6-0DC5-8B19-8B00-B367B576A818}"/>
                </a:ext>
              </a:extLst>
            </p:cNvPr>
            <p:cNvSpPr/>
            <p:nvPr/>
          </p:nvSpPr>
          <p:spPr>
            <a:xfrm>
              <a:off x="7991385" y="4463246"/>
              <a:ext cx="71950" cy="100083"/>
            </a:xfrm>
            <a:custGeom>
              <a:avLst/>
              <a:gdLst/>
              <a:ahLst/>
              <a:cxnLst/>
              <a:rect l="l" t="t" r="r" b="b"/>
              <a:pathLst>
                <a:path w="624" h="868" extrusionOk="0">
                  <a:moveTo>
                    <a:pt x="291" y="0"/>
                  </a:moveTo>
                  <a:cubicBezTo>
                    <a:pt x="247" y="0"/>
                    <a:pt x="205" y="10"/>
                    <a:pt x="168" y="27"/>
                  </a:cubicBezTo>
                  <a:cubicBezTo>
                    <a:pt x="122" y="47"/>
                    <a:pt x="82" y="77"/>
                    <a:pt x="56" y="113"/>
                  </a:cubicBezTo>
                  <a:cubicBezTo>
                    <a:pt x="31" y="148"/>
                    <a:pt x="16" y="194"/>
                    <a:pt x="16" y="245"/>
                  </a:cubicBezTo>
                  <a:cubicBezTo>
                    <a:pt x="16" y="381"/>
                    <a:pt x="102" y="468"/>
                    <a:pt x="279" y="493"/>
                  </a:cubicBezTo>
                  <a:cubicBezTo>
                    <a:pt x="350" y="503"/>
                    <a:pt x="401" y="518"/>
                    <a:pt x="431" y="538"/>
                  </a:cubicBezTo>
                  <a:cubicBezTo>
                    <a:pt x="467" y="559"/>
                    <a:pt x="482" y="589"/>
                    <a:pt x="482" y="625"/>
                  </a:cubicBezTo>
                  <a:cubicBezTo>
                    <a:pt x="482" y="655"/>
                    <a:pt x="462" y="680"/>
                    <a:pt x="431" y="701"/>
                  </a:cubicBezTo>
                  <a:cubicBezTo>
                    <a:pt x="401" y="721"/>
                    <a:pt x="360" y="731"/>
                    <a:pt x="315" y="731"/>
                  </a:cubicBezTo>
                  <a:cubicBezTo>
                    <a:pt x="274" y="731"/>
                    <a:pt x="239" y="721"/>
                    <a:pt x="208" y="711"/>
                  </a:cubicBezTo>
                  <a:cubicBezTo>
                    <a:pt x="178" y="701"/>
                    <a:pt x="142" y="680"/>
                    <a:pt x="112" y="650"/>
                  </a:cubicBezTo>
                  <a:cubicBezTo>
                    <a:pt x="102" y="645"/>
                    <a:pt x="87" y="640"/>
                    <a:pt x="71" y="640"/>
                  </a:cubicBezTo>
                  <a:cubicBezTo>
                    <a:pt x="51" y="640"/>
                    <a:pt x="36" y="645"/>
                    <a:pt x="21" y="660"/>
                  </a:cubicBezTo>
                  <a:cubicBezTo>
                    <a:pt x="6" y="675"/>
                    <a:pt x="1" y="690"/>
                    <a:pt x="1" y="706"/>
                  </a:cubicBezTo>
                  <a:cubicBezTo>
                    <a:pt x="1" y="731"/>
                    <a:pt x="11" y="751"/>
                    <a:pt x="31" y="771"/>
                  </a:cubicBezTo>
                  <a:cubicBezTo>
                    <a:pt x="71" y="807"/>
                    <a:pt x="117" y="832"/>
                    <a:pt x="158" y="847"/>
                  </a:cubicBezTo>
                  <a:cubicBezTo>
                    <a:pt x="203" y="863"/>
                    <a:pt x="254" y="868"/>
                    <a:pt x="315" y="868"/>
                  </a:cubicBezTo>
                  <a:cubicBezTo>
                    <a:pt x="370" y="868"/>
                    <a:pt x="421" y="858"/>
                    <a:pt x="467" y="837"/>
                  </a:cubicBezTo>
                  <a:cubicBezTo>
                    <a:pt x="517" y="817"/>
                    <a:pt x="553" y="787"/>
                    <a:pt x="583" y="751"/>
                  </a:cubicBezTo>
                  <a:cubicBezTo>
                    <a:pt x="608" y="711"/>
                    <a:pt x="624" y="670"/>
                    <a:pt x="624" y="620"/>
                  </a:cubicBezTo>
                  <a:cubicBezTo>
                    <a:pt x="624" y="564"/>
                    <a:pt x="613" y="518"/>
                    <a:pt x="593" y="488"/>
                  </a:cubicBezTo>
                  <a:cubicBezTo>
                    <a:pt x="573" y="457"/>
                    <a:pt x="543" y="427"/>
                    <a:pt x="502" y="412"/>
                  </a:cubicBezTo>
                  <a:cubicBezTo>
                    <a:pt x="462" y="392"/>
                    <a:pt x="406" y="376"/>
                    <a:pt x="335" y="361"/>
                  </a:cubicBezTo>
                  <a:cubicBezTo>
                    <a:pt x="274" y="351"/>
                    <a:pt x="229" y="336"/>
                    <a:pt x="203" y="321"/>
                  </a:cubicBezTo>
                  <a:cubicBezTo>
                    <a:pt x="173" y="300"/>
                    <a:pt x="158" y="275"/>
                    <a:pt x="158" y="240"/>
                  </a:cubicBezTo>
                  <a:cubicBezTo>
                    <a:pt x="158" y="209"/>
                    <a:pt x="173" y="184"/>
                    <a:pt x="198" y="169"/>
                  </a:cubicBezTo>
                  <a:cubicBezTo>
                    <a:pt x="229" y="148"/>
                    <a:pt x="269" y="138"/>
                    <a:pt x="320" y="138"/>
                  </a:cubicBezTo>
                  <a:cubicBezTo>
                    <a:pt x="350" y="138"/>
                    <a:pt x="380" y="143"/>
                    <a:pt x="421" y="159"/>
                  </a:cubicBezTo>
                  <a:cubicBezTo>
                    <a:pt x="456" y="174"/>
                    <a:pt x="487" y="189"/>
                    <a:pt x="507" y="204"/>
                  </a:cubicBezTo>
                  <a:cubicBezTo>
                    <a:pt x="517" y="214"/>
                    <a:pt x="527" y="219"/>
                    <a:pt x="538" y="219"/>
                  </a:cubicBezTo>
                  <a:cubicBezTo>
                    <a:pt x="558" y="219"/>
                    <a:pt x="573" y="209"/>
                    <a:pt x="588" y="199"/>
                  </a:cubicBezTo>
                  <a:cubicBezTo>
                    <a:pt x="603" y="184"/>
                    <a:pt x="608" y="169"/>
                    <a:pt x="608" y="148"/>
                  </a:cubicBezTo>
                  <a:cubicBezTo>
                    <a:pt x="608" y="123"/>
                    <a:pt x="598" y="103"/>
                    <a:pt x="573" y="83"/>
                  </a:cubicBezTo>
                  <a:cubicBezTo>
                    <a:pt x="543" y="57"/>
                    <a:pt x="507" y="37"/>
                    <a:pt x="462" y="22"/>
                  </a:cubicBezTo>
                  <a:cubicBezTo>
                    <a:pt x="416" y="7"/>
                    <a:pt x="370" y="2"/>
                    <a:pt x="320" y="2"/>
                  </a:cubicBezTo>
                  <a:cubicBezTo>
                    <a:pt x="310" y="1"/>
                    <a:pt x="301" y="0"/>
                    <a:pt x="2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76;p17">
              <a:extLst>
                <a:ext uri="{FF2B5EF4-FFF2-40B4-BE49-F238E27FC236}">
                  <a16:creationId xmlns:a16="http://schemas.microsoft.com/office/drawing/2014/main" id="{FFB622D3-30A2-A9B7-F504-B7A6953EF34E}"/>
                </a:ext>
              </a:extLst>
            </p:cNvPr>
            <p:cNvSpPr/>
            <p:nvPr/>
          </p:nvSpPr>
          <p:spPr>
            <a:xfrm>
              <a:off x="8087779" y="4459326"/>
              <a:ext cx="63764" cy="103426"/>
            </a:xfrm>
            <a:custGeom>
              <a:avLst/>
              <a:gdLst/>
              <a:ahLst/>
              <a:cxnLst/>
              <a:rect l="l" t="t" r="r" b="b"/>
              <a:pathLst>
                <a:path w="553" h="897" extrusionOk="0">
                  <a:moveTo>
                    <a:pt x="76" y="0"/>
                  </a:moveTo>
                  <a:cubicBezTo>
                    <a:pt x="56" y="0"/>
                    <a:pt x="36" y="5"/>
                    <a:pt x="26" y="20"/>
                  </a:cubicBezTo>
                  <a:cubicBezTo>
                    <a:pt x="11" y="36"/>
                    <a:pt x="5" y="51"/>
                    <a:pt x="5" y="71"/>
                  </a:cubicBezTo>
                  <a:lnTo>
                    <a:pt x="0" y="821"/>
                  </a:lnTo>
                  <a:cubicBezTo>
                    <a:pt x="0" y="841"/>
                    <a:pt x="5" y="856"/>
                    <a:pt x="21" y="871"/>
                  </a:cubicBezTo>
                  <a:cubicBezTo>
                    <a:pt x="36" y="887"/>
                    <a:pt x="51" y="892"/>
                    <a:pt x="71" y="892"/>
                  </a:cubicBezTo>
                  <a:cubicBezTo>
                    <a:pt x="92" y="892"/>
                    <a:pt x="112" y="887"/>
                    <a:pt x="122" y="871"/>
                  </a:cubicBezTo>
                  <a:cubicBezTo>
                    <a:pt x="137" y="856"/>
                    <a:pt x="142" y="841"/>
                    <a:pt x="142" y="821"/>
                  </a:cubicBezTo>
                  <a:lnTo>
                    <a:pt x="147" y="512"/>
                  </a:lnTo>
                  <a:cubicBezTo>
                    <a:pt x="147" y="471"/>
                    <a:pt x="157" y="436"/>
                    <a:pt x="183" y="410"/>
                  </a:cubicBezTo>
                  <a:cubicBezTo>
                    <a:pt x="208" y="380"/>
                    <a:pt x="244" y="370"/>
                    <a:pt x="289" y="370"/>
                  </a:cubicBezTo>
                  <a:cubicBezTo>
                    <a:pt x="335" y="370"/>
                    <a:pt x="365" y="380"/>
                    <a:pt x="380" y="410"/>
                  </a:cubicBezTo>
                  <a:cubicBezTo>
                    <a:pt x="401" y="436"/>
                    <a:pt x="406" y="466"/>
                    <a:pt x="406" y="512"/>
                  </a:cubicBezTo>
                  <a:lnTo>
                    <a:pt x="406" y="821"/>
                  </a:lnTo>
                  <a:cubicBezTo>
                    <a:pt x="406" y="841"/>
                    <a:pt x="411" y="861"/>
                    <a:pt x="426" y="876"/>
                  </a:cubicBezTo>
                  <a:cubicBezTo>
                    <a:pt x="441" y="887"/>
                    <a:pt x="456" y="897"/>
                    <a:pt x="477" y="897"/>
                  </a:cubicBezTo>
                  <a:cubicBezTo>
                    <a:pt x="497" y="897"/>
                    <a:pt x="517" y="887"/>
                    <a:pt x="527" y="876"/>
                  </a:cubicBezTo>
                  <a:cubicBezTo>
                    <a:pt x="542" y="861"/>
                    <a:pt x="553" y="841"/>
                    <a:pt x="553" y="821"/>
                  </a:cubicBezTo>
                  <a:lnTo>
                    <a:pt x="553" y="512"/>
                  </a:lnTo>
                  <a:cubicBezTo>
                    <a:pt x="553" y="426"/>
                    <a:pt x="537" y="360"/>
                    <a:pt x="507" y="309"/>
                  </a:cubicBezTo>
                  <a:cubicBezTo>
                    <a:pt x="477" y="263"/>
                    <a:pt x="421" y="238"/>
                    <a:pt x="340" y="238"/>
                  </a:cubicBezTo>
                  <a:cubicBezTo>
                    <a:pt x="299" y="238"/>
                    <a:pt x="264" y="248"/>
                    <a:pt x="228" y="269"/>
                  </a:cubicBezTo>
                  <a:cubicBezTo>
                    <a:pt x="198" y="289"/>
                    <a:pt x="168" y="314"/>
                    <a:pt x="147" y="339"/>
                  </a:cubicBezTo>
                  <a:lnTo>
                    <a:pt x="147" y="76"/>
                  </a:lnTo>
                  <a:cubicBezTo>
                    <a:pt x="147" y="51"/>
                    <a:pt x="142" y="36"/>
                    <a:pt x="127" y="20"/>
                  </a:cubicBezTo>
                  <a:cubicBezTo>
                    <a:pt x="117" y="5"/>
                    <a:pt x="97" y="0"/>
                    <a:pt x="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77;p17">
              <a:extLst>
                <a:ext uri="{FF2B5EF4-FFF2-40B4-BE49-F238E27FC236}">
                  <a16:creationId xmlns:a16="http://schemas.microsoft.com/office/drawing/2014/main" id="{773F6713-0DCC-CD3C-518E-E2E5B3404778}"/>
                </a:ext>
              </a:extLst>
            </p:cNvPr>
            <p:cNvSpPr/>
            <p:nvPr/>
          </p:nvSpPr>
          <p:spPr>
            <a:xfrm>
              <a:off x="8174833" y="4486768"/>
              <a:ext cx="73103" cy="77714"/>
            </a:xfrm>
            <a:custGeom>
              <a:avLst/>
              <a:gdLst/>
              <a:ahLst/>
              <a:cxnLst/>
              <a:rect l="l" t="t" r="r" b="b"/>
              <a:pathLst>
                <a:path w="634" h="674" extrusionOk="0">
                  <a:moveTo>
                    <a:pt x="314" y="137"/>
                  </a:moveTo>
                  <a:cubicBezTo>
                    <a:pt x="365" y="137"/>
                    <a:pt x="410" y="157"/>
                    <a:pt x="441" y="193"/>
                  </a:cubicBezTo>
                  <a:cubicBezTo>
                    <a:pt x="476" y="233"/>
                    <a:pt x="492" y="279"/>
                    <a:pt x="492" y="340"/>
                  </a:cubicBezTo>
                  <a:cubicBezTo>
                    <a:pt x="492" y="395"/>
                    <a:pt x="471" y="446"/>
                    <a:pt x="441" y="481"/>
                  </a:cubicBezTo>
                  <a:cubicBezTo>
                    <a:pt x="409" y="518"/>
                    <a:pt x="373" y="538"/>
                    <a:pt x="329" y="538"/>
                  </a:cubicBezTo>
                  <a:cubicBezTo>
                    <a:pt x="324" y="538"/>
                    <a:pt x="319" y="538"/>
                    <a:pt x="314" y="537"/>
                  </a:cubicBezTo>
                  <a:cubicBezTo>
                    <a:pt x="258" y="537"/>
                    <a:pt x="218" y="522"/>
                    <a:pt x="183" y="481"/>
                  </a:cubicBezTo>
                  <a:cubicBezTo>
                    <a:pt x="152" y="441"/>
                    <a:pt x="137" y="395"/>
                    <a:pt x="137" y="340"/>
                  </a:cubicBezTo>
                  <a:cubicBezTo>
                    <a:pt x="137" y="279"/>
                    <a:pt x="152" y="233"/>
                    <a:pt x="188" y="193"/>
                  </a:cubicBezTo>
                  <a:cubicBezTo>
                    <a:pt x="218" y="152"/>
                    <a:pt x="264" y="137"/>
                    <a:pt x="314" y="137"/>
                  </a:cubicBezTo>
                  <a:close/>
                  <a:moveTo>
                    <a:pt x="294" y="0"/>
                  </a:moveTo>
                  <a:cubicBezTo>
                    <a:pt x="238" y="0"/>
                    <a:pt x="188" y="15"/>
                    <a:pt x="142" y="46"/>
                  </a:cubicBezTo>
                  <a:cubicBezTo>
                    <a:pt x="96" y="71"/>
                    <a:pt x="66" y="112"/>
                    <a:pt x="36" y="162"/>
                  </a:cubicBezTo>
                  <a:cubicBezTo>
                    <a:pt x="10" y="213"/>
                    <a:pt x="0" y="274"/>
                    <a:pt x="0" y="334"/>
                  </a:cubicBezTo>
                  <a:cubicBezTo>
                    <a:pt x="0" y="400"/>
                    <a:pt x="10" y="456"/>
                    <a:pt x="36" y="507"/>
                  </a:cubicBezTo>
                  <a:cubicBezTo>
                    <a:pt x="61" y="562"/>
                    <a:pt x="96" y="598"/>
                    <a:pt x="142" y="628"/>
                  </a:cubicBezTo>
                  <a:cubicBezTo>
                    <a:pt x="188" y="659"/>
                    <a:pt x="238" y="674"/>
                    <a:pt x="294" y="674"/>
                  </a:cubicBezTo>
                  <a:cubicBezTo>
                    <a:pt x="329" y="674"/>
                    <a:pt x="365" y="664"/>
                    <a:pt x="400" y="649"/>
                  </a:cubicBezTo>
                  <a:cubicBezTo>
                    <a:pt x="436" y="633"/>
                    <a:pt x="461" y="613"/>
                    <a:pt x="481" y="588"/>
                  </a:cubicBezTo>
                  <a:cubicBezTo>
                    <a:pt x="486" y="608"/>
                    <a:pt x="492" y="628"/>
                    <a:pt x="502" y="638"/>
                  </a:cubicBezTo>
                  <a:cubicBezTo>
                    <a:pt x="517" y="654"/>
                    <a:pt x="532" y="664"/>
                    <a:pt x="557" y="664"/>
                  </a:cubicBezTo>
                  <a:cubicBezTo>
                    <a:pt x="578" y="664"/>
                    <a:pt x="593" y="654"/>
                    <a:pt x="608" y="643"/>
                  </a:cubicBezTo>
                  <a:cubicBezTo>
                    <a:pt x="623" y="628"/>
                    <a:pt x="628" y="608"/>
                    <a:pt x="628" y="588"/>
                  </a:cubicBezTo>
                  <a:lnTo>
                    <a:pt x="628" y="76"/>
                  </a:lnTo>
                  <a:cubicBezTo>
                    <a:pt x="633" y="56"/>
                    <a:pt x="623" y="36"/>
                    <a:pt x="608" y="25"/>
                  </a:cubicBezTo>
                  <a:cubicBezTo>
                    <a:pt x="598" y="10"/>
                    <a:pt x="578" y="5"/>
                    <a:pt x="557" y="5"/>
                  </a:cubicBezTo>
                  <a:cubicBezTo>
                    <a:pt x="537" y="5"/>
                    <a:pt x="522" y="10"/>
                    <a:pt x="507" y="25"/>
                  </a:cubicBezTo>
                  <a:cubicBezTo>
                    <a:pt x="492" y="41"/>
                    <a:pt x="486" y="56"/>
                    <a:pt x="486" y="76"/>
                  </a:cubicBezTo>
                  <a:cubicBezTo>
                    <a:pt x="461" y="56"/>
                    <a:pt x="436" y="41"/>
                    <a:pt x="400" y="25"/>
                  </a:cubicBezTo>
                  <a:cubicBezTo>
                    <a:pt x="365" y="10"/>
                    <a:pt x="329" y="0"/>
                    <a:pt x="2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78;p17">
              <a:extLst>
                <a:ext uri="{FF2B5EF4-FFF2-40B4-BE49-F238E27FC236}">
                  <a16:creationId xmlns:a16="http://schemas.microsoft.com/office/drawing/2014/main" id="{65212277-48A2-815A-04E3-AF16578D3B1A}"/>
                </a:ext>
              </a:extLst>
            </p:cNvPr>
            <p:cNvSpPr/>
            <p:nvPr/>
          </p:nvSpPr>
          <p:spPr>
            <a:xfrm>
              <a:off x="8264770" y="4487344"/>
              <a:ext cx="49120" cy="75984"/>
            </a:xfrm>
            <a:custGeom>
              <a:avLst/>
              <a:gdLst/>
              <a:ahLst/>
              <a:cxnLst/>
              <a:rect l="l" t="t" r="r" b="b"/>
              <a:pathLst>
                <a:path w="426" h="659" extrusionOk="0">
                  <a:moveTo>
                    <a:pt x="340" y="0"/>
                  </a:moveTo>
                  <a:cubicBezTo>
                    <a:pt x="299" y="0"/>
                    <a:pt x="264" y="10"/>
                    <a:pt x="228" y="26"/>
                  </a:cubicBezTo>
                  <a:cubicBezTo>
                    <a:pt x="193" y="46"/>
                    <a:pt x="167" y="71"/>
                    <a:pt x="147" y="102"/>
                  </a:cubicBezTo>
                  <a:lnTo>
                    <a:pt x="147" y="86"/>
                  </a:lnTo>
                  <a:cubicBezTo>
                    <a:pt x="147" y="66"/>
                    <a:pt x="142" y="46"/>
                    <a:pt x="127" y="36"/>
                  </a:cubicBezTo>
                  <a:cubicBezTo>
                    <a:pt x="112" y="20"/>
                    <a:pt x="96" y="10"/>
                    <a:pt x="76" y="10"/>
                  </a:cubicBezTo>
                  <a:cubicBezTo>
                    <a:pt x="56" y="10"/>
                    <a:pt x="36" y="20"/>
                    <a:pt x="26" y="36"/>
                  </a:cubicBezTo>
                  <a:cubicBezTo>
                    <a:pt x="10" y="46"/>
                    <a:pt x="5" y="66"/>
                    <a:pt x="5" y="86"/>
                  </a:cubicBezTo>
                  <a:lnTo>
                    <a:pt x="0" y="583"/>
                  </a:lnTo>
                  <a:cubicBezTo>
                    <a:pt x="0" y="603"/>
                    <a:pt x="5" y="623"/>
                    <a:pt x="21" y="638"/>
                  </a:cubicBezTo>
                  <a:cubicBezTo>
                    <a:pt x="36" y="649"/>
                    <a:pt x="51" y="659"/>
                    <a:pt x="71" y="659"/>
                  </a:cubicBezTo>
                  <a:cubicBezTo>
                    <a:pt x="91" y="659"/>
                    <a:pt x="112" y="654"/>
                    <a:pt x="122" y="638"/>
                  </a:cubicBezTo>
                  <a:cubicBezTo>
                    <a:pt x="137" y="623"/>
                    <a:pt x="147" y="608"/>
                    <a:pt x="147" y="583"/>
                  </a:cubicBezTo>
                  <a:lnTo>
                    <a:pt x="147" y="299"/>
                  </a:lnTo>
                  <a:cubicBezTo>
                    <a:pt x="147" y="264"/>
                    <a:pt x="152" y="233"/>
                    <a:pt x="167" y="208"/>
                  </a:cubicBezTo>
                  <a:cubicBezTo>
                    <a:pt x="178" y="177"/>
                    <a:pt x="193" y="157"/>
                    <a:pt x="213" y="147"/>
                  </a:cubicBezTo>
                  <a:cubicBezTo>
                    <a:pt x="233" y="132"/>
                    <a:pt x="254" y="127"/>
                    <a:pt x="274" y="127"/>
                  </a:cubicBezTo>
                  <a:cubicBezTo>
                    <a:pt x="284" y="127"/>
                    <a:pt x="294" y="127"/>
                    <a:pt x="299" y="132"/>
                  </a:cubicBezTo>
                  <a:cubicBezTo>
                    <a:pt x="309" y="132"/>
                    <a:pt x="314" y="137"/>
                    <a:pt x="319" y="137"/>
                  </a:cubicBezTo>
                  <a:cubicBezTo>
                    <a:pt x="335" y="142"/>
                    <a:pt x="345" y="147"/>
                    <a:pt x="360" y="147"/>
                  </a:cubicBezTo>
                  <a:cubicBezTo>
                    <a:pt x="375" y="147"/>
                    <a:pt x="390" y="137"/>
                    <a:pt x="405" y="127"/>
                  </a:cubicBezTo>
                  <a:cubicBezTo>
                    <a:pt x="416" y="117"/>
                    <a:pt x="426" y="96"/>
                    <a:pt x="426" y="71"/>
                  </a:cubicBezTo>
                  <a:cubicBezTo>
                    <a:pt x="426" y="51"/>
                    <a:pt x="416" y="36"/>
                    <a:pt x="400" y="20"/>
                  </a:cubicBezTo>
                  <a:cubicBezTo>
                    <a:pt x="385" y="10"/>
                    <a:pt x="365" y="0"/>
                    <a:pt x="3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79;p17">
              <a:extLst>
                <a:ext uri="{FF2B5EF4-FFF2-40B4-BE49-F238E27FC236}">
                  <a16:creationId xmlns:a16="http://schemas.microsoft.com/office/drawing/2014/main" id="{824A3546-A6B4-D62A-64BA-1A9D167E6C03}"/>
                </a:ext>
              </a:extLst>
            </p:cNvPr>
            <p:cNvSpPr/>
            <p:nvPr/>
          </p:nvSpPr>
          <p:spPr>
            <a:xfrm>
              <a:off x="8314928" y="4487921"/>
              <a:ext cx="70797" cy="77137"/>
            </a:xfrm>
            <a:custGeom>
              <a:avLst/>
              <a:gdLst/>
              <a:ahLst/>
              <a:cxnLst/>
              <a:rect l="l" t="t" r="r" b="b"/>
              <a:pathLst>
                <a:path w="614" h="669" extrusionOk="0">
                  <a:moveTo>
                    <a:pt x="310" y="132"/>
                  </a:moveTo>
                  <a:cubicBezTo>
                    <a:pt x="350" y="132"/>
                    <a:pt x="381" y="142"/>
                    <a:pt x="411" y="167"/>
                  </a:cubicBezTo>
                  <a:cubicBezTo>
                    <a:pt x="442" y="193"/>
                    <a:pt x="457" y="223"/>
                    <a:pt x="462" y="254"/>
                  </a:cubicBezTo>
                  <a:lnTo>
                    <a:pt x="462" y="264"/>
                  </a:lnTo>
                  <a:lnTo>
                    <a:pt x="143" y="264"/>
                  </a:lnTo>
                  <a:cubicBezTo>
                    <a:pt x="163" y="172"/>
                    <a:pt x="219" y="132"/>
                    <a:pt x="310" y="132"/>
                  </a:cubicBezTo>
                  <a:close/>
                  <a:moveTo>
                    <a:pt x="310" y="0"/>
                  </a:moveTo>
                  <a:cubicBezTo>
                    <a:pt x="259" y="0"/>
                    <a:pt x="209" y="10"/>
                    <a:pt x="158" y="41"/>
                  </a:cubicBezTo>
                  <a:cubicBezTo>
                    <a:pt x="112" y="66"/>
                    <a:pt x="72" y="107"/>
                    <a:pt x="46" y="157"/>
                  </a:cubicBezTo>
                  <a:cubicBezTo>
                    <a:pt x="16" y="213"/>
                    <a:pt x="1" y="274"/>
                    <a:pt x="1" y="340"/>
                  </a:cubicBezTo>
                  <a:cubicBezTo>
                    <a:pt x="1" y="400"/>
                    <a:pt x="11" y="461"/>
                    <a:pt x="41" y="507"/>
                  </a:cubicBezTo>
                  <a:cubicBezTo>
                    <a:pt x="67" y="557"/>
                    <a:pt x="107" y="598"/>
                    <a:pt x="153" y="623"/>
                  </a:cubicBezTo>
                  <a:cubicBezTo>
                    <a:pt x="204" y="654"/>
                    <a:pt x="264" y="669"/>
                    <a:pt x="330" y="669"/>
                  </a:cubicBezTo>
                  <a:cubicBezTo>
                    <a:pt x="371" y="669"/>
                    <a:pt x="411" y="664"/>
                    <a:pt x="447" y="649"/>
                  </a:cubicBezTo>
                  <a:cubicBezTo>
                    <a:pt x="487" y="639"/>
                    <a:pt x="518" y="623"/>
                    <a:pt x="538" y="603"/>
                  </a:cubicBezTo>
                  <a:cubicBezTo>
                    <a:pt x="563" y="588"/>
                    <a:pt x="573" y="568"/>
                    <a:pt x="573" y="542"/>
                  </a:cubicBezTo>
                  <a:cubicBezTo>
                    <a:pt x="573" y="527"/>
                    <a:pt x="568" y="512"/>
                    <a:pt x="553" y="502"/>
                  </a:cubicBezTo>
                  <a:cubicBezTo>
                    <a:pt x="543" y="492"/>
                    <a:pt x="528" y="481"/>
                    <a:pt x="513" y="481"/>
                  </a:cubicBezTo>
                  <a:cubicBezTo>
                    <a:pt x="497" y="481"/>
                    <a:pt x="482" y="487"/>
                    <a:pt x="472" y="497"/>
                  </a:cubicBezTo>
                  <a:cubicBezTo>
                    <a:pt x="467" y="497"/>
                    <a:pt x="457" y="502"/>
                    <a:pt x="447" y="507"/>
                  </a:cubicBezTo>
                  <a:cubicBezTo>
                    <a:pt x="437" y="517"/>
                    <a:pt x="421" y="522"/>
                    <a:pt x="401" y="527"/>
                  </a:cubicBezTo>
                  <a:cubicBezTo>
                    <a:pt x="386" y="532"/>
                    <a:pt x="361" y="537"/>
                    <a:pt x="325" y="537"/>
                  </a:cubicBezTo>
                  <a:cubicBezTo>
                    <a:pt x="285" y="537"/>
                    <a:pt x="244" y="522"/>
                    <a:pt x="209" y="497"/>
                  </a:cubicBezTo>
                  <a:cubicBezTo>
                    <a:pt x="173" y="466"/>
                    <a:pt x="153" y="431"/>
                    <a:pt x="143" y="380"/>
                  </a:cubicBezTo>
                  <a:lnTo>
                    <a:pt x="143" y="380"/>
                  </a:lnTo>
                  <a:lnTo>
                    <a:pt x="543" y="385"/>
                  </a:lnTo>
                  <a:cubicBezTo>
                    <a:pt x="563" y="385"/>
                    <a:pt x="578" y="380"/>
                    <a:pt x="594" y="365"/>
                  </a:cubicBezTo>
                  <a:cubicBezTo>
                    <a:pt x="609" y="355"/>
                    <a:pt x="614" y="340"/>
                    <a:pt x="614" y="319"/>
                  </a:cubicBezTo>
                  <a:cubicBezTo>
                    <a:pt x="614" y="264"/>
                    <a:pt x="604" y="208"/>
                    <a:pt x="573" y="162"/>
                  </a:cubicBezTo>
                  <a:cubicBezTo>
                    <a:pt x="548" y="112"/>
                    <a:pt x="507" y="71"/>
                    <a:pt x="462" y="41"/>
                  </a:cubicBezTo>
                  <a:cubicBezTo>
                    <a:pt x="416" y="15"/>
                    <a:pt x="366" y="0"/>
                    <a:pt x="3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80;p17">
              <a:extLst>
                <a:ext uri="{FF2B5EF4-FFF2-40B4-BE49-F238E27FC236}">
                  <a16:creationId xmlns:a16="http://schemas.microsoft.com/office/drawing/2014/main" id="{0C060FA8-ACDF-EF2C-52C3-D1864685D2F8}"/>
                </a:ext>
              </a:extLst>
            </p:cNvPr>
            <p:cNvSpPr/>
            <p:nvPr/>
          </p:nvSpPr>
          <p:spPr>
            <a:xfrm>
              <a:off x="6782307" y="4444682"/>
              <a:ext cx="161888" cy="138709"/>
            </a:xfrm>
            <a:custGeom>
              <a:avLst/>
              <a:gdLst/>
              <a:ahLst/>
              <a:cxnLst/>
              <a:rect l="l" t="t" r="r" b="b"/>
              <a:pathLst>
                <a:path w="1404" h="1203" extrusionOk="0">
                  <a:moveTo>
                    <a:pt x="107" y="0"/>
                  </a:moveTo>
                  <a:cubicBezTo>
                    <a:pt x="51" y="0"/>
                    <a:pt x="6" y="46"/>
                    <a:pt x="1" y="107"/>
                  </a:cubicBezTo>
                  <a:lnTo>
                    <a:pt x="1" y="912"/>
                  </a:lnTo>
                  <a:cubicBezTo>
                    <a:pt x="1" y="968"/>
                    <a:pt x="46" y="1019"/>
                    <a:pt x="102" y="1019"/>
                  </a:cubicBezTo>
                  <a:lnTo>
                    <a:pt x="1039" y="1024"/>
                  </a:lnTo>
                  <a:cubicBezTo>
                    <a:pt x="1039" y="1024"/>
                    <a:pt x="1217" y="1186"/>
                    <a:pt x="1227" y="1196"/>
                  </a:cubicBezTo>
                  <a:cubicBezTo>
                    <a:pt x="1231" y="1200"/>
                    <a:pt x="1237" y="1202"/>
                    <a:pt x="1243" y="1202"/>
                  </a:cubicBezTo>
                  <a:cubicBezTo>
                    <a:pt x="1253" y="1202"/>
                    <a:pt x="1262" y="1196"/>
                    <a:pt x="1262" y="1181"/>
                  </a:cubicBezTo>
                  <a:cubicBezTo>
                    <a:pt x="1262" y="1171"/>
                    <a:pt x="1262" y="1079"/>
                    <a:pt x="1262" y="1024"/>
                  </a:cubicBezTo>
                  <a:lnTo>
                    <a:pt x="1298" y="1024"/>
                  </a:lnTo>
                  <a:cubicBezTo>
                    <a:pt x="1353" y="1024"/>
                    <a:pt x="1399" y="978"/>
                    <a:pt x="1404" y="917"/>
                  </a:cubicBezTo>
                  <a:lnTo>
                    <a:pt x="1404" y="112"/>
                  </a:lnTo>
                  <a:cubicBezTo>
                    <a:pt x="1404" y="56"/>
                    <a:pt x="1358" y="5"/>
                    <a:pt x="1303" y="5"/>
                  </a:cubicBezTo>
                  <a:lnTo>
                    <a:pt x="10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81;p17">
              <a:extLst>
                <a:ext uri="{FF2B5EF4-FFF2-40B4-BE49-F238E27FC236}">
                  <a16:creationId xmlns:a16="http://schemas.microsoft.com/office/drawing/2014/main" id="{C528C0CF-6FC1-0D72-47DA-4AE12CABC217}"/>
                </a:ext>
              </a:extLst>
            </p:cNvPr>
            <p:cNvSpPr/>
            <p:nvPr/>
          </p:nvSpPr>
          <p:spPr>
            <a:xfrm>
              <a:off x="7753051" y="4439032"/>
              <a:ext cx="192905" cy="148394"/>
            </a:xfrm>
            <a:custGeom>
              <a:avLst/>
              <a:gdLst/>
              <a:ahLst/>
              <a:cxnLst/>
              <a:rect l="l" t="t" r="r" b="b"/>
              <a:pathLst>
                <a:path w="1673" h="1287" extrusionOk="0">
                  <a:moveTo>
                    <a:pt x="1021" y="1"/>
                  </a:moveTo>
                  <a:cubicBezTo>
                    <a:pt x="1007" y="1"/>
                    <a:pt x="994" y="16"/>
                    <a:pt x="994" y="34"/>
                  </a:cubicBezTo>
                  <a:lnTo>
                    <a:pt x="989" y="252"/>
                  </a:lnTo>
                  <a:cubicBezTo>
                    <a:pt x="989" y="287"/>
                    <a:pt x="963" y="313"/>
                    <a:pt x="933" y="318"/>
                  </a:cubicBezTo>
                  <a:cubicBezTo>
                    <a:pt x="771" y="343"/>
                    <a:pt x="315" y="439"/>
                    <a:pt x="138" y="748"/>
                  </a:cubicBezTo>
                  <a:cubicBezTo>
                    <a:pt x="1" y="992"/>
                    <a:pt x="67" y="1194"/>
                    <a:pt x="107" y="1275"/>
                  </a:cubicBezTo>
                  <a:cubicBezTo>
                    <a:pt x="110" y="1283"/>
                    <a:pt x="117" y="1287"/>
                    <a:pt x="126" y="1287"/>
                  </a:cubicBezTo>
                  <a:cubicBezTo>
                    <a:pt x="134" y="1287"/>
                    <a:pt x="143" y="1283"/>
                    <a:pt x="148" y="1275"/>
                  </a:cubicBezTo>
                  <a:cubicBezTo>
                    <a:pt x="219" y="1189"/>
                    <a:pt x="436" y="936"/>
                    <a:pt x="750" y="916"/>
                  </a:cubicBezTo>
                  <a:cubicBezTo>
                    <a:pt x="793" y="913"/>
                    <a:pt x="827" y="911"/>
                    <a:pt x="854" y="911"/>
                  </a:cubicBezTo>
                  <a:cubicBezTo>
                    <a:pt x="963" y="911"/>
                    <a:pt x="963" y="931"/>
                    <a:pt x="963" y="931"/>
                  </a:cubicBezTo>
                  <a:cubicBezTo>
                    <a:pt x="963" y="931"/>
                    <a:pt x="963" y="1174"/>
                    <a:pt x="963" y="1204"/>
                  </a:cubicBezTo>
                  <a:cubicBezTo>
                    <a:pt x="963" y="1243"/>
                    <a:pt x="986" y="1257"/>
                    <a:pt x="1007" y="1257"/>
                  </a:cubicBezTo>
                  <a:cubicBezTo>
                    <a:pt x="1020" y="1257"/>
                    <a:pt x="1032" y="1252"/>
                    <a:pt x="1039" y="1245"/>
                  </a:cubicBezTo>
                  <a:lnTo>
                    <a:pt x="1642" y="718"/>
                  </a:lnTo>
                  <a:cubicBezTo>
                    <a:pt x="1667" y="693"/>
                    <a:pt x="1672" y="647"/>
                    <a:pt x="1642" y="617"/>
                  </a:cubicBezTo>
                  <a:lnTo>
                    <a:pt x="1039" y="9"/>
                  </a:lnTo>
                  <a:cubicBezTo>
                    <a:pt x="1033" y="3"/>
                    <a:pt x="1027" y="1"/>
                    <a:pt x="10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82;p17">
              <a:extLst>
                <a:ext uri="{FF2B5EF4-FFF2-40B4-BE49-F238E27FC236}">
                  <a16:creationId xmlns:a16="http://schemas.microsoft.com/office/drawing/2014/main" id="{4AD6AD69-AC0D-0675-9C81-B61D1AFCA429}"/>
                </a:ext>
              </a:extLst>
            </p:cNvPr>
            <p:cNvSpPr/>
            <p:nvPr/>
          </p:nvSpPr>
          <p:spPr>
            <a:xfrm>
              <a:off x="6220431" y="1422119"/>
              <a:ext cx="501231" cy="499490"/>
            </a:xfrm>
            <a:custGeom>
              <a:avLst/>
              <a:gdLst/>
              <a:ahLst/>
              <a:cxnLst/>
              <a:rect l="l" t="t" r="r" b="b"/>
              <a:pathLst>
                <a:path w="4347" h="4332" extrusionOk="0">
                  <a:moveTo>
                    <a:pt x="2175" y="0"/>
                  </a:moveTo>
                  <a:cubicBezTo>
                    <a:pt x="983" y="0"/>
                    <a:pt x="16" y="961"/>
                    <a:pt x="6" y="2153"/>
                  </a:cubicBezTo>
                  <a:cubicBezTo>
                    <a:pt x="1" y="3348"/>
                    <a:pt x="968" y="4321"/>
                    <a:pt x="2164" y="4331"/>
                  </a:cubicBezTo>
                  <a:cubicBezTo>
                    <a:pt x="2167" y="4331"/>
                    <a:pt x="2170" y="4331"/>
                    <a:pt x="2173" y="4331"/>
                  </a:cubicBezTo>
                  <a:cubicBezTo>
                    <a:pt x="3364" y="4331"/>
                    <a:pt x="4332" y="3366"/>
                    <a:pt x="4337" y="2173"/>
                  </a:cubicBezTo>
                  <a:cubicBezTo>
                    <a:pt x="4347" y="978"/>
                    <a:pt x="3379" y="5"/>
                    <a:pt x="2184" y="0"/>
                  </a:cubicBezTo>
                  <a:cubicBezTo>
                    <a:pt x="2181" y="0"/>
                    <a:pt x="2178" y="0"/>
                    <a:pt x="21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83;p17">
              <a:extLst>
                <a:ext uri="{FF2B5EF4-FFF2-40B4-BE49-F238E27FC236}">
                  <a16:creationId xmlns:a16="http://schemas.microsoft.com/office/drawing/2014/main" id="{5D4250FC-EE2B-0A14-9A10-F9986F9EB341}"/>
                </a:ext>
              </a:extLst>
            </p:cNvPr>
            <p:cNvSpPr/>
            <p:nvPr/>
          </p:nvSpPr>
          <p:spPr>
            <a:xfrm>
              <a:off x="7016605" y="3131722"/>
              <a:ext cx="227843" cy="425812"/>
            </a:xfrm>
            <a:custGeom>
              <a:avLst/>
              <a:gdLst/>
              <a:ahLst/>
              <a:cxnLst/>
              <a:rect l="l" t="t" r="r" b="b"/>
              <a:pathLst>
                <a:path w="1976" h="3693" extrusionOk="0">
                  <a:moveTo>
                    <a:pt x="1859" y="0"/>
                  </a:moveTo>
                  <a:cubicBezTo>
                    <a:pt x="1859" y="0"/>
                    <a:pt x="1221" y="608"/>
                    <a:pt x="1125" y="729"/>
                  </a:cubicBezTo>
                  <a:cubicBezTo>
                    <a:pt x="1028" y="856"/>
                    <a:pt x="380" y="1889"/>
                    <a:pt x="10" y="2462"/>
                  </a:cubicBezTo>
                  <a:cubicBezTo>
                    <a:pt x="0" y="2482"/>
                    <a:pt x="1550" y="3627"/>
                    <a:pt x="1717" y="3693"/>
                  </a:cubicBezTo>
                  <a:cubicBezTo>
                    <a:pt x="1976" y="3343"/>
                    <a:pt x="1808" y="2047"/>
                    <a:pt x="1808" y="2047"/>
                  </a:cubicBezTo>
                  <a:lnTo>
                    <a:pt x="1859" y="0"/>
                  </a:ln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84;p17">
              <a:extLst>
                <a:ext uri="{FF2B5EF4-FFF2-40B4-BE49-F238E27FC236}">
                  <a16:creationId xmlns:a16="http://schemas.microsoft.com/office/drawing/2014/main" id="{03CB6AFF-CDBC-9964-865A-5EAB7D2D4F9C}"/>
                </a:ext>
              </a:extLst>
            </p:cNvPr>
            <p:cNvSpPr/>
            <p:nvPr/>
          </p:nvSpPr>
          <p:spPr>
            <a:xfrm>
              <a:off x="6445273" y="3156513"/>
              <a:ext cx="769430" cy="602110"/>
            </a:xfrm>
            <a:custGeom>
              <a:avLst/>
              <a:gdLst/>
              <a:ahLst/>
              <a:cxnLst/>
              <a:rect l="l" t="t" r="r" b="b"/>
              <a:pathLst>
                <a:path w="6673" h="5222" extrusionOk="0">
                  <a:moveTo>
                    <a:pt x="496" y="1"/>
                  </a:moveTo>
                  <a:cubicBezTo>
                    <a:pt x="315" y="1"/>
                    <a:pt x="121" y="50"/>
                    <a:pt x="57" y="241"/>
                  </a:cubicBezTo>
                  <a:cubicBezTo>
                    <a:pt x="1" y="403"/>
                    <a:pt x="1" y="742"/>
                    <a:pt x="26" y="1077"/>
                  </a:cubicBezTo>
                  <a:cubicBezTo>
                    <a:pt x="55" y="1538"/>
                    <a:pt x="431" y="1892"/>
                    <a:pt x="884" y="1892"/>
                  </a:cubicBezTo>
                  <a:cubicBezTo>
                    <a:pt x="913" y="1892"/>
                    <a:pt x="943" y="1890"/>
                    <a:pt x="974" y="1887"/>
                  </a:cubicBezTo>
                  <a:lnTo>
                    <a:pt x="1141" y="1872"/>
                  </a:lnTo>
                  <a:cubicBezTo>
                    <a:pt x="1141" y="1872"/>
                    <a:pt x="3425" y="4683"/>
                    <a:pt x="3977" y="4982"/>
                  </a:cubicBezTo>
                  <a:cubicBezTo>
                    <a:pt x="4230" y="5120"/>
                    <a:pt x="4414" y="5221"/>
                    <a:pt x="4621" y="5221"/>
                  </a:cubicBezTo>
                  <a:cubicBezTo>
                    <a:pt x="4872" y="5221"/>
                    <a:pt x="5157" y="5073"/>
                    <a:pt x="5639" y="4663"/>
                  </a:cubicBezTo>
                  <a:cubicBezTo>
                    <a:pt x="6095" y="4273"/>
                    <a:pt x="6282" y="4010"/>
                    <a:pt x="6672" y="3478"/>
                  </a:cubicBezTo>
                  <a:cubicBezTo>
                    <a:pt x="6429" y="3387"/>
                    <a:pt x="5376" y="2546"/>
                    <a:pt x="5102" y="2363"/>
                  </a:cubicBezTo>
                  <a:cubicBezTo>
                    <a:pt x="4839" y="2776"/>
                    <a:pt x="4695" y="3078"/>
                    <a:pt x="4451" y="3078"/>
                  </a:cubicBezTo>
                  <a:cubicBezTo>
                    <a:pt x="4356" y="3078"/>
                    <a:pt x="4246" y="3033"/>
                    <a:pt x="4109" y="2931"/>
                  </a:cubicBezTo>
                  <a:cubicBezTo>
                    <a:pt x="3608" y="2551"/>
                    <a:pt x="2123" y="1264"/>
                    <a:pt x="1830" y="1041"/>
                  </a:cubicBezTo>
                  <a:cubicBezTo>
                    <a:pt x="1652" y="905"/>
                    <a:pt x="1632" y="1006"/>
                    <a:pt x="1617" y="626"/>
                  </a:cubicBezTo>
                  <a:cubicBezTo>
                    <a:pt x="1602" y="246"/>
                    <a:pt x="857" y="53"/>
                    <a:pt x="857" y="53"/>
                  </a:cubicBezTo>
                  <a:cubicBezTo>
                    <a:pt x="857" y="53"/>
                    <a:pt x="683" y="1"/>
                    <a:pt x="496" y="1"/>
                  </a:cubicBezTo>
                  <a:close/>
                </a:path>
              </a:pathLst>
            </a:custGeom>
            <a:solidFill>
              <a:srgbClr val="FAC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85;p17">
              <a:extLst>
                <a:ext uri="{FF2B5EF4-FFF2-40B4-BE49-F238E27FC236}">
                  <a16:creationId xmlns:a16="http://schemas.microsoft.com/office/drawing/2014/main" id="{EDB80128-0E5E-E0E0-A8DE-ECB9A04EA942}"/>
                </a:ext>
              </a:extLst>
            </p:cNvPr>
            <p:cNvSpPr/>
            <p:nvPr/>
          </p:nvSpPr>
          <p:spPr>
            <a:xfrm>
              <a:off x="7007275" y="3078923"/>
              <a:ext cx="1003499" cy="1360095"/>
            </a:xfrm>
            <a:custGeom>
              <a:avLst/>
              <a:gdLst/>
              <a:ahLst/>
              <a:cxnLst/>
              <a:rect l="l" t="t" r="r" b="b"/>
              <a:pathLst>
                <a:path w="8703" h="14307" extrusionOk="0">
                  <a:moveTo>
                    <a:pt x="5436" y="0"/>
                  </a:moveTo>
                  <a:cubicBezTo>
                    <a:pt x="5361" y="0"/>
                    <a:pt x="5287" y="6"/>
                    <a:pt x="5213" y="17"/>
                  </a:cubicBezTo>
                  <a:cubicBezTo>
                    <a:pt x="4600" y="119"/>
                    <a:pt x="2335" y="235"/>
                    <a:pt x="2335" y="235"/>
                  </a:cubicBezTo>
                  <a:cubicBezTo>
                    <a:pt x="2219" y="306"/>
                    <a:pt x="1930" y="448"/>
                    <a:pt x="1753" y="580"/>
                  </a:cubicBezTo>
                  <a:cubicBezTo>
                    <a:pt x="1109" y="1061"/>
                    <a:pt x="897" y="2120"/>
                    <a:pt x="841" y="2363"/>
                  </a:cubicBezTo>
                  <a:cubicBezTo>
                    <a:pt x="785" y="2611"/>
                    <a:pt x="0" y="10052"/>
                    <a:pt x="203" y="13380"/>
                  </a:cubicBezTo>
                  <a:cubicBezTo>
                    <a:pt x="967" y="13993"/>
                    <a:pt x="2214" y="14306"/>
                    <a:pt x="3703" y="14306"/>
                  </a:cubicBezTo>
                  <a:cubicBezTo>
                    <a:pt x="5056" y="14306"/>
                    <a:pt x="6609" y="14048"/>
                    <a:pt x="8181" y="13522"/>
                  </a:cubicBezTo>
                  <a:cubicBezTo>
                    <a:pt x="8075" y="11952"/>
                    <a:pt x="7198" y="4207"/>
                    <a:pt x="7198" y="4207"/>
                  </a:cubicBezTo>
                  <a:lnTo>
                    <a:pt x="8703" y="3411"/>
                  </a:lnTo>
                  <a:cubicBezTo>
                    <a:pt x="8703" y="3411"/>
                    <a:pt x="7158" y="590"/>
                    <a:pt x="6352" y="240"/>
                  </a:cubicBezTo>
                  <a:cubicBezTo>
                    <a:pt x="6175" y="159"/>
                    <a:pt x="5982" y="93"/>
                    <a:pt x="5805" y="48"/>
                  </a:cubicBezTo>
                  <a:cubicBezTo>
                    <a:pt x="5685" y="16"/>
                    <a:pt x="5561" y="0"/>
                    <a:pt x="5436" y="0"/>
                  </a:cubicBezTo>
                  <a:close/>
                </a:path>
              </a:pathLst>
            </a:custGeom>
            <a:solidFill>
              <a:srgbClr val="0B53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86;p17">
              <a:extLst>
                <a:ext uri="{FF2B5EF4-FFF2-40B4-BE49-F238E27FC236}">
                  <a16:creationId xmlns:a16="http://schemas.microsoft.com/office/drawing/2014/main" id="{44BB3806-523F-F7CC-0688-C201164178AE}"/>
                </a:ext>
              </a:extLst>
            </p:cNvPr>
            <p:cNvSpPr/>
            <p:nvPr/>
          </p:nvSpPr>
          <p:spPr>
            <a:xfrm>
              <a:off x="7294603" y="2854302"/>
              <a:ext cx="348221" cy="561293"/>
            </a:xfrm>
            <a:custGeom>
              <a:avLst/>
              <a:gdLst/>
              <a:ahLst/>
              <a:cxnLst/>
              <a:rect l="l" t="t" r="r" b="b"/>
              <a:pathLst>
                <a:path w="3020" h="4868" extrusionOk="0">
                  <a:moveTo>
                    <a:pt x="2960" y="0"/>
                  </a:moveTo>
                  <a:cubicBezTo>
                    <a:pt x="2505" y="0"/>
                    <a:pt x="162" y="1398"/>
                    <a:pt x="162" y="1398"/>
                  </a:cubicBezTo>
                  <a:cubicBezTo>
                    <a:pt x="218" y="1408"/>
                    <a:pt x="61" y="1996"/>
                    <a:pt x="66" y="2031"/>
                  </a:cubicBezTo>
                  <a:cubicBezTo>
                    <a:pt x="66" y="2036"/>
                    <a:pt x="61" y="2041"/>
                    <a:pt x="51" y="2051"/>
                  </a:cubicBezTo>
                  <a:cubicBezTo>
                    <a:pt x="51" y="2051"/>
                    <a:pt x="0" y="2396"/>
                    <a:pt x="36" y="2978"/>
                  </a:cubicBezTo>
                  <a:cubicBezTo>
                    <a:pt x="71" y="3561"/>
                    <a:pt x="431" y="4868"/>
                    <a:pt x="431" y="4868"/>
                  </a:cubicBezTo>
                  <a:cubicBezTo>
                    <a:pt x="431" y="4868"/>
                    <a:pt x="1277" y="3997"/>
                    <a:pt x="1778" y="3318"/>
                  </a:cubicBezTo>
                  <a:cubicBezTo>
                    <a:pt x="2275" y="2639"/>
                    <a:pt x="2569" y="1859"/>
                    <a:pt x="2569" y="1859"/>
                  </a:cubicBezTo>
                  <a:lnTo>
                    <a:pt x="2563" y="1859"/>
                  </a:lnTo>
                  <a:cubicBezTo>
                    <a:pt x="2599" y="1697"/>
                    <a:pt x="2797" y="907"/>
                    <a:pt x="3019" y="15"/>
                  </a:cubicBezTo>
                  <a:cubicBezTo>
                    <a:pt x="3007" y="5"/>
                    <a:pt x="2986" y="0"/>
                    <a:pt x="2960" y="0"/>
                  </a:cubicBezTo>
                  <a:close/>
                </a:path>
              </a:pathLst>
            </a:custGeom>
            <a:solidFill>
              <a:srgbClr val="FAC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87;p17">
              <a:extLst>
                <a:ext uri="{FF2B5EF4-FFF2-40B4-BE49-F238E27FC236}">
                  <a16:creationId xmlns:a16="http://schemas.microsoft.com/office/drawing/2014/main" id="{25AA2350-BB85-78D8-3C05-B21AFCCDE2F1}"/>
                </a:ext>
              </a:extLst>
            </p:cNvPr>
            <p:cNvSpPr/>
            <p:nvPr/>
          </p:nvSpPr>
          <p:spPr>
            <a:xfrm>
              <a:off x="7120494" y="3043515"/>
              <a:ext cx="549198" cy="385572"/>
            </a:xfrm>
            <a:custGeom>
              <a:avLst/>
              <a:gdLst/>
              <a:ahLst/>
              <a:cxnLst/>
              <a:rect l="l" t="t" r="r" b="b"/>
              <a:pathLst>
                <a:path w="4763" h="3344" extrusionOk="0">
                  <a:moveTo>
                    <a:pt x="4124" y="0"/>
                  </a:moveTo>
                  <a:cubicBezTo>
                    <a:pt x="4124" y="0"/>
                    <a:pt x="3785" y="998"/>
                    <a:pt x="3288" y="1677"/>
                  </a:cubicBezTo>
                  <a:cubicBezTo>
                    <a:pt x="2787" y="2356"/>
                    <a:pt x="2037" y="2786"/>
                    <a:pt x="2037" y="2786"/>
                  </a:cubicBezTo>
                  <a:cubicBezTo>
                    <a:pt x="2037" y="2786"/>
                    <a:pt x="1581" y="1920"/>
                    <a:pt x="1546" y="1337"/>
                  </a:cubicBezTo>
                  <a:cubicBezTo>
                    <a:pt x="1510" y="755"/>
                    <a:pt x="1576" y="486"/>
                    <a:pt x="1591" y="299"/>
                  </a:cubicBezTo>
                  <a:cubicBezTo>
                    <a:pt x="1592" y="298"/>
                    <a:pt x="1591" y="298"/>
                    <a:pt x="1591" y="298"/>
                  </a:cubicBezTo>
                  <a:cubicBezTo>
                    <a:pt x="1585" y="298"/>
                    <a:pt x="1422" y="503"/>
                    <a:pt x="1353" y="542"/>
                  </a:cubicBezTo>
                  <a:cubicBezTo>
                    <a:pt x="1353" y="542"/>
                    <a:pt x="1" y="2128"/>
                    <a:pt x="330" y="2229"/>
                  </a:cubicBezTo>
                  <a:cubicBezTo>
                    <a:pt x="467" y="2269"/>
                    <a:pt x="1237" y="2280"/>
                    <a:pt x="1525" y="2345"/>
                  </a:cubicBezTo>
                  <a:cubicBezTo>
                    <a:pt x="1809" y="2416"/>
                    <a:pt x="1921" y="3343"/>
                    <a:pt x="1921" y="3343"/>
                  </a:cubicBezTo>
                  <a:cubicBezTo>
                    <a:pt x="1921" y="3343"/>
                    <a:pt x="2711" y="2442"/>
                    <a:pt x="3526" y="2381"/>
                  </a:cubicBezTo>
                  <a:cubicBezTo>
                    <a:pt x="4342" y="2320"/>
                    <a:pt x="4762" y="2036"/>
                    <a:pt x="4762" y="2036"/>
                  </a:cubicBezTo>
                  <a:cubicBezTo>
                    <a:pt x="4762" y="2036"/>
                    <a:pt x="4737" y="831"/>
                    <a:pt x="4580" y="304"/>
                  </a:cubicBezTo>
                  <a:cubicBezTo>
                    <a:pt x="4372" y="162"/>
                    <a:pt x="4139" y="10"/>
                    <a:pt x="41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88;p17">
              <a:extLst>
                <a:ext uri="{FF2B5EF4-FFF2-40B4-BE49-F238E27FC236}">
                  <a16:creationId xmlns:a16="http://schemas.microsoft.com/office/drawing/2014/main" id="{73CF9450-7E8A-1834-726A-8DF69291E6CB}"/>
                </a:ext>
              </a:extLst>
            </p:cNvPr>
            <p:cNvSpPr/>
            <p:nvPr/>
          </p:nvSpPr>
          <p:spPr>
            <a:xfrm>
              <a:off x="6444120" y="3156513"/>
              <a:ext cx="187601" cy="87399"/>
            </a:xfrm>
            <a:custGeom>
              <a:avLst/>
              <a:gdLst/>
              <a:ahLst/>
              <a:cxnLst/>
              <a:rect l="l" t="t" r="r" b="b"/>
              <a:pathLst>
                <a:path w="1627" h="758" extrusionOk="0">
                  <a:moveTo>
                    <a:pt x="506" y="1"/>
                  </a:moveTo>
                  <a:cubicBezTo>
                    <a:pt x="325" y="1"/>
                    <a:pt x="131" y="50"/>
                    <a:pt x="67" y="241"/>
                  </a:cubicBezTo>
                  <a:cubicBezTo>
                    <a:pt x="67" y="241"/>
                    <a:pt x="1" y="454"/>
                    <a:pt x="229" y="530"/>
                  </a:cubicBezTo>
                  <a:cubicBezTo>
                    <a:pt x="457" y="611"/>
                    <a:pt x="1060" y="758"/>
                    <a:pt x="1060" y="758"/>
                  </a:cubicBezTo>
                  <a:lnTo>
                    <a:pt x="1627" y="626"/>
                  </a:lnTo>
                  <a:cubicBezTo>
                    <a:pt x="1612" y="246"/>
                    <a:pt x="867" y="53"/>
                    <a:pt x="867" y="53"/>
                  </a:cubicBezTo>
                  <a:cubicBezTo>
                    <a:pt x="867" y="53"/>
                    <a:pt x="693" y="1"/>
                    <a:pt x="506" y="1"/>
                  </a:cubicBezTo>
                  <a:close/>
                </a:path>
              </a:pathLst>
            </a:custGeom>
            <a:solidFill>
              <a:srgbClr val="EFC1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89;p17">
              <a:extLst>
                <a:ext uri="{FF2B5EF4-FFF2-40B4-BE49-F238E27FC236}">
                  <a16:creationId xmlns:a16="http://schemas.microsoft.com/office/drawing/2014/main" id="{4E1ADA1D-B6E5-F264-949E-4F9F18AB2D4E}"/>
                </a:ext>
              </a:extLst>
            </p:cNvPr>
            <p:cNvSpPr/>
            <p:nvPr/>
          </p:nvSpPr>
          <p:spPr>
            <a:xfrm>
              <a:off x="7046930" y="2271444"/>
              <a:ext cx="789263" cy="795818"/>
            </a:xfrm>
            <a:custGeom>
              <a:avLst/>
              <a:gdLst/>
              <a:ahLst/>
              <a:cxnLst/>
              <a:rect l="l" t="t" r="r" b="b"/>
              <a:pathLst>
                <a:path w="6845" h="6902" extrusionOk="0">
                  <a:moveTo>
                    <a:pt x="3343" y="1"/>
                  </a:moveTo>
                  <a:cubicBezTo>
                    <a:pt x="2552" y="1"/>
                    <a:pt x="1744" y="271"/>
                    <a:pt x="1095" y="1038"/>
                  </a:cubicBezTo>
                  <a:cubicBezTo>
                    <a:pt x="1095" y="1038"/>
                    <a:pt x="613" y="1783"/>
                    <a:pt x="320" y="3003"/>
                  </a:cubicBezTo>
                  <a:cubicBezTo>
                    <a:pt x="0" y="4351"/>
                    <a:pt x="568" y="6640"/>
                    <a:pt x="2452" y="6868"/>
                  </a:cubicBezTo>
                  <a:cubicBezTo>
                    <a:pt x="2639" y="6891"/>
                    <a:pt x="2817" y="6902"/>
                    <a:pt x="2985" y="6902"/>
                  </a:cubicBezTo>
                  <a:cubicBezTo>
                    <a:pt x="4515" y="6902"/>
                    <a:pt x="5306" y="6021"/>
                    <a:pt x="5735" y="5176"/>
                  </a:cubicBezTo>
                  <a:cubicBezTo>
                    <a:pt x="5735" y="5176"/>
                    <a:pt x="5738" y="5177"/>
                    <a:pt x="5744" y="5177"/>
                  </a:cubicBezTo>
                  <a:cubicBezTo>
                    <a:pt x="5826" y="5177"/>
                    <a:pt x="6400" y="5155"/>
                    <a:pt x="6621" y="4548"/>
                  </a:cubicBezTo>
                  <a:cubicBezTo>
                    <a:pt x="6768" y="4148"/>
                    <a:pt x="6804" y="3794"/>
                    <a:pt x="6596" y="3576"/>
                  </a:cubicBezTo>
                  <a:cubicBezTo>
                    <a:pt x="6596" y="3576"/>
                    <a:pt x="6844" y="1975"/>
                    <a:pt x="6454" y="1332"/>
                  </a:cubicBezTo>
                  <a:cubicBezTo>
                    <a:pt x="6198" y="915"/>
                    <a:pt x="4798" y="1"/>
                    <a:pt x="3343" y="1"/>
                  </a:cubicBezTo>
                  <a:close/>
                </a:path>
              </a:pathLst>
            </a:custGeom>
            <a:solidFill>
              <a:srgbClr val="FAC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90;p17">
              <a:extLst>
                <a:ext uri="{FF2B5EF4-FFF2-40B4-BE49-F238E27FC236}">
                  <a16:creationId xmlns:a16="http://schemas.microsoft.com/office/drawing/2014/main" id="{3041E878-6304-39CF-04A2-745006158984}"/>
                </a:ext>
              </a:extLst>
            </p:cNvPr>
            <p:cNvSpPr/>
            <p:nvPr/>
          </p:nvSpPr>
          <p:spPr>
            <a:xfrm>
              <a:off x="7029865" y="2155794"/>
              <a:ext cx="845993" cy="700693"/>
            </a:xfrm>
            <a:custGeom>
              <a:avLst/>
              <a:gdLst/>
              <a:ahLst/>
              <a:cxnLst/>
              <a:rect l="l" t="t" r="r" b="b"/>
              <a:pathLst>
                <a:path w="7337" h="6077" extrusionOk="0">
                  <a:moveTo>
                    <a:pt x="3397" y="1"/>
                  </a:moveTo>
                  <a:cubicBezTo>
                    <a:pt x="2873" y="1"/>
                    <a:pt x="2246" y="81"/>
                    <a:pt x="1699" y="369"/>
                  </a:cubicBezTo>
                  <a:cubicBezTo>
                    <a:pt x="554" y="972"/>
                    <a:pt x="98" y="2573"/>
                    <a:pt x="47" y="3566"/>
                  </a:cubicBezTo>
                  <a:cubicBezTo>
                    <a:pt x="1" y="4386"/>
                    <a:pt x="357" y="5214"/>
                    <a:pt x="403" y="5214"/>
                  </a:cubicBezTo>
                  <a:cubicBezTo>
                    <a:pt x="407" y="5214"/>
                    <a:pt x="409" y="5207"/>
                    <a:pt x="407" y="5192"/>
                  </a:cubicBezTo>
                  <a:cubicBezTo>
                    <a:pt x="382" y="5014"/>
                    <a:pt x="280" y="4098"/>
                    <a:pt x="1025" y="2507"/>
                  </a:cubicBezTo>
                  <a:cubicBezTo>
                    <a:pt x="1491" y="2735"/>
                    <a:pt x="3973" y="3059"/>
                    <a:pt x="4657" y="3236"/>
                  </a:cubicBezTo>
                  <a:cubicBezTo>
                    <a:pt x="5346" y="3414"/>
                    <a:pt x="5574" y="4077"/>
                    <a:pt x="5483" y="4640"/>
                  </a:cubicBezTo>
                  <a:cubicBezTo>
                    <a:pt x="5386" y="5212"/>
                    <a:pt x="5006" y="5896"/>
                    <a:pt x="5087" y="5967"/>
                  </a:cubicBezTo>
                  <a:cubicBezTo>
                    <a:pt x="5139" y="6015"/>
                    <a:pt x="5272" y="6077"/>
                    <a:pt x="5383" y="6077"/>
                  </a:cubicBezTo>
                  <a:cubicBezTo>
                    <a:pt x="5448" y="6077"/>
                    <a:pt x="5505" y="6055"/>
                    <a:pt x="5533" y="5997"/>
                  </a:cubicBezTo>
                  <a:cubicBezTo>
                    <a:pt x="5614" y="5840"/>
                    <a:pt x="5716" y="5693"/>
                    <a:pt x="5847" y="5440"/>
                  </a:cubicBezTo>
                  <a:cubicBezTo>
                    <a:pt x="5984" y="5187"/>
                    <a:pt x="6197" y="4852"/>
                    <a:pt x="6531" y="4741"/>
                  </a:cubicBezTo>
                  <a:cubicBezTo>
                    <a:pt x="6865" y="4629"/>
                    <a:pt x="6800" y="4564"/>
                    <a:pt x="6881" y="4270"/>
                  </a:cubicBezTo>
                  <a:cubicBezTo>
                    <a:pt x="6947" y="4001"/>
                    <a:pt x="7337" y="3079"/>
                    <a:pt x="6744" y="1777"/>
                  </a:cubicBezTo>
                  <a:cubicBezTo>
                    <a:pt x="6136" y="445"/>
                    <a:pt x="5027" y="253"/>
                    <a:pt x="4530" y="121"/>
                  </a:cubicBezTo>
                  <a:cubicBezTo>
                    <a:pt x="4530" y="121"/>
                    <a:pt x="4041" y="1"/>
                    <a:pt x="3397" y="1"/>
                  </a:cubicBezTo>
                  <a:close/>
                </a:path>
              </a:pathLst>
            </a:custGeom>
            <a:solidFill>
              <a:srgbClr val="7B44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91;p17">
              <a:extLst>
                <a:ext uri="{FF2B5EF4-FFF2-40B4-BE49-F238E27FC236}">
                  <a16:creationId xmlns:a16="http://schemas.microsoft.com/office/drawing/2014/main" id="{05F44C0D-7E6A-00E1-02D2-F0C5FBE0B2A6}"/>
                </a:ext>
              </a:extLst>
            </p:cNvPr>
            <p:cNvSpPr/>
            <p:nvPr/>
          </p:nvSpPr>
          <p:spPr>
            <a:xfrm>
              <a:off x="7229802" y="2848422"/>
              <a:ext cx="185756" cy="92934"/>
            </a:xfrm>
            <a:custGeom>
              <a:avLst/>
              <a:gdLst/>
              <a:ahLst/>
              <a:cxnLst/>
              <a:rect l="l" t="t" r="r" b="b"/>
              <a:pathLst>
                <a:path w="1611" h="806" extrusionOk="0">
                  <a:moveTo>
                    <a:pt x="254" y="1"/>
                  </a:moveTo>
                  <a:cubicBezTo>
                    <a:pt x="229" y="1"/>
                    <a:pt x="204" y="11"/>
                    <a:pt x="187" y="31"/>
                  </a:cubicBezTo>
                  <a:cubicBezTo>
                    <a:pt x="157" y="66"/>
                    <a:pt x="0" y="720"/>
                    <a:pt x="871" y="806"/>
                  </a:cubicBezTo>
                  <a:cubicBezTo>
                    <a:pt x="1530" y="775"/>
                    <a:pt x="1611" y="152"/>
                    <a:pt x="1586" y="112"/>
                  </a:cubicBezTo>
                  <a:cubicBezTo>
                    <a:pt x="1570" y="86"/>
                    <a:pt x="1541" y="73"/>
                    <a:pt x="1512" y="73"/>
                  </a:cubicBezTo>
                  <a:cubicBezTo>
                    <a:pt x="1496" y="73"/>
                    <a:pt x="1479" y="77"/>
                    <a:pt x="1464" y="86"/>
                  </a:cubicBezTo>
                  <a:cubicBezTo>
                    <a:pt x="1452" y="96"/>
                    <a:pt x="1175" y="210"/>
                    <a:pt x="868" y="210"/>
                  </a:cubicBezTo>
                  <a:cubicBezTo>
                    <a:pt x="675" y="210"/>
                    <a:pt x="469" y="165"/>
                    <a:pt x="309" y="20"/>
                  </a:cubicBezTo>
                  <a:cubicBezTo>
                    <a:pt x="293" y="7"/>
                    <a:pt x="274" y="1"/>
                    <a:pt x="2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92;p17">
              <a:extLst>
                <a:ext uri="{FF2B5EF4-FFF2-40B4-BE49-F238E27FC236}">
                  <a16:creationId xmlns:a16="http://schemas.microsoft.com/office/drawing/2014/main" id="{206344F6-3F16-9EBC-3994-90E72FEC4738}"/>
                </a:ext>
              </a:extLst>
            </p:cNvPr>
            <p:cNvSpPr/>
            <p:nvPr/>
          </p:nvSpPr>
          <p:spPr>
            <a:xfrm>
              <a:off x="6789341" y="2160406"/>
              <a:ext cx="923017" cy="379691"/>
            </a:xfrm>
            <a:custGeom>
              <a:avLst/>
              <a:gdLst/>
              <a:ahLst/>
              <a:cxnLst/>
              <a:rect l="l" t="t" r="r" b="b"/>
              <a:pathLst>
                <a:path w="8005" h="3293" extrusionOk="0">
                  <a:moveTo>
                    <a:pt x="3069" y="0"/>
                  </a:moveTo>
                  <a:cubicBezTo>
                    <a:pt x="3035" y="0"/>
                    <a:pt x="3003" y="11"/>
                    <a:pt x="2974" y="35"/>
                  </a:cubicBezTo>
                  <a:cubicBezTo>
                    <a:pt x="2681" y="280"/>
                    <a:pt x="2730" y="722"/>
                    <a:pt x="2611" y="722"/>
                  </a:cubicBezTo>
                  <a:cubicBezTo>
                    <a:pt x="2594" y="722"/>
                    <a:pt x="2574" y="713"/>
                    <a:pt x="2549" y="694"/>
                  </a:cubicBezTo>
                  <a:cubicBezTo>
                    <a:pt x="2430" y="597"/>
                    <a:pt x="2157" y="536"/>
                    <a:pt x="1931" y="536"/>
                  </a:cubicBezTo>
                  <a:cubicBezTo>
                    <a:pt x="1781" y="536"/>
                    <a:pt x="1652" y="562"/>
                    <a:pt x="1601" y="623"/>
                  </a:cubicBezTo>
                  <a:cubicBezTo>
                    <a:pt x="1515" y="719"/>
                    <a:pt x="1459" y="1130"/>
                    <a:pt x="2128" y="1428"/>
                  </a:cubicBezTo>
                  <a:cubicBezTo>
                    <a:pt x="2503" y="1601"/>
                    <a:pt x="1" y="1646"/>
                    <a:pt x="1718" y="2563"/>
                  </a:cubicBezTo>
                  <a:cubicBezTo>
                    <a:pt x="2868" y="3177"/>
                    <a:pt x="5341" y="3292"/>
                    <a:pt x="6587" y="3292"/>
                  </a:cubicBezTo>
                  <a:cubicBezTo>
                    <a:pt x="6740" y="3292"/>
                    <a:pt x="6875" y="3290"/>
                    <a:pt x="6986" y="3288"/>
                  </a:cubicBezTo>
                  <a:cubicBezTo>
                    <a:pt x="8004" y="3262"/>
                    <a:pt x="3800" y="1236"/>
                    <a:pt x="3800" y="1236"/>
                  </a:cubicBezTo>
                  <a:cubicBezTo>
                    <a:pt x="3976" y="1231"/>
                    <a:pt x="3424" y="0"/>
                    <a:pt x="3069" y="0"/>
                  </a:cubicBezTo>
                  <a:close/>
                </a:path>
              </a:pathLst>
            </a:custGeom>
            <a:solidFill>
              <a:srgbClr val="7B44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93;p17">
              <a:extLst>
                <a:ext uri="{FF2B5EF4-FFF2-40B4-BE49-F238E27FC236}">
                  <a16:creationId xmlns:a16="http://schemas.microsoft.com/office/drawing/2014/main" id="{996C7D22-9205-0946-16F8-75F3A2C278E3}"/>
                </a:ext>
              </a:extLst>
            </p:cNvPr>
            <p:cNvSpPr/>
            <p:nvPr/>
          </p:nvSpPr>
          <p:spPr>
            <a:xfrm>
              <a:off x="7064571" y="2745341"/>
              <a:ext cx="608349" cy="413129"/>
            </a:xfrm>
            <a:custGeom>
              <a:avLst/>
              <a:gdLst/>
              <a:ahLst/>
              <a:cxnLst/>
              <a:rect l="l" t="t" r="r" b="b"/>
              <a:pathLst>
                <a:path w="5276" h="3583" extrusionOk="0">
                  <a:moveTo>
                    <a:pt x="58" y="0"/>
                  </a:moveTo>
                  <a:cubicBezTo>
                    <a:pt x="0" y="0"/>
                    <a:pt x="64" y="630"/>
                    <a:pt x="81" y="965"/>
                  </a:cubicBezTo>
                  <a:cubicBezTo>
                    <a:pt x="106" y="1365"/>
                    <a:pt x="329" y="2672"/>
                    <a:pt x="1109" y="3128"/>
                  </a:cubicBezTo>
                  <a:cubicBezTo>
                    <a:pt x="1734" y="3494"/>
                    <a:pt x="2083" y="3582"/>
                    <a:pt x="2648" y="3582"/>
                  </a:cubicBezTo>
                  <a:cubicBezTo>
                    <a:pt x="2788" y="3582"/>
                    <a:pt x="2941" y="3577"/>
                    <a:pt x="3115" y="3569"/>
                  </a:cubicBezTo>
                  <a:cubicBezTo>
                    <a:pt x="3986" y="3523"/>
                    <a:pt x="5207" y="2262"/>
                    <a:pt x="5247" y="1122"/>
                  </a:cubicBezTo>
                  <a:cubicBezTo>
                    <a:pt x="5276" y="408"/>
                    <a:pt x="5225" y="275"/>
                    <a:pt x="5183" y="275"/>
                  </a:cubicBezTo>
                  <a:cubicBezTo>
                    <a:pt x="5158" y="275"/>
                    <a:pt x="5136" y="322"/>
                    <a:pt x="5136" y="322"/>
                  </a:cubicBezTo>
                  <a:lnTo>
                    <a:pt x="5014" y="322"/>
                  </a:lnTo>
                  <a:cubicBezTo>
                    <a:pt x="5014" y="322"/>
                    <a:pt x="4368" y="1112"/>
                    <a:pt x="4005" y="1112"/>
                  </a:cubicBezTo>
                  <a:cubicBezTo>
                    <a:pt x="3982" y="1112"/>
                    <a:pt x="3961" y="1108"/>
                    <a:pt x="3940" y="1102"/>
                  </a:cubicBezTo>
                  <a:cubicBezTo>
                    <a:pt x="3617" y="999"/>
                    <a:pt x="2770" y="571"/>
                    <a:pt x="2060" y="571"/>
                  </a:cubicBezTo>
                  <a:cubicBezTo>
                    <a:pt x="2002" y="571"/>
                    <a:pt x="1945" y="574"/>
                    <a:pt x="1889" y="580"/>
                  </a:cubicBezTo>
                  <a:cubicBezTo>
                    <a:pt x="1450" y="631"/>
                    <a:pt x="1213" y="766"/>
                    <a:pt x="971" y="766"/>
                  </a:cubicBezTo>
                  <a:cubicBezTo>
                    <a:pt x="948" y="766"/>
                    <a:pt x="924" y="765"/>
                    <a:pt x="901" y="763"/>
                  </a:cubicBezTo>
                  <a:cubicBezTo>
                    <a:pt x="207" y="687"/>
                    <a:pt x="197" y="327"/>
                    <a:pt x="106" y="79"/>
                  </a:cubicBezTo>
                  <a:cubicBezTo>
                    <a:pt x="84" y="24"/>
                    <a:pt x="69" y="0"/>
                    <a:pt x="58" y="0"/>
                  </a:cubicBezTo>
                  <a:close/>
                </a:path>
              </a:pathLst>
            </a:custGeom>
            <a:solidFill>
              <a:srgbClr val="7B44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4;p17">
              <a:extLst>
                <a:ext uri="{FF2B5EF4-FFF2-40B4-BE49-F238E27FC236}">
                  <a16:creationId xmlns:a16="http://schemas.microsoft.com/office/drawing/2014/main" id="{AF101AFB-ACBF-9EE9-7003-4B6D8CA4B600}"/>
                </a:ext>
              </a:extLst>
            </p:cNvPr>
            <p:cNvSpPr/>
            <p:nvPr/>
          </p:nvSpPr>
          <p:spPr>
            <a:xfrm>
              <a:off x="6412642" y="3039941"/>
              <a:ext cx="219656" cy="343947"/>
            </a:xfrm>
            <a:custGeom>
              <a:avLst/>
              <a:gdLst/>
              <a:ahLst/>
              <a:cxnLst/>
              <a:rect l="l" t="t" r="r" b="b"/>
              <a:pathLst>
                <a:path w="1905" h="2983" extrusionOk="0">
                  <a:moveTo>
                    <a:pt x="603" y="1"/>
                  </a:moveTo>
                  <a:lnTo>
                    <a:pt x="603" y="1"/>
                  </a:lnTo>
                  <a:cubicBezTo>
                    <a:pt x="456" y="401"/>
                    <a:pt x="811" y="528"/>
                    <a:pt x="745" y="1019"/>
                  </a:cubicBezTo>
                  <a:cubicBezTo>
                    <a:pt x="715" y="1201"/>
                    <a:pt x="578" y="1151"/>
                    <a:pt x="497" y="1353"/>
                  </a:cubicBezTo>
                  <a:lnTo>
                    <a:pt x="476" y="1860"/>
                  </a:lnTo>
                  <a:lnTo>
                    <a:pt x="61" y="2189"/>
                  </a:lnTo>
                  <a:cubicBezTo>
                    <a:pt x="0" y="2351"/>
                    <a:pt x="198" y="2534"/>
                    <a:pt x="198" y="2534"/>
                  </a:cubicBezTo>
                  <a:cubicBezTo>
                    <a:pt x="198" y="2534"/>
                    <a:pt x="597" y="2983"/>
                    <a:pt x="902" y="2983"/>
                  </a:cubicBezTo>
                  <a:cubicBezTo>
                    <a:pt x="917" y="2983"/>
                    <a:pt x="933" y="2982"/>
                    <a:pt x="948" y="2979"/>
                  </a:cubicBezTo>
                  <a:cubicBezTo>
                    <a:pt x="1388" y="2913"/>
                    <a:pt x="1905" y="411"/>
                    <a:pt x="1905" y="411"/>
                  </a:cubicBezTo>
                  <a:lnTo>
                    <a:pt x="603" y="1"/>
                  </a:lnTo>
                  <a:close/>
                </a:path>
              </a:pathLst>
            </a:custGeom>
            <a:solidFill>
              <a:srgbClr val="D3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95;p17">
              <a:extLst>
                <a:ext uri="{FF2B5EF4-FFF2-40B4-BE49-F238E27FC236}">
                  <a16:creationId xmlns:a16="http://schemas.microsoft.com/office/drawing/2014/main" id="{5C215155-B177-A82F-6E4F-5CCF749142E3}"/>
                </a:ext>
              </a:extLst>
            </p:cNvPr>
            <p:cNvSpPr/>
            <p:nvPr/>
          </p:nvSpPr>
          <p:spPr>
            <a:xfrm>
              <a:off x="6469833" y="3046974"/>
              <a:ext cx="161888" cy="118646"/>
            </a:xfrm>
            <a:custGeom>
              <a:avLst/>
              <a:gdLst/>
              <a:ahLst/>
              <a:cxnLst/>
              <a:rect l="l" t="t" r="r" b="b"/>
              <a:pathLst>
                <a:path w="1404" h="1029" extrusionOk="0">
                  <a:moveTo>
                    <a:pt x="92" y="1"/>
                  </a:moveTo>
                  <a:lnTo>
                    <a:pt x="92" y="1"/>
                  </a:lnTo>
                  <a:cubicBezTo>
                    <a:pt x="1" y="350"/>
                    <a:pt x="305" y="482"/>
                    <a:pt x="249" y="953"/>
                  </a:cubicBezTo>
                  <a:cubicBezTo>
                    <a:pt x="239" y="988"/>
                    <a:pt x="234" y="1009"/>
                    <a:pt x="219" y="1029"/>
                  </a:cubicBezTo>
                  <a:lnTo>
                    <a:pt x="1358" y="553"/>
                  </a:lnTo>
                  <a:cubicBezTo>
                    <a:pt x="1394" y="426"/>
                    <a:pt x="1404" y="350"/>
                    <a:pt x="1404" y="350"/>
                  </a:cubicBezTo>
                  <a:lnTo>
                    <a:pt x="902" y="193"/>
                  </a:lnTo>
                  <a:lnTo>
                    <a:pt x="92" y="1"/>
                  </a:lnTo>
                  <a:close/>
                </a:path>
              </a:pathLst>
            </a:custGeom>
            <a:solidFill>
              <a:srgbClr val="323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96;p17">
              <a:extLst>
                <a:ext uri="{FF2B5EF4-FFF2-40B4-BE49-F238E27FC236}">
                  <a16:creationId xmlns:a16="http://schemas.microsoft.com/office/drawing/2014/main" id="{FE8CDD2C-A76B-FEE9-AEE8-349A3C22F64E}"/>
                </a:ext>
              </a:extLst>
            </p:cNvPr>
            <p:cNvSpPr/>
            <p:nvPr/>
          </p:nvSpPr>
          <p:spPr>
            <a:xfrm>
              <a:off x="6639791" y="2803454"/>
              <a:ext cx="268199" cy="335530"/>
            </a:xfrm>
            <a:custGeom>
              <a:avLst/>
              <a:gdLst/>
              <a:ahLst/>
              <a:cxnLst/>
              <a:rect l="l" t="t" r="r" b="b"/>
              <a:pathLst>
                <a:path w="2326" h="2910" extrusionOk="0">
                  <a:moveTo>
                    <a:pt x="978" y="0"/>
                  </a:moveTo>
                  <a:cubicBezTo>
                    <a:pt x="973" y="299"/>
                    <a:pt x="857" y="806"/>
                    <a:pt x="649" y="1368"/>
                  </a:cubicBezTo>
                  <a:cubicBezTo>
                    <a:pt x="447" y="1925"/>
                    <a:pt x="198" y="2391"/>
                    <a:pt x="1" y="2624"/>
                  </a:cubicBezTo>
                  <a:lnTo>
                    <a:pt x="700" y="2872"/>
                  </a:lnTo>
                  <a:cubicBezTo>
                    <a:pt x="770" y="2897"/>
                    <a:pt x="842" y="2909"/>
                    <a:pt x="916" y="2909"/>
                  </a:cubicBezTo>
                  <a:cubicBezTo>
                    <a:pt x="1349" y="2909"/>
                    <a:pt x="1823" y="2494"/>
                    <a:pt x="2052" y="1874"/>
                  </a:cubicBezTo>
                  <a:cubicBezTo>
                    <a:pt x="2326" y="1145"/>
                    <a:pt x="2159" y="421"/>
                    <a:pt x="1683" y="253"/>
                  </a:cubicBezTo>
                  <a:lnTo>
                    <a:pt x="978" y="0"/>
                  </a:lnTo>
                  <a:close/>
                </a:path>
              </a:pathLst>
            </a:custGeom>
            <a:solidFill>
              <a:srgbClr val="D3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97;p17">
              <a:extLst>
                <a:ext uri="{FF2B5EF4-FFF2-40B4-BE49-F238E27FC236}">
                  <a16:creationId xmlns:a16="http://schemas.microsoft.com/office/drawing/2014/main" id="{5AC06CBC-D915-D7DD-687C-2DD17E02D3D3}"/>
                </a:ext>
              </a:extLst>
            </p:cNvPr>
            <p:cNvSpPr/>
            <p:nvPr/>
          </p:nvSpPr>
          <p:spPr>
            <a:xfrm>
              <a:off x="6060965" y="2431369"/>
              <a:ext cx="771736" cy="700347"/>
            </a:xfrm>
            <a:custGeom>
              <a:avLst/>
              <a:gdLst/>
              <a:ahLst/>
              <a:cxnLst/>
              <a:rect l="l" t="t" r="r" b="b"/>
              <a:pathLst>
                <a:path w="6693" h="6074" extrusionOk="0">
                  <a:moveTo>
                    <a:pt x="2427" y="0"/>
                  </a:moveTo>
                  <a:cubicBezTo>
                    <a:pt x="2716" y="370"/>
                    <a:pt x="2529" y="1738"/>
                    <a:pt x="1966" y="3253"/>
                  </a:cubicBezTo>
                  <a:cubicBezTo>
                    <a:pt x="1372" y="4831"/>
                    <a:pt x="542" y="5998"/>
                    <a:pt x="86" y="5998"/>
                  </a:cubicBezTo>
                  <a:cubicBezTo>
                    <a:pt x="56" y="5998"/>
                    <a:pt x="27" y="5993"/>
                    <a:pt x="1" y="5983"/>
                  </a:cubicBezTo>
                  <a:lnTo>
                    <a:pt x="1" y="5983"/>
                  </a:lnTo>
                  <a:cubicBezTo>
                    <a:pt x="1" y="5983"/>
                    <a:pt x="77" y="6030"/>
                    <a:pt x="216" y="6030"/>
                  </a:cubicBezTo>
                  <a:cubicBezTo>
                    <a:pt x="270" y="6030"/>
                    <a:pt x="334" y="6023"/>
                    <a:pt x="406" y="6003"/>
                  </a:cubicBezTo>
                  <a:cubicBezTo>
                    <a:pt x="903" y="5862"/>
                    <a:pt x="1684" y="5561"/>
                    <a:pt x="2823" y="5561"/>
                  </a:cubicBezTo>
                  <a:cubicBezTo>
                    <a:pt x="3564" y="5561"/>
                    <a:pt x="4457" y="5688"/>
                    <a:pt x="5522" y="6069"/>
                  </a:cubicBezTo>
                  <a:cubicBezTo>
                    <a:pt x="5530" y="6072"/>
                    <a:pt x="5539" y="6073"/>
                    <a:pt x="5548" y="6073"/>
                  </a:cubicBezTo>
                  <a:cubicBezTo>
                    <a:pt x="5724" y="6073"/>
                    <a:pt x="6058" y="5525"/>
                    <a:pt x="6323" y="4808"/>
                  </a:cubicBezTo>
                  <a:cubicBezTo>
                    <a:pt x="6601" y="4063"/>
                    <a:pt x="6692" y="3399"/>
                    <a:pt x="6530" y="3339"/>
                  </a:cubicBezTo>
                  <a:lnTo>
                    <a:pt x="6530" y="3334"/>
                  </a:lnTo>
                  <a:cubicBezTo>
                    <a:pt x="3825" y="2366"/>
                    <a:pt x="3040" y="867"/>
                    <a:pt x="2569" y="173"/>
                  </a:cubicBezTo>
                  <a:cubicBezTo>
                    <a:pt x="2513" y="92"/>
                    <a:pt x="2468" y="41"/>
                    <a:pt x="2427" y="0"/>
                  </a:cubicBezTo>
                  <a:close/>
                </a:path>
              </a:pathLst>
            </a:custGeom>
            <a:solidFill>
              <a:srgbClr val="E5DA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98;p17">
              <a:extLst>
                <a:ext uri="{FF2B5EF4-FFF2-40B4-BE49-F238E27FC236}">
                  <a16:creationId xmlns:a16="http://schemas.microsoft.com/office/drawing/2014/main" id="{381BFE89-73C6-A816-5C32-8A91A303B2A3}"/>
                </a:ext>
              </a:extLst>
            </p:cNvPr>
            <p:cNvSpPr/>
            <p:nvPr/>
          </p:nvSpPr>
          <p:spPr>
            <a:xfrm>
              <a:off x="6341385" y="2432522"/>
              <a:ext cx="483128" cy="421200"/>
            </a:xfrm>
            <a:custGeom>
              <a:avLst/>
              <a:gdLst/>
              <a:ahLst/>
              <a:cxnLst/>
              <a:rect l="l" t="t" r="r" b="b"/>
              <a:pathLst>
                <a:path w="4190" h="3653" extrusionOk="0">
                  <a:moveTo>
                    <a:pt x="0" y="1"/>
                  </a:moveTo>
                  <a:lnTo>
                    <a:pt x="10" y="21"/>
                  </a:lnTo>
                  <a:cubicBezTo>
                    <a:pt x="36" y="147"/>
                    <a:pt x="56" y="228"/>
                    <a:pt x="122" y="634"/>
                  </a:cubicBezTo>
                  <a:cubicBezTo>
                    <a:pt x="613" y="1368"/>
                    <a:pt x="1469" y="2706"/>
                    <a:pt x="3956" y="3587"/>
                  </a:cubicBezTo>
                  <a:lnTo>
                    <a:pt x="4174" y="3653"/>
                  </a:lnTo>
                  <a:cubicBezTo>
                    <a:pt x="4189" y="3476"/>
                    <a:pt x="4164" y="3354"/>
                    <a:pt x="4098" y="3329"/>
                  </a:cubicBezTo>
                  <a:lnTo>
                    <a:pt x="4098" y="3324"/>
                  </a:lnTo>
                  <a:cubicBezTo>
                    <a:pt x="1393" y="2356"/>
                    <a:pt x="608" y="857"/>
                    <a:pt x="127" y="163"/>
                  </a:cubicBezTo>
                  <a:cubicBezTo>
                    <a:pt x="81" y="87"/>
                    <a:pt x="36" y="41"/>
                    <a:pt x="0" y="1"/>
                  </a:cubicBezTo>
                  <a:close/>
                </a:path>
              </a:pathLst>
            </a:custGeom>
            <a:solidFill>
              <a:srgbClr val="D3C5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99;p17">
              <a:extLst>
                <a:ext uri="{FF2B5EF4-FFF2-40B4-BE49-F238E27FC236}">
                  <a16:creationId xmlns:a16="http://schemas.microsoft.com/office/drawing/2014/main" id="{026FFF36-5DDC-AA99-67CC-1709A5FEC46F}"/>
                </a:ext>
              </a:extLst>
            </p:cNvPr>
            <p:cNvSpPr/>
            <p:nvPr/>
          </p:nvSpPr>
          <p:spPr>
            <a:xfrm>
              <a:off x="6000200" y="2406233"/>
              <a:ext cx="376356" cy="718104"/>
            </a:xfrm>
            <a:custGeom>
              <a:avLst/>
              <a:gdLst/>
              <a:ahLst/>
              <a:cxnLst/>
              <a:rect l="l" t="t" r="r" b="b"/>
              <a:pathLst>
                <a:path w="3264" h="6228" extrusionOk="0">
                  <a:moveTo>
                    <a:pt x="2628" y="1"/>
                  </a:moveTo>
                  <a:cubicBezTo>
                    <a:pt x="2098" y="1"/>
                    <a:pt x="1260" y="1173"/>
                    <a:pt x="690" y="2761"/>
                  </a:cubicBezTo>
                  <a:cubicBezTo>
                    <a:pt x="72" y="4473"/>
                    <a:pt x="1" y="6018"/>
                    <a:pt x="523" y="6206"/>
                  </a:cubicBezTo>
                  <a:cubicBezTo>
                    <a:pt x="560" y="6221"/>
                    <a:pt x="600" y="6228"/>
                    <a:pt x="642" y="6228"/>
                  </a:cubicBezTo>
                  <a:cubicBezTo>
                    <a:pt x="1176" y="6228"/>
                    <a:pt x="2011" y="5049"/>
                    <a:pt x="2579" y="3465"/>
                  </a:cubicBezTo>
                  <a:cubicBezTo>
                    <a:pt x="3192" y="1753"/>
                    <a:pt x="3263" y="208"/>
                    <a:pt x="2741" y="21"/>
                  </a:cubicBezTo>
                  <a:cubicBezTo>
                    <a:pt x="2706" y="7"/>
                    <a:pt x="2668" y="1"/>
                    <a:pt x="2628" y="1"/>
                  </a:cubicBezTo>
                  <a:close/>
                </a:path>
              </a:pathLst>
            </a:custGeom>
            <a:solidFill>
              <a:srgbClr val="CEBA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00;p17">
              <a:extLst>
                <a:ext uri="{FF2B5EF4-FFF2-40B4-BE49-F238E27FC236}">
                  <a16:creationId xmlns:a16="http://schemas.microsoft.com/office/drawing/2014/main" id="{AC1FA95E-DEE4-83F2-0B6D-6DB100C36ABA}"/>
                </a:ext>
              </a:extLst>
            </p:cNvPr>
            <p:cNvSpPr/>
            <p:nvPr/>
          </p:nvSpPr>
          <p:spPr>
            <a:xfrm>
              <a:off x="6104204" y="2406233"/>
              <a:ext cx="272350" cy="709226"/>
            </a:xfrm>
            <a:custGeom>
              <a:avLst/>
              <a:gdLst/>
              <a:ahLst/>
              <a:cxnLst/>
              <a:rect l="l" t="t" r="r" b="b"/>
              <a:pathLst>
                <a:path w="2362" h="6151" extrusionOk="0">
                  <a:moveTo>
                    <a:pt x="1725" y="1"/>
                  </a:moveTo>
                  <a:cubicBezTo>
                    <a:pt x="1469" y="1"/>
                    <a:pt x="1139" y="276"/>
                    <a:pt x="806" y="740"/>
                  </a:cubicBezTo>
                  <a:cubicBezTo>
                    <a:pt x="897" y="686"/>
                    <a:pt x="984" y="659"/>
                    <a:pt x="1066" y="659"/>
                  </a:cubicBezTo>
                  <a:cubicBezTo>
                    <a:pt x="1107" y="659"/>
                    <a:pt x="1147" y="666"/>
                    <a:pt x="1186" y="679"/>
                  </a:cubicBezTo>
                  <a:cubicBezTo>
                    <a:pt x="1703" y="872"/>
                    <a:pt x="1627" y="2417"/>
                    <a:pt x="1019" y="4129"/>
                  </a:cubicBezTo>
                  <a:cubicBezTo>
                    <a:pt x="720" y="4950"/>
                    <a:pt x="355" y="5659"/>
                    <a:pt x="1" y="6150"/>
                  </a:cubicBezTo>
                  <a:cubicBezTo>
                    <a:pt x="517" y="5861"/>
                    <a:pt x="1191" y="4813"/>
                    <a:pt x="1677" y="3465"/>
                  </a:cubicBezTo>
                  <a:cubicBezTo>
                    <a:pt x="2290" y="1753"/>
                    <a:pt x="2361" y="208"/>
                    <a:pt x="1839" y="21"/>
                  </a:cubicBezTo>
                  <a:cubicBezTo>
                    <a:pt x="1803" y="7"/>
                    <a:pt x="1765" y="1"/>
                    <a:pt x="1725" y="1"/>
                  </a:cubicBezTo>
                  <a:close/>
                </a:path>
              </a:pathLst>
            </a:custGeom>
            <a:solidFill>
              <a:srgbClr val="323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01;p17">
              <a:extLst>
                <a:ext uri="{FF2B5EF4-FFF2-40B4-BE49-F238E27FC236}">
                  <a16:creationId xmlns:a16="http://schemas.microsoft.com/office/drawing/2014/main" id="{DB264CA1-E04C-4890-D986-432F1E3A4A1E}"/>
                </a:ext>
              </a:extLst>
            </p:cNvPr>
            <p:cNvSpPr/>
            <p:nvPr/>
          </p:nvSpPr>
          <p:spPr>
            <a:xfrm>
              <a:off x="6169005" y="2719167"/>
              <a:ext cx="153817" cy="194746"/>
            </a:xfrm>
            <a:custGeom>
              <a:avLst/>
              <a:gdLst/>
              <a:ahLst/>
              <a:cxnLst/>
              <a:rect l="l" t="t" r="r" b="b"/>
              <a:pathLst>
                <a:path w="1334" h="1689" extrusionOk="0">
                  <a:moveTo>
                    <a:pt x="973" y="1"/>
                  </a:moveTo>
                  <a:cubicBezTo>
                    <a:pt x="619" y="1"/>
                    <a:pt x="289" y="219"/>
                    <a:pt x="158" y="564"/>
                  </a:cubicBezTo>
                  <a:cubicBezTo>
                    <a:pt x="1" y="1015"/>
                    <a:pt x="234" y="1506"/>
                    <a:pt x="675" y="1668"/>
                  </a:cubicBezTo>
                  <a:cubicBezTo>
                    <a:pt x="690" y="1678"/>
                    <a:pt x="710" y="1684"/>
                    <a:pt x="730" y="1689"/>
                  </a:cubicBezTo>
                  <a:cubicBezTo>
                    <a:pt x="867" y="1400"/>
                    <a:pt x="999" y="1081"/>
                    <a:pt x="1120" y="751"/>
                  </a:cubicBezTo>
                  <a:cubicBezTo>
                    <a:pt x="1201" y="518"/>
                    <a:pt x="1272" y="301"/>
                    <a:pt x="1333" y="83"/>
                  </a:cubicBezTo>
                  <a:cubicBezTo>
                    <a:pt x="1313" y="73"/>
                    <a:pt x="1293" y="63"/>
                    <a:pt x="1267" y="52"/>
                  </a:cubicBezTo>
                  <a:cubicBezTo>
                    <a:pt x="1170" y="17"/>
                    <a:pt x="1070" y="1"/>
                    <a:pt x="973" y="1"/>
                  </a:cubicBezTo>
                  <a:close/>
                </a:path>
              </a:pathLst>
            </a:custGeom>
            <a:solidFill>
              <a:srgbClr val="FEEA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02;p17">
              <a:extLst>
                <a:ext uri="{FF2B5EF4-FFF2-40B4-BE49-F238E27FC236}">
                  <a16:creationId xmlns:a16="http://schemas.microsoft.com/office/drawing/2014/main" id="{BD86CC71-E25F-E4FD-F235-3DA2BAACB963}"/>
                </a:ext>
              </a:extLst>
            </p:cNvPr>
            <p:cNvSpPr/>
            <p:nvPr/>
          </p:nvSpPr>
          <p:spPr>
            <a:xfrm>
              <a:off x="6216972" y="2718936"/>
              <a:ext cx="105273" cy="195553"/>
            </a:xfrm>
            <a:custGeom>
              <a:avLst/>
              <a:gdLst/>
              <a:ahLst/>
              <a:cxnLst/>
              <a:rect l="l" t="t" r="r" b="b"/>
              <a:pathLst>
                <a:path w="913" h="1696" extrusionOk="0">
                  <a:moveTo>
                    <a:pt x="545" y="0"/>
                  </a:moveTo>
                  <a:cubicBezTo>
                    <a:pt x="506" y="0"/>
                    <a:pt x="468" y="3"/>
                    <a:pt x="431" y="9"/>
                  </a:cubicBezTo>
                  <a:cubicBezTo>
                    <a:pt x="345" y="450"/>
                    <a:pt x="218" y="926"/>
                    <a:pt x="41" y="1417"/>
                  </a:cubicBezTo>
                  <a:cubicBezTo>
                    <a:pt x="26" y="1452"/>
                    <a:pt x="15" y="1488"/>
                    <a:pt x="0" y="1523"/>
                  </a:cubicBezTo>
                  <a:cubicBezTo>
                    <a:pt x="71" y="1589"/>
                    <a:pt x="157" y="1640"/>
                    <a:pt x="259" y="1675"/>
                  </a:cubicBezTo>
                  <a:cubicBezTo>
                    <a:pt x="274" y="1680"/>
                    <a:pt x="294" y="1686"/>
                    <a:pt x="314" y="1696"/>
                  </a:cubicBezTo>
                  <a:cubicBezTo>
                    <a:pt x="451" y="1402"/>
                    <a:pt x="583" y="1088"/>
                    <a:pt x="704" y="753"/>
                  </a:cubicBezTo>
                  <a:cubicBezTo>
                    <a:pt x="780" y="520"/>
                    <a:pt x="856" y="303"/>
                    <a:pt x="912" y="85"/>
                  </a:cubicBezTo>
                  <a:cubicBezTo>
                    <a:pt x="897" y="80"/>
                    <a:pt x="877" y="65"/>
                    <a:pt x="851" y="59"/>
                  </a:cubicBezTo>
                  <a:cubicBezTo>
                    <a:pt x="749" y="19"/>
                    <a:pt x="644" y="0"/>
                    <a:pt x="545" y="0"/>
                  </a:cubicBezTo>
                  <a:close/>
                </a:path>
              </a:pathLst>
            </a:custGeom>
            <a:solidFill>
              <a:srgbClr val="323E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03;p17">
              <a:extLst>
                <a:ext uri="{FF2B5EF4-FFF2-40B4-BE49-F238E27FC236}">
                  <a16:creationId xmlns:a16="http://schemas.microsoft.com/office/drawing/2014/main" id="{72C34C11-5A8D-FB53-BBCF-97E3E699F55E}"/>
                </a:ext>
              </a:extLst>
            </p:cNvPr>
            <p:cNvSpPr/>
            <p:nvPr/>
          </p:nvSpPr>
          <p:spPr>
            <a:xfrm>
              <a:off x="6409068" y="3156513"/>
              <a:ext cx="168922" cy="208928"/>
            </a:xfrm>
            <a:custGeom>
              <a:avLst/>
              <a:gdLst/>
              <a:ahLst/>
              <a:cxnLst/>
              <a:rect l="l" t="t" r="r" b="b"/>
              <a:pathLst>
                <a:path w="1465" h="1812" extrusionOk="0">
                  <a:moveTo>
                    <a:pt x="632" y="0"/>
                  </a:moveTo>
                  <a:cubicBezTo>
                    <a:pt x="541" y="0"/>
                    <a:pt x="437" y="51"/>
                    <a:pt x="371" y="246"/>
                  </a:cubicBezTo>
                  <a:cubicBezTo>
                    <a:pt x="229" y="651"/>
                    <a:pt x="1" y="1148"/>
                    <a:pt x="21" y="1295"/>
                  </a:cubicBezTo>
                  <a:cubicBezTo>
                    <a:pt x="36" y="1447"/>
                    <a:pt x="244" y="1578"/>
                    <a:pt x="244" y="1578"/>
                  </a:cubicBezTo>
                  <a:lnTo>
                    <a:pt x="629" y="1811"/>
                  </a:lnTo>
                  <a:cubicBezTo>
                    <a:pt x="629" y="1811"/>
                    <a:pt x="1080" y="1811"/>
                    <a:pt x="1156" y="1523"/>
                  </a:cubicBezTo>
                  <a:cubicBezTo>
                    <a:pt x="1227" y="1234"/>
                    <a:pt x="1465" y="357"/>
                    <a:pt x="1282" y="246"/>
                  </a:cubicBezTo>
                  <a:cubicBezTo>
                    <a:pt x="1065" y="114"/>
                    <a:pt x="811" y="59"/>
                    <a:pt x="811" y="59"/>
                  </a:cubicBezTo>
                  <a:cubicBezTo>
                    <a:pt x="811" y="59"/>
                    <a:pt x="730" y="0"/>
                    <a:pt x="632" y="0"/>
                  </a:cubicBezTo>
                  <a:close/>
                </a:path>
              </a:pathLst>
            </a:custGeom>
            <a:solidFill>
              <a:srgbClr val="FBCD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04;p17">
              <a:extLst>
                <a:ext uri="{FF2B5EF4-FFF2-40B4-BE49-F238E27FC236}">
                  <a16:creationId xmlns:a16="http://schemas.microsoft.com/office/drawing/2014/main" id="{A13B329B-8EA5-0214-385C-E94539C6406F}"/>
                </a:ext>
              </a:extLst>
            </p:cNvPr>
            <p:cNvSpPr/>
            <p:nvPr/>
          </p:nvSpPr>
          <p:spPr>
            <a:xfrm>
              <a:off x="6788188" y="3484897"/>
              <a:ext cx="166039" cy="140438"/>
            </a:xfrm>
            <a:custGeom>
              <a:avLst/>
              <a:gdLst/>
              <a:ahLst/>
              <a:cxnLst/>
              <a:rect l="l" t="t" r="r" b="b"/>
              <a:pathLst>
                <a:path w="1440" h="1218" extrusionOk="0">
                  <a:moveTo>
                    <a:pt x="323" y="0"/>
                  </a:moveTo>
                  <a:cubicBezTo>
                    <a:pt x="202" y="0"/>
                    <a:pt x="101" y="92"/>
                    <a:pt x="87" y="209"/>
                  </a:cubicBezTo>
                  <a:lnTo>
                    <a:pt x="16" y="838"/>
                  </a:lnTo>
                  <a:cubicBezTo>
                    <a:pt x="0" y="964"/>
                    <a:pt x="92" y="1081"/>
                    <a:pt x="218" y="1096"/>
                  </a:cubicBezTo>
                  <a:lnTo>
                    <a:pt x="1277" y="1217"/>
                  </a:lnTo>
                  <a:lnTo>
                    <a:pt x="1439" y="133"/>
                  </a:lnTo>
                  <a:lnTo>
                    <a:pt x="350" y="2"/>
                  </a:lnTo>
                  <a:cubicBezTo>
                    <a:pt x="341" y="1"/>
                    <a:pt x="332" y="0"/>
                    <a:pt x="323" y="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405;p17">
              <a:extLst>
                <a:ext uri="{FF2B5EF4-FFF2-40B4-BE49-F238E27FC236}">
                  <a16:creationId xmlns:a16="http://schemas.microsoft.com/office/drawing/2014/main" id="{917DE88D-8837-E673-7147-A18E481A663B}"/>
                </a:ext>
              </a:extLst>
            </p:cNvPr>
            <p:cNvSpPr/>
            <p:nvPr/>
          </p:nvSpPr>
          <p:spPr>
            <a:xfrm>
              <a:off x="6739645" y="3902410"/>
              <a:ext cx="162004" cy="140554"/>
            </a:xfrm>
            <a:custGeom>
              <a:avLst/>
              <a:gdLst/>
              <a:ahLst/>
              <a:cxnLst/>
              <a:rect l="l" t="t" r="r" b="b"/>
              <a:pathLst>
                <a:path w="1405" h="1219" extrusionOk="0">
                  <a:moveTo>
                    <a:pt x="318" y="1"/>
                  </a:moveTo>
                  <a:cubicBezTo>
                    <a:pt x="202" y="1"/>
                    <a:pt x="101" y="88"/>
                    <a:pt x="87" y="210"/>
                  </a:cubicBezTo>
                  <a:lnTo>
                    <a:pt x="11" y="838"/>
                  </a:lnTo>
                  <a:cubicBezTo>
                    <a:pt x="1" y="965"/>
                    <a:pt x="92" y="1082"/>
                    <a:pt x="219" y="1097"/>
                  </a:cubicBezTo>
                  <a:lnTo>
                    <a:pt x="1267" y="1218"/>
                  </a:lnTo>
                  <a:lnTo>
                    <a:pt x="1404" y="129"/>
                  </a:lnTo>
                  <a:lnTo>
                    <a:pt x="345" y="3"/>
                  </a:lnTo>
                  <a:cubicBezTo>
                    <a:pt x="336" y="1"/>
                    <a:pt x="327" y="1"/>
                    <a:pt x="318" y="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406;p17">
              <a:extLst>
                <a:ext uri="{FF2B5EF4-FFF2-40B4-BE49-F238E27FC236}">
                  <a16:creationId xmlns:a16="http://schemas.microsoft.com/office/drawing/2014/main" id="{93F7D1A9-B289-FCE8-F11E-B3E19DE5B1EA}"/>
                </a:ext>
              </a:extLst>
            </p:cNvPr>
            <p:cNvSpPr/>
            <p:nvPr/>
          </p:nvSpPr>
          <p:spPr>
            <a:xfrm>
              <a:off x="6851259" y="3495505"/>
              <a:ext cx="562573" cy="574437"/>
            </a:xfrm>
            <a:custGeom>
              <a:avLst/>
              <a:gdLst/>
              <a:ahLst/>
              <a:cxnLst/>
              <a:rect l="l" t="t" r="r" b="b"/>
              <a:pathLst>
                <a:path w="4879" h="4982" extrusionOk="0">
                  <a:moveTo>
                    <a:pt x="548" y="1"/>
                  </a:moveTo>
                  <a:lnTo>
                    <a:pt x="421" y="1090"/>
                  </a:lnTo>
                  <a:lnTo>
                    <a:pt x="2584" y="1343"/>
                  </a:lnTo>
                  <a:cubicBezTo>
                    <a:pt x="3278" y="1424"/>
                    <a:pt x="3790" y="2052"/>
                    <a:pt x="3714" y="2751"/>
                  </a:cubicBezTo>
                  <a:cubicBezTo>
                    <a:pt x="3643" y="3401"/>
                    <a:pt x="3087" y="3885"/>
                    <a:pt x="2447" y="3885"/>
                  </a:cubicBezTo>
                  <a:cubicBezTo>
                    <a:pt x="2399" y="3885"/>
                    <a:pt x="2350" y="3882"/>
                    <a:pt x="2300" y="3876"/>
                  </a:cubicBezTo>
                  <a:lnTo>
                    <a:pt x="127" y="3623"/>
                  </a:lnTo>
                  <a:lnTo>
                    <a:pt x="1" y="4712"/>
                  </a:lnTo>
                  <a:lnTo>
                    <a:pt x="2153" y="4965"/>
                  </a:lnTo>
                  <a:cubicBezTo>
                    <a:pt x="2247" y="4976"/>
                    <a:pt x="2341" y="4981"/>
                    <a:pt x="2435" y="4981"/>
                  </a:cubicBezTo>
                  <a:cubicBezTo>
                    <a:pt x="2967" y="4981"/>
                    <a:pt x="3484" y="4810"/>
                    <a:pt x="3906" y="4479"/>
                  </a:cubicBezTo>
                  <a:cubicBezTo>
                    <a:pt x="4413" y="4089"/>
                    <a:pt x="4732" y="3521"/>
                    <a:pt x="4808" y="2883"/>
                  </a:cubicBezTo>
                  <a:cubicBezTo>
                    <a:pt x="4879" y="2250"/>
                    <a:pt x="4701" y="1622"/>
                    <a:pt x="4301" y="1125"/>
                  </a:cubicBezTo>
                  <a:cubicBezTo>
                    <a:pt x="3906" y="634"/>
                    <a:pt x="3329" y="325"/>
                    <a:pt x="2706" y="249"/>
                  </a:cubicBezTo>
                  <a:lnTo>
                    <a:pt x="54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407;p17">
              <a:extLst>
                <a:ext uri="{FF2B5EF4-FFF2-40B4-BE49-F238E27FC236}">
                  <a16:creationId xmlns:a16="http://schemas.microsoft.com/office/drawing/2014/main" id="{9092862D-4D2B-8469-C1B9-4C6183514F1F}"/>
                </a:ext>
              </a:extLst>
            </p:cNvPr>
            <p:cNvSpPr/>
            <p:nvPr/>
          </p:nvSpPr>
          <p:spPr>
            <a:xfrm>
              <a:off x="7203886" y="3397374"/>
              <a:ext cx="918289" cy="505025"/>
            </a:xfrm>
            <a:custGeom>
              <a:avLst/>
              <a:gdLst/>
              <a:ahLst/>
              <a:cxnLst/>
              <a:rect l="l" t="t" r="r" b="b"/>
              <a:pathLst>
                <a:path w="7964" h="4380" extrusionOk="0">
                  <a:moveTo>
                    <a:pt x="6975" y="1"/>
                  </a:moveTo>
                  <a:lnTo>
                    <a:pt x="5329" y="766"/>
                  </a:lnTo>
                  <a:lnTo>
                    <a:pt x="5613" y="1774"/>
                  </a:lnTo>
                  <a:cubicBezTo>
                    <a:pt x="5775" y="2265"/>
                    <a:pt x="5851" y="2792"/>
                    <a:pt x="4949" y="2863"/>
                  </a:cubicBezTo>
                  <a:cubicBezTo>
                    <a:pt x="4771" y="2878"/>
                    <a:pt x="4136" y="2903"/>
                    <a:pt x="3476" y="2903"/>
                  </a:cubicBezTo>
                  <a:cubicBezTo>
                    <a:pt x="3011" y="2903"/>
                    <a:pt x="2533" y="2890"/>
                    <a:pt x="2194" y="2853"/>
                  </a:cubicBezTo>
                  <a:cubicBezTo>
                    <a:pt x="2194" y="2853"/>
                    <a:pt x="1373" y="2690"/>
                    <a:pt x="983" y="2498"/>
                  </a:cubicBezTo>
                  <a:cubicBezTo>
                    <a:pt x="929" y="2472"/>
                    <a:pt x="878" y="2460"/>
                    <a:pt x="829" y="2460"/>
                  </a:cubicBezTo>
                  <a:cubicBezTo>
                    <a:pt x="528" y="2460"/>
                    <a:pt x="323" y="2900"/>
                    <a:pt x="253" y="3035"/>
                  </a:cubicBezTo>
                  <a:cubicBezTo>
                    <a:pt x="182" y="3167"/>
                    <a:pt x="0" y="3693"/>
                    <a:pt x="177" y="3921"/>
                  </a:cubicBezTo>
                  <a:cubicBezTo>
                    <a:pt x="341" y="4139"/>
                    <a:pt x="666" y="4374"/>
                    <a:pt x="1121" y="4374"/>
                  </a:cubicBezTo>
                  <a:cubicBezTo>
                    <a:pt x="1144" y="4374"/>
                    <a:pt x="1167" y="4373"/>
                    <a:pt x="1191" y="4372"/>
                  </a:cubicBezTo>
                  <a:cubicBezTo>
                    <a:pt x="1449" y="4357"/>
                    <a:pt x="1662" y="4210"/>
                    <a:pt x="1662" y="4210"/>
                  </a:cubicBezTo>
                  <a:cubicBezTo>
                    <a:pt x="2220" y="4262"/>
                    <a:pt x="3543" y="4379"/>
                    <a:pt x="4775" y="4379"/>
                  </a:cubicBezTo>
                  <a:cubicBezTo>
                    <a:pt x="5479" y="4379"/>
                    <a:pt x="6152" y="4341"/>
                    <a:pt x="6636" y="4230"/>
                  </a:cubicBezTo>
                  <a:cubicBezTo>
                    <a:pt x="7963" y="3926"/>
                    <a:pt x="7857" y="2645"/>
                    <a:pt x="7644" y="1870"/>
                  </a:cubicBezTo>
                  <a:cubicBezTo>
                    <a:pt x="7376" y="907"/>
                    <a:pt x="6975" y="1"/>
                    <a:pt x="6975" y="1"/>
                  </a:cubicBezTo>
                  <a:close/>
                </a:path>
              </a:pathLst>
            </a:custGeom>
            <a:solidFill>
              <a:srgbClr val="FAC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08;p17">
              <a:extLst>
                <a:ext uri="{FF2B5EF4-FFF2-40B4-BE49-F238E27FC236}">
                  <a16:creationId xmlns:a16="http://schemas.microsoft.com/office/drawing/2014/main" id="{1CA7396E-54CB-BD8D-4E0E-34F24C220184}"/>
                </a:ext>
              </a:extLst>
            </p:cNvPr>
            <p:cNvSpPr/>
            <p:nvPr/>
          </p:nvSpPr>
          <p:spPr>
            <a:xfrm>
              <a:off x="6447695" y="3530557"/>
              <a:ext cx="308441" cy="122221"/>
            </a:xfrm>
            <a:custGeom>
              <a:avLst/>
              <a:gdLst/>
              <a:ahLst/>
              <a:cxnLst/>
              <a:rect l="l" t="t" r="r" b="b"/>
              <a:pathLst>
                <a:path w="2675" h="1060" extrusionOk="0">
                  <a:moveTo>
                    <a:pt x="897" y="1"/>
                  </a:moveTo>
                  <a:lnTo>
                    <a:pt x="1094" y="593"/>
                  </a:lnTo>
                  <a:lnTo>
                    <a:pt x="0" y="948"/>
                  </a:lnTo>
                  <a:lnTo>
                    <a:pt x="1748" y="1060"/>
                  </a:lnTo>
                  <a:lnTo>
                    <a:pt x="1591" y="421"/>
                  </a:lnTo>
                  <a:lnTo>
                    <a:pt x="2675" y="143"/>
                  </a:lnTo>
                  <a:lnTo>
                    <a:pt x="8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09;p17">
              <a:extLst>
                <a:ext uri="{FF2B5EF4-FFF2-40B4-BE49-F238E27FC236}">
                  <a16:creationId xmlns:a16="http://schemas.microsoft.com/office/drawing/2014/main" id="{69DB3812-61AB-4922-EB23-4DD3A2EB3CDE}"/>
                </a:ext>
              </a:extLst>
            </p:cNvPr>
            <p:cNvSpPr/>
            <p:nvPr/>
          </p:nvSpPr>
          <p:spPr>
            <a:xfrm>
              <a:off x="6390389" y="3920743"/>
              <a:ext cx="316743" cy="132137"/>
            </a:xfrm>
            <a:custGeom>
              <a:avLst/>
              <a:gdLst/>
              <a:ahLst/>
              <a:cxnLst/>
              <a:rect l="l" t="t" r="r" b="b"/>
              <a:pathLst>
                <a:path w="2747" h="1146" extrusionOk="0">
                  <a:moveTo>
                    <a:pt x="989" y="1"/>
                  </a:moveTo>
                  <a:lnTo>
                    <a:pt x="1120" y="614"/>
                  </a:lnTo>
                  <a:lnTo>
                    <a:pt x="1" y="852"/>
                  </a:lnTo>
                  <a:lnTo>
                    <a:pt x="1728" y="1145"/>
                  </a:lnTo>
                  <a:lnTo>
                    <a:pt x="1637" y="492"/>
                  </a:lnTo>
                  <a:lnTo>
                    <a:pt x="2746" y="330"/>
                  </a:lnTo>
                  <a:lnTo>
                    <a:pt x="98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10;p17">
              <a:extLst>
                <a:ext uri="{FF2B5EF4-FFF2-40B4-BE49-F238E27FC236}">
                  <a16:creationId xmlns:a16="http://schemas.microsoft.com/office/drawing/2014/main" id="{A505AF0A-C899-157D-5520-B15A27AC8287}"/>
                </a:ext>
              </a:extLst>
            </p:cNvPr>
            <p:cNvSpPr/>
            <p:nvPr/>
          </p:nvSpPr>
          <p:spPr>
            <a:xfrm>
              <a:off x="6412642" y="3039941"/>
              <a:ext cx="219656" cy="343947"/>
            </a:xfrm>
            <a:custGeom>
              <a:avLst/>
              <a:gdLst/>
              <a:ahLst/>
              <a:cxnLst/>
              <a:rect l="l" t="t" r="r" b="b"/>
              <a:pathLst>
                <a:path w="1905" h="2983" extrusionOk="0">
                  <a:moveTo>
                    <a:pt x="603" y="1"/>
                  </a:moveTo>
                  <a:lnTo>
                    <a:pt x="603" y="1"/>
                  </a:lnTo>
                  <a:cubicBezTo>
                    <a:pt x="456" y="401"/>
                    <a:pt x="811" y="528"/>
                    <a:pt x="745" y="1019"/>
                  </a:cubicBezTo>
                  <a:cubicBezTo>
                    <a:pt x="715" y="1201"/>
                    <a:pt x="578" y="1151"/>
                    <a:pt x="497" y="1353"/>
                  </a:cubicBezTo>
                  <a:lnTo>
                    <a:pt x="476" y="1860"/>
                  </a:lnTo>
                  <a:lnTo>
                    <a:pt x="61" y="2189"/>
                  </a:lnTo>
                  <a:cubicBezTo>
                    <a:pt x="0" y="2351"/>
                    <a:pt x="198" y="2534"/>
                    <a:pt x="198" y="2534"/>
                  </a:cubicBezTo>
                  <a:cubicBezTo>
                    <a:pt x="198" y="2534"/>
                    <a:pt x="597" y="2983"/>
                    <a:pt x="902" y="2983"/>
                  </a:cubicBezTo>
                  <a:cubicBezTo>
                    <a:pt x="917" y="2983"/>
                    <a:pt x="933" y="2982"/>
                    <a:pt x="948" y="2979"/>
                  </a:cubicBezTo>
                  <a:cubicBezTo>
                    <a:pt x="1388" y="2913"/>
                    <a:pt x="1905" y="411"/>
                    <a:pt x="1905" y="411"/>
                  </a:cubicBezTo>
                  <a:lnTo>
                    <a:pt x="6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11;p17">
              <a:extLst>
                <a:ext uri="{FF2B5EF4-FFF2-40B4-BE49-F238E27FC236}">
                  <a16:creationId xmlns:a16="http://schemas.microsoft.com/office/drawing/2014/main" id="{25CEBC47-1D96-00A2-34DE-6E9700BB8B43}"/>
                </a:ext>
              </a:extLst>
            </p:cNvPr>
            <p:cNvSpPr/>
            <p:nvPr/>
          </p:nvSpPr>
          <p:spPr>
            <a:xfrm>
              <a:off x="6639791" y="2803454"/>
              <a:ext cx="268199" cy="335530"/>
            </a:xfrm>
            <a:custGeom>
              <a:avLst/>
              <a:gdLst/>
              <a:ahLst/>
              <a:cxnLst/>
              <a:rect l="l" t="t" r="r" b="b"/>
              <a:pathLst>
                <a:path w="2326" h="2910" extrusionOk="0">
                  <a:moveTo>
                    <a:pt x="978" y="0"/>
                  </a:moveTo>
                  <a:cubicBezTo>
                    <a:pt x="973" y="299"/>
                    <a:pt x="857" y="806"/>
                    <a:pt x="649" y="1368"/>
                  </a:cubicBezTo>
                  <a:cubicBezTo>
                    <a:pt x="447" y="1925"/>
                    <a:pt x="198" y="2391"/>
                    <a:pt x="1" y="2624"/>
                  </a:cubicBezTo>
                  <a:lnTo>
                    <a:pt x="700" y="2872"/>
                  </a:lnTo>
                  <a:cubicBezTo>
                    <a:pt x="770" y="2897"/>
                    <a:pt x="842" y="2909"/>
                    <a:pt x="916" y="2909"/>
                  </a:cubicBezTo>
                  <a:cubicBezTo>
                    <a:pt x="1349" y="2909"/>
                    <a:pt x="1823" y="2494"/>
                    <a:pt x="2052" y="1874"/>
                  </a:cubicBezTo>
                  <a:cubicBezTo>
                    <a:pt x="2326" y="1145"/>
                    <a:pt x="2159" y="421"/>
                    <a:pt x="1683" y="253"/>
                  </a:cubicBezTo>
                  <a:lnTo>
                    <a:pt x="9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12;p17">
              <a:extLst>
                <a:ext uri="{FF2B5EF4-FFF2-40B4-BE49-F238E27FC236}">
                  <a16:creationId xmlns:a16="http://schemas.microsoft.com/office/drawing/2014/main" id="{515CA817-FDF1-AEB5-A6C7-36EFE0AB528A}"/>
                </a:ext>
              </a:extLst>
            </p:cNvPr>
            <p:cNvSpPr/>
            <p:nvPr/>
          </p:nvSpPr>
          <p:spPr>
            <a:xfrm>
              <a:off x="6060965" y="2431369"/>
              <a:ext cx="771736" cy="700347"/>
            </a:xfrm>
            <a:custGeom>
              <a:avLst/>
              <a:gdLst/>
              <a:ahLst/>
              <a:cxnLst/>
              <a:rect l="l" t="t" r="r" b="b"/>
              <a:pathLst>
                <a:path w="6693" h="6074" extrusionOk="0">
                  <a:moveTo>
                    <a:pt x="2427" y="0"/>
                  </a:moveTo>
                  <a:cubicBezTo>
                    <a:pt x="2716" y="370"/>
                    <a:pt x="2529" y="1738"/>
                    <a:pt x="1966" y="3253"/>
                  </a:cubicBezTo>
                  <a:cubicBezTo>
                    <a:pt x="1372" y="4831"/>
                    <a:pt x="542" y="5998"/>
                    <a:pt x="86" y="5998"/>
                  </a:cubicBezTo>
                  <a:cubicBezTo>
                    <a:pt x="56" y="5998"/>
                    <a:pt x="27" y="5993"/>
                    <a:pt x="1" y="5983"/>
                  </a:cubicBezTo>
                  <a:lnTo>
                    <a:pt x="1" y="5983"/>
                  </a:lnTo>
                  <a:cubicBezTo>
                    <a:pt x="1" y="5983"/>
                    <a:pt x="77" y="6030"/>
                    <a:pt x="216" y="6030"/>
                  </a:cubicBezTo>
                  <a:cubicBezTo>
                    <a:pt x="270" y="6030"/>
                    <a:pt x="334" y="6023"/>
                    <a:pt x="406" y="6003"/>
                  </a:cubicBezTo>
                  <a:cubicBezTo>
                    <a:pt x="903" y="5862"/>
                    <a:pt x="1684" y="5561"/>
                    <a:pt x="2823" y="5561"/>
                  </a:cubicBezTo>
                  <a:cubicBezTo>
                    <a:pt x="3564" y="5561"/>
                    <a:pt x="4457" y="5688"/>
                    <a:pt x="5522" y="6069"/>
                  </a:cubicBezTo>
                  <a:cubicBezTo>
                    <a:pt x="5530" y="6072"/>
                    <a:pt x="5539" y="6073"/>
                    <a:pt x="5548" y="6073"/>
                  </a:cubicBezTo>
                  <a:cubicBezTo>
                    <a:pt x="5724" y="6073"/>
                    <a:pt x="6058" y="5525"/>
                    <a:pt x="6323" y="4808"/>
                  </a:cubicBezTo>
                  <a:cubicBezTo>
                    <a:pt x="6601" y="4063"/>
                    <a:pt x="6692" y="3399"/>
                    <a:pt x="6530" y="3339"/>
                  </a:cubicBezTo>
                  <a:lnTo>
                    <a:pt x="6530" y="3334"/>
                  </a:lnTo>
                  <a:cubicBezTo>
                    <a:pt x="3825" y="2366"/>
                    <a:pt x="3040" y="867"/>
                    <a:pt x="2569" y="173"/>
                  </a:cubicBezTo>
                  <a:cubicBezTo>
                    <a:pt x="2513" y="92"/>
                    <a:pt x="2468" y="41"/>
                    <a:pt x="24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13;p17">
              <a:extLst>
                <a:ext uri="{FF2B5EF4-FFF2-40B4-BE49-F238E27FC236}">
                  <a16:creationId xmlns:a16="http://schemas.microsoft.com/office/drawing/2014/main" id="{25B2A9A6-7D4D-ADA0-2566-FA8F43CA1FDE}"/>
                </a:ext>
              </a:extLst>
            </p:cNvPr>
            <p:cNvSpPr/>
            <p:nvPr/>
          </p:nvSpPr>
          <p:spPr>
            <a:xfrm>
              <a:off x="6000200" y="2406233"/>
              <a:ext cx="376356" cy="718104"/>
            </a:xfrm>
            <a:custGeom>
              <a:avLst/>
              <a:gdLst/>
              <a:ahLst/>
              <a:cxnLst/>
              <a:rect l="l" t="t" r="r" b="b"/>
              <a:pathLst>
                <a:path w="3264" h="6228" extrusionOk="0">
                  <a:moveTo>
                    <a:pt x="2628" y="1"/>
                  </a:moveTo>
                  <a:cubicBezTo>
                    <a:pt x="2098" y="1"/>
                    <a:pt x="1260" y="1173"/>
                    <a:pt x="690" y="2761"/>
                  </a:cubicBezTo>
                  <a:cubicBezTo>
                    <a:pt x="72" y="4473"/>
                    <a:pt x="1" y="6018"/>
                    <a:pt x="523" y="6206"/>
                  </a:cubicBezTo>
                  <a:cubicBezTo>
                    <a:pt x="560" y="6221"/>
                    <a:pt x="600" y="6228"/>
                    <a:pt x="642" y="6228"/>
                  </a:cubicBezTo>
                  <a:cubicBezTo>
                    <a:pt x="1176" y="6228"/>
                    <a:pt x="2011" y="5049"/>
                    <a:pt x="2579" y="3465"/>
                  </a:cubicBezTo>
                  <a:cubicBezTo>
                    <a:pt x="3192" y="1753"/>
                    <a:pt x="3263" y="208"/>
                    <a:pt x="2741" y="21"/>
                  </a:cubicBezTo>
                  <a:cubicBezTo>
                    <a:pt x="2706" y="7"/>
                    <a:pt x="2668" y="1"/>
                    <a:pt x="26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414;p17">
              <a:extLst>
                <a:ext uri="{FF2B5EF4-FFF2-40B4-BE49-F238E27FC236}">
                  <a16:creationId xmlns:a16="http://schemas.microsoft.com/office/drawing/2014/main" id="{F4101027-B6CF-5D18-37A3-E0819DD1D100}"/>
                </a:ext>
              </a:extLst>
            </p:cNvPr>
            <p:cNvSpPr/>
            <p:nvPr/>
          </p:nvSpPr>
          <p:spPr>
            <a:xfrm>
              <a:off x="6169005" y="2719167"/>
              <a:ext cx="153817" cy="194746"/>
            </a:xfrm>
            <a:custGeom>
              <a:avLst/>
              <a:gdLst/>
              <a:ahLst/>
              <a:cxnLst/>
              <a:rect l="l" t="t" r="r" b="b"/>
              <a:pathLst>
                <a:path w="1334" h="1689" extrusionOk="0">
                  <a:moveTo>
                    <a:pt x="973" y="1"/>
                  </a:moveTo>
                  <a:cubicBezTo>
                    <a:pt x="619" y="1"/>
                    <a:pt x="289" y="219"/>
                    <a:pt x="158" y="564"/>
                  </a:cubicBezTo>
                  <a:cubicBezTo>
                    <a:pt x="1" y="1015"/>
                    <a:pt x="234" y="1506"/>
                    <a:pt x="675" y="1668"/>
                  </a:cubicBezTo>
                  <a:cubicBezTo>
                    <a:pt x="690" y="1678"/>
                    <a:pt x="710" y="1684"/>
                    <a:pt x="730" y="1689"/>
                  </a:cubicBezTo>
                  <a:cubicBezTo>
                    <a:pt x="867" y="1400"/>
                    <a:pt x="999" y="1081"/>
                    <a:pt x="1120" y="751"/>
                  </a:cubicBezTo>
                  <a:cubicBezTo>
                    <a:pt x="1201" y="518"/>
                    <a:pt x="1272" y="301"/>
                    <a:pt x="1333" y="83"/>
                  </a:cubicBezTo>
                  <a:cubicBezTo>
                    <a:pt x="1313" y="73"/>
                    <a:pt x="1293" y="63"/>
                    <a:pt x="1267" y="52"/>
                  </a:cubicBezTo>
                  <a:cubicBezTo>
                    <a:pt x="1170" y="17"/>
                    <a:pt x="1070" y="1"/>
                    <a:pt x="9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415;p17">
              <a:extLst>
                <a:ext uri="{FF2B5EF4-FFF2-40B4-BE49-F238E27FC236}">
                  <a16:creationId xmlns:a16="http://schemas.microsoft.com/office/drawing/2014/main" id="{1192D57D-30D1-0CD2-1062-4E354F2616C2}"/>
                </a:ext>
              </a:extLst>
            </p:cNvPr>
            <p:cNvSpPr/>
            <p:nvPr/>
          </p:nvSpPr>
          <p:spPr>
            <a:xfrm>
              <a:off x="6409068" y="3156513"/>
              <a:ext cx="168922" cy="208928"/>
            </a:xfrm>
            <a:custGeom>
              <a:avLst/>
              <a:gdLst/>
              <a:ahLst/>
              <a:cxnLst/>
              <a:rect l="l" t="t" r="r" b="b"/>
              <a:pathLst>
                <a:path w="1465" h="1812" extrusionOk="0">
                  <a:moveTo>
                    <a:pt x="632" y="0"/>
                  </a:moveTo>
                  <a:cubicBezTo>
                    <a:pt x="541" y="0"/>
                    <a:pt x="437" y="51"/>
                    <a:pt x="371" y="246"/>
                  </a:cubicBezTo>
                  <a:cubicBezTo>
                    <a:pt x="229" y="651"/>
                    <a:pt x="1" y="1148"/>
                    <a:pt x="21" y="1295"/>
                  </a:cubicBezTo>
                  <a:cubicBezTo>
                    <a:pt x="36" y="1447"/>
                    <a:pt x="244" y="1578"/>
                    <a:pt x="244" y="1578"/>
                  </a:cubicBezTo>
                  <a:lnTo>
                    <a:pt x="629" y="1811"/>
                  </a:lnTo>
                  <a:cubicBezTo>
                    <a:pt x="629" y="1811"/>
                    <a:pt x="1080" y="1811"/>
                    <a:pt x="1156" y="1523"/>
                  </a:cubicBezTo>
                  <a:cubicBezTo>
                    <a:pt x="1227" y="1234"/>
                    <a:pt x="1465" y="357"/>
                    <a:pt x="1282" y="246"/>
                  </a:cubicBezTo>
                  <a:cubicBezTo>
                    <a:pt x="1065" y="114"/>
                    <a:pt x="811" y="59"/>
                    <a:pt x="811" y="59"/>
                  </a:cubicBezTo>
                  <a:cubicBezTo>
                    <a:pt x="811" y="59"/>
                    <a:pt x="730" y="0"/>
                    <a:pt x="632" y="0"/>
                  </a:cubicBezTo>
                  <a:close/>
                </a:path>
              </a:pathLst>
            </a:custGeom>
            <a:solidFill>
              <a:srgbClr val="FAC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" name="Google Shape;416;p17">
            <a:extLst>
              <a:ext uri="{FF2B5EF4-FFF2-40B4-BE49-F238E27FC236}">
                <a16:creationId xmlns:a16="http://schemas.microsoft.com/office/drawing/2014/main" id="{50D0C7AA-358F-3645-2549-B31CBC24D83B}"/>
              </a:ext>
            </a:extLst>
          </p:cNvPr>
          <p:cNvGrpSpPr/>
          <p:nvPr/>
        </p:nvGrpSpPr>
        <p:grpSpPr>
          <a:xfrm>
            <a:off x="459135" y="886963"/>
            <a:ext cx="1690500" cy="3173367"/>
            <a:chOff x="459135" y="1458463"/>
            <a:chExt cx="1690500" cy="3173367"/>
          </a:xfrm>
        </p:grpSpPr>
        <p:grpSp>
          <p:nvGrpSpPr>
            <p:cNvPr id="63" name="Google Shape;417;p17">
              <a:extLst>
                <a:ext uri="{FF2B5EF4-FFF2-40B4-BE49-F238E27FC236}">
                  <a16:creationId xmlns:a16="http://schemas.microsoft.com/office/drawing/2014/main" id="{FC185EE5-EF45-2B9D-6217-946D994C20FD}"/>
                </a:ext>
              </a:extLst>
            </p:cNvPr>
            <p:cNvGrpSpPr/>
            <p:nvPr/>
          </p:nvGrpSpPr>
          <p:grpSpPr>
            <a:xfrm>
              <a:off x="459135" y="3570275"/>
              <a:ext cx="1690500" cy="1061555"/>
              <a:chOff x="988398" y="3646475"/>
              <a:chExt cx="1690500" cy="1061555"/>
            </a:xfrm>
          </p:grpSpPr>
          <p:sp>
            <p:nvSpPr>
              <p:cNvPr id="66" name="Google Shape;418;p17">
                <a:extLst>
                  <a:ext uri="{FF2B5EF4-FFF2-40B4-BE49-F238E27FC236}">
                    <a16:creationId xmlns:a16="http://schemas.microsoft.com/office/drawing/2014/main" id="{7464435F-6D37-E129-EED3-AA783B3030A9}"/>
                  </a:ext>
                </a:extLst>
              </p:cNvPr>
              <p:cNvSpPr txBox="1"/>
              <p:nvPr/>
            </p:nvSpPr>
            <p:spPr>
              <a:xfrm>
                <a:off x="988398" y="3646475"/>
                <a:ext cx="1690500" cy="34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" sz="1200" b="1">
                    <a:solidFill>
                      <a:schemeClr val="dk1"/>
                    </a:solidFill>
                    <a:sym typeface="Fira Sans Extra Condensed"/>
                  </a:rPr>
                  <a:t>Evaluation Criteria</a:t>
                </a:r>
                <a:endParaRPr lang="en-US" sz="1200" b="1">
                  <a:solidFill>
                    <a:schemeClr val="dk1"/>
                  </a:solidFill>
                </a:endParaRPr>
              </a:p>
            </p:txBody>
          </p:sp>
          <p:sp>
            <p:nvSpPr>
              <p:cNvPr id="67" name="Google Shape;419;p17">
                <a:extLst>
                  <a:ext uri="{FF2B5EF4-FFF2-40B4-BE49-F238E27FC236}">
                    <a16:creationId xmlns:a16="http://schemas.microsoft.com/office/drawing/2014/main" id="{E62F663E-26A6-62DE-1D70-BB61CB2BCDFB}"/>
                  </a:ext>
                </a:extLst>
              </p:cNvPr>
              <p:cNvSpPr txBox="1"/>
              <p:nvPr/>
            </p:nvSpPr>
            <p:spPr>
              <a:xfrm>
                <a:off x="988398" y="3981730"/>
                <a:ext cx="1690500" cy="7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ctr"/>
                <a:r>
                  <a:rPr lang="en" sz="800" b="1">
                    <a:solidFill>
                      <a:schemeClr val="dk1"/>
                    </a:solidFill>
                    <a:ea typeface="Roboto"/>
                    <a:sym typeface="Roboto"/>
                  </a:rPr>
                  <a:t>Accuracy:</a:t>
                </a:r>
                <a:r>
                  <a:rPr lang="en" sz="800">
                    <a:solidFill>
                      <a:schemeClr val="dk1"/>
                    </a:solidFill>
                    <a:ea typeface="Roboto"/>
                    <a:sym typeface="Roboto"/>
                  </a:rPr>
                  <a:t> The model's ability to correctly identify real vs. fake news articles.</a:t>
                </a:r>
                <a:endParaRPr lang="en-US" sz="800"/>
              </a:p>
              <a:p>
                <a:pPr algn="ctr"/>
                <a:r>
                  <a:rPr lang="en" sz="800" b="1">
                    <a:solidFill>
                      <a:schemeClr val="dk1"/>
                    </a:solidFill>
                    <a:ea typeface="Roboto"/>
                    <a:sym typeface="Roboto"/>
                  </a:rPr>
                  <a:t>Precision &amp; Recall:</a:t>
                </a:r>
                <a:r>
                  <a:rPr lang="en" sz="800">
                    <a:solidFill>
                      <a:schemeClr val="dk1"/>
                    </a:solidFill>
                    <a:ea typeface="Roboto"/>
                    <a:sym typeface="Roboto"/>
                  </a:rPr>
                  <a:t> Assessing the model's ability to avoid false positives and false negatives.</a:t>
                </a:r>
                <a:endParaRPr lang="en" sz="800">
                  <a:solidFill>
                    <a:schemeClr val="dk1"/>
                  </a:solidFill>
                </a:endParaRPr>
              </a:p>
              <a:p>
                <a:pPr algn="ctr"/>
                <a:r>
                  <a:rPr lang="en" sz="800" b="1">
                    <a:solidFill>
                      <a:schemeClr val="dk1"/>
                    </a:solidFill>
                    <a:ea typeface="Roboto"/>
                    <a:sym typeface="Roboto"/>
                  </a:rPr>
                  <a:t>F1 Score:</a:t>
                </a:r>
                <a:r>
                  <a:rPr lang="en" sz="800">
                    <a:solidFill>
                      <a:schemeClr val="dk1"/>
                    </a:solidFill>
                    <a:ea typeface="Roboto"/>
                    <a:sym typeface="Roboto"/>
                  </a:rPr>
                  <a:t> The balance between precision and recall.</a:t>
                </a:r>
                <a:endParaRPr lang="en" sz="800"/>
              </a:p>
              <a:p>
                <a:pPr algn="ctr"/>
                <a:endParaRPr lang="en" sz="800">
                  <a:solidFill>
                    <a:schemeClr val="dk1"/>
                  </a:solidFill>
                  <a:latin typeface="Roboto"/>
                  <a:ea typeface="Roboto"/>
                  <a:cs typeface="Robot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64" name="Google Shape;420;p17">
              <a:extLst>
                <a:ext uri="{FF2B5EF4-FFF2-40B4-BE49-F238E27FC236}">
                  <a16:creationId xmlns:a16="http://schemas.microsoft.com/office/drawing/2014/main" id="{BAD206AC-C517-C577-724F-9ACF451DE26D}"/>
                </a:ext>
              </a:extLst>
            </p:cNvPr>
            <p:cNvSpPr/>
            <p:nvPr/>
          </p:nvSpPr>
          <p:spPr>
            <a:xfrm>
              <a:off x="459135" y="1458463"/>
              <a:ext cx="1690500" cy="44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4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1</a:t>
              </a:r>
              <a:endParaRPr sz="24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65" name="Google Shape;421;p17">
              <a:extLst>
                <a:ext uri="{FF2B5EF4-FFF2-40B4-BE49-F238E27FC236}">
                  <a16:creationId xmlns:a16="http://schemas.microsoft.com/office/drawing/2014/main" id="{971BEB46-768C-BF7E-1A1C-E19B0FDE3F9D}"/>
                </a:ext>
              </a:extLst>
            </p:cNvPr>
            <p:cNvSpPr/>
            <p:nvPr/>
          </p:nvSpPr>
          <p:spPr>
            <a:xfrm>
              <a:off x="687175" y="2224400"/>
              <a:ext cx="1234500" cy="1234500"/>
            </a:xfrm>
            <a:prstGeom prst="ellipse">
              <a:avLst/>
            </a:prstGeom>
            <a:solidFill>
              <a:schemeClr val="lt1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" name="Google Shape;422;p17">
            <a:extLst>
              <a:ext uri="{FF2B5EF4-FFF2-40B4-BE49-F238E27FC236}">
                <a16:creationId xmlns:a16="http://schemas.microsoft.com/office/drawing/2014/main" id="{C7CDE9E7-EC21-BE94-F1DD-E8AC37959655}"/>
              </a:ext>
            </a:extLst>
          </p:cNvPr>
          <p:cNvGrpSpPr/>
          <p:nvPr/>
        </p:nvGrpSpPr>
        <p:grpSpPr>
          <a:xfrm>
            <a:off x="939515" y="1885522"/>
            <a:ext cx="729713" cy="769257"/>
            <a:chOff x="11394565" y="1982220"/>
            <a:chExt cx="729713" cy="769257"/>
          </a:xfrm>
        </p:grpSpPr>
        <p:sp>
          <p:nvSpPr>
            <p:cNvPr id="70" name="Google Shape;423;p17">
              <a:extLst>
                <a:ext uri="{FF2B5EF4-FFF2-40B4-BE49-F238E27FC236}">
                  <a16:creationId xmlns:a16="http://schemas.microsoft.com/office/drawing/2014/main" id="{59FE346C-2F46-4E37-126A-7671FD687956}"/>
                </a:ext>
              </a:extLst>
            </p:cNvPr>
            <p:cNvSpPr/>
            <p:nvPr/>
          </p:nvSpPr>
          <p:spPr>
            <a:xfrm>
              <a:off x="11535822" y="2374241"/>
              <a:ext cx="588456" cy="377236"/>
            </a:xfrm>
            <a:custGeom>
              <a:avLst/>
              <a:gdLst/>
              <a:ahLst/>
              <a:cxnLst/>
              <a:rect l="l" t="t" r="r" b="b"/>
              <a:pathLst>
                <a:path w="6561" h="4206" extrusionOk="0">
                  <a:moveTo>
                    <a:pt x="1" y="1"/>
                  </a:moveTo>
                  <a:lnTo>
                    <a:pt x="1" y="4038"/>
                  </a:lnTo>
                  <a:cubicBezTo>
                    <a:pt x="1" y="4129"/>
                    <a:pt x="77" y="4205"/>
                    <a:pt x="168" y="4205"/>
                  </a:cubicBezTo>
                  <a:lnTo>
                    <a:pt x="6393" y="4205"/>
                  </a:lnTo>
                  <a:cubicBezTo>
                    <a:pt x="6490" y="4205"/>
                    <a:pt x="6561" y="4129"/>
                    <a:pt x="6561" y="4038"/>
                  </a:cubicBezTo>
                  <a:lnTo>
                    <a:pt x="6561" y="137"/>
                  </a:lnTo>
                  <a:cubicBezTo>
                    <a:pt x="6561" y="61"/>
                    <a:pt x="6500" y="1"/>
                    <a:pt x="6424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424;p17">
              <a:extLst>
                <a:ext uri="{FF2B5EF4-FFF2-40B4-BE49-F238E27FC236}">
                  <a16:creationId xmlns:a16="http://schemas.microsoft.com/office/drawing/2014/main" id="{B54C8F39-7ADD-E8BA-148E-763128E6A366}"/>
                </a:ext>
              </a:extLst>
            </p:cNvPr>
            <p:cNvSpPr/>
            <p:nvPr/>
          </p:nvSpPr>
          <p:spPr>
            <a:xfrm>
              <a:off x="11974212" y="2374241"/>
              <a:ext cx="137315" cy="156419"/>
            </a:xfrm>
            <a:custGeom>
              <a:avLst/>
              <a:gdLst/>
              <a:ahLst/>
              <a:cxnLst/>
              <a:rect l="l" t="t" r="r" b="b"/>
              <a:pathLst>
                <a:path w="1531" h="1744" extrusionOk="0">
                  <a:moveTo>
                    <a:pt x="1" y="1"/>
                  </a:moveTo>
                  <a:lnTo>
                    <a:pt x="1" y="1743"/>
                  </a:lnTo>
                  <a:cubicBezTo>
                    <a:pt x="31" y="1733"/>
                    <a:pt x="57" y="1713"/>
                    <a:pt x="77" y="1688"/>
                  </a:cubicBezTo>
                  <a:lnTo>
                    <a:pt x="153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425;p17">
              <a:extLst>
                <a:ext uri="{FF2B5EF4-FFF2-40B4-BE49-F238E27FC236}">
                  <a16:creationId xmlns:a16="http://schemas.microsoft.com/office/drawing/2014/main" id="{FFD6EECB-CB0B-A35D-3D46-5AAAB578A6E0}"/>
                </a:ext>
              </a:extLst>
            </p:cNvPr>
            <p:cNvSpPr/>
            <p:nvPr/>
          </p:nvSpPr>
          <p:spPr>
            <a:xfrm>
              <a:off x="11394565" y="2109844"/>
              <a:ext cx="588905" cy="423516"/>
            </a:xfrm>
            <a:custGeom>
              <a:avLst/>
              <a:gdLst/>
              <a:ahLst/>
              <a:cxnLst/>
              <a:rect l="l" t="t" r="r" b="b"/>
              <a:pathLst>
                <a:path w="6566" h="4722" extrusionOk="0">
                  <a:moveTo>
                    <a:pt x="86" y="1"/>
                  </a:moveTo>
                  <a:lnTo>
                    <a:pt x="0" y="244"/>
                  </a:lnTo>
                  <a:lnTo>
                    <a:pt x="0" y="4554"/>
                  </a:lnTo>
                  <a:cubicBezTo>
                    <a:pt x="0" y="4651"/>
                    <a:pt x="76" y="4722"/>
                    <a:pt x="167" y="4722"/>
                  </a:cubicBezTo>
                  <a:lnTo>
                    <a:pt x="6398" y="4722"/>
                  </a:lnTo>
                  <a:cubicBezTo>
                    <a:pt x="6464" y="4722"/>
                    <a:pt x="6520" y="4686"/>
                    <a:pt x="6550" y="4625"/>
                  </a:cubicBezTo>
                  <a:lnTo>
                    <a:pt x="6363" y="3719"/>
                  </a:lnTo>
                  <a:lnTo>
                    <a:pt x="6565" y="2954"/>
                  </a:lnTo>
                  <a:lnTo>
                    <a:pt x="6565" y="244"/>
                  </a:lnTo>
                  <a:lnTo>
                    <a:pt x="6479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426;p17">
              <a:extLst>
                <a:ext uri="{FF2B5EF4-FFF2-40B4-BE49-F238E27FC236}">
                  <a16:creationId xmlns:a16="http://schemas.microsoft.com/office/drawing/2014/main" id="{E1D2EA6D-0A27-562A-76EB-252A73B3DA66}"/>
                </a:ext>
              </a:extLst>
            </p:cNvPr>
            <p:cNvSpPr/>
            <p:nvPr/>
          </p:nvSpPr>
          <p:spPr>
            <a:xfrm>
              <a:off x="11394565" y="1982220"/>
              <a:ext cx="588905" cy="149065"/>
            </a:xfrm>
            <a:custGeom>
              <a:avLst/>
              <a:gdLst/>
              <a:ahLst/>
              <a:cxnLst/>
              <a:rect l="l" t="t" r="r" b="b"/>
              <a:pathLst>
                <a:path w="6566" h="1662" extrusionOk="0">
                  <a:moveTo>
                    <a:pt x="167" y="0"/>
                  </a:moveTo>
                  <a:cubicBezTo>
                    <a:pt x="76" y="0"/>
                    <a:pt x="0" y="76"/>
                    <a:pt x="0" y="172"/>
                  </a:cubicBezTo>
                  <a:lnTo>
                    <a:pt x="0" y="1662"/>
                  </a:lnTo>
                  <a:lnTo>
                    <a:pt x="6565" y="1662"/>
                  </a:lnTo>
                  <a:lnTo>
                    <a:pt x="6565" y="172"/>
                  </a:lnTo>
                  <a:cubicBezTo>
                    <a:pt x="6565" y="76"/>
                    <a:pt x="6489" y="0"/>
                    <a:pt x="63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427;p17">
              <a:extLst>
                <a:ext uri="{FF2B5EF4-FFF2-40B4-BE49-F238E27FC236}">
                  <a16:creationId xmlns:a16="http://schemas.microsoft.com/office/drawing/2014/main" id="{5408CFED-0B93-3465-DC13-2D0E6D6BB203}"/>
                </a:ext>
              </a:extLst>
            </p:cNvPr>
            <p:cNvSpPr/>
            <p:nvPr/>
          </p:nvSpPr>
          <p:spPr>
            <a:xfrm>
              <a:off x="11444073" y="2034418"/>
              <a:ext cx="44127" cy="44217"/>
            </a:xfrm>
            <a:custGeom>
              <a:avLst/>
              <a:gdLst/>
              <a:ahLst/>
              <a:cxnLst/>
              <a:rect l="l" t="t" r="r" b="b"/>
              <a:pathLst>
                <a:path w="492" h="493" extrusionOk="0">
                  <a:moveTo>
                    <a:pt x="243" y="1"/>
                  </a:moveTo>
                  <a:cubicBezTo>
                    <a:pt x="112" y="1"/>
                    <a:pt x="0" y="112"/>
                    <a:pt x="0" y="244"/>
                  </a:cubicBezTo>
                  <a:cubicBezTo>
                    <a:pt x="0" y="381"/>
                    <a:pt x="112" y="492"/>
                    <a:pt x="243" y="492"/>
                  </a:cubicBezTo>
                  <a:cubicBezTo>
                    <a:pt x="380" y="492"/>
                    <a:pt x="492" y="381"/>
                    <a:pt x="492" y="244"/>
                  </a:cubicBezTo>
                  <a:cubicBezTo>
                    <a:pt x="492" y="112"/>
                    <a:pt x="380" y="1"/>
                    <a:pt x="2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428;p17">
              <a:extLst>
                <a:ext uri="{FF2B5EF4-FFF2-40B4-BE49-F238E27FC236}">
                  <a16:creationId xmlns:a16="http://schemas.microsoft.com/office/drawing/2014/main" id="{4515F2EA-F732-4DAE-12AF-F1E2B7D9836D}"/>
                </a:ext>
              </a:extLst>
            </p:cNvPr>
            <p:cNvSpPr/>
            <p:nvPr/>
          </p:nvSpPr>
          <p:spPr>
            <a:xfrm>
              <a:off x="11510800" y="2034418"/>
              <a:ext cx="43769" cy="44217"/>
            </a:xfrm>
            <a:custGeom>
              <a:avLst/>
              <a:gdLst/>
              <a:ahLst/>
              <a:cxnLst/>
              <a:rect l="l" t="t" r="r" b="b"/>
              <a:pathLst>
                <a:path w="488" h="493" extrusionOk="0">
                  <a:moveTo>
                    <a:pt x="244" y="1"/>
                  </a:moveTo>
                  <a:cubicBezTo>
                    <a:pt x="107" y="1"/>
                    <a:pt x="1" y="112"/>
                    <a:pt x="1" y="244"/>
                  </a:cubicBezTo>
                  <a:cubicBezTo>
                    <a:pt x="1" y="381"/>
                    <a:pt x="107" y="492"/>
                    <a:pt x="244" y="492"/>
                  </a:cubicBezTo>
                  <a:cubicBezTo>
                    <a:pt x="381" y="492"/>
                    <a:pt x="487" y="381"/>
                    <a:pt x="487" y="244"/>
                  </a:cubicBezTo>
                  <a:cubicBezTo>
                    <a:pt x="487" y="112"/>
                    <a:pt x="381" y="1"/>
                    <a:pt x="2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429;p17">
              <a:extLst>
                <a:ext uri="{FF2B5EF4-FFF2-40B4-BE49-F238E27FC236}">
                  <a16:creationId xmlns:a16="http://schemas.microsoft.com/office/drawing/2014/main" id="{DFF2B29B-2F6F-E050-C023-5FF56458CA96}"/>
                </a:ext>
              </a:extLst>
            </p:cNvPr>
            <p:cNvSpPr/>
            <p:nvPr/>
          </p:nvSpPr>
          <p:spPr>
            <a:xfrm>
              <a:off x="11577616" y="2034418"/>
              <a:ext cx="43679" cy="44217"/>
            </a:xfrm>
            <a:custGeom>
              <a:avLst/>
              <a:gdLst/>
              <a:ahLst/>
              <a:cxnLst/>
              <a:rect l="l" t="t" r="r" b="b"/>
              <a:pathLst>
                <a:path w="487" h="493" extrusionOk="0">
                  <a:moveTo>
                    <a:pt x="244" y="1"/>
                  </a:moveTo>
                  <a:cubicBezTo>
                    <a:pt x="107" y="1"/>
                    <a:pt x="1" y="112"/>
                    <a:pt x="1" y="244"/>
                  </a:cubicBezTo>
                  <a:cubicBezTo>
                    <a:pt x="1" y="381"/>
                    <a:pt x="107" y="492"/>
                    <a:pt x="244" y="492"/>
                  </a:cubicBezTo>
                  <a:cubicBezTo>
                    <a:pt x="375" y="492"/>
                    <a:pt x="487" y="381"/>
                    <a:pt x="487" y="244"/>
                  </a:cubicBezTo>
                  <a:cubicBezTo>
                    <a:pt x="487" y="112"/>
                    <a:pt x="375" y="1"/>
                    <a:pt x="2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7" name="Google Shape;430;p17">
              <a:extLst>
                <a:ext uri="{FF2B5EF4-FFF2-40B4-BE49-F238E27FC236}">
                  <a16:creationId xmlns:a16="http://schemas.microsoft.com/office/drawing/2014/main" id="{6ED6327E-6F32-4EC0-3361-EADB49183DCF}"/>
                </a:ext>
              </a:extLst>
            </p:cNvPr>
            <p:cNvGrpSpPr/>
            <p:nvPr/>
          </p:nvGrpSpPr>
          <p:grpSpPr>
            <a:xfrm>
              <a:off x="11451786" y="2193881"/>
              <a:ext cx="464403" cy="135521"/>
              <a:chOff x="11451786" y="2193881"/>
              <a:chExt cx="464403" cy="135521"/>
            </a:xfrm>
          </p:grpSpPr>
          <p:sp>
            <p:nvSpPr>
              <p:cNvPr id="86" name="Google Shape;431;p17">
                <a:extLst>
                  <a:ext uri="{FF2B5EF4-FFF2-40B4-BE49-F238E27FC236}">
                    <a16:creationId xmlns:a16="http://schemas.microsoft.com/office/drawing/2014/main" id="{551B89AA-DADD-0FBA-B067-5E4B167D7804}"/>
                  </a:ext>
                </a:extLst>
              </p:cNvPr>
              <p:cNvSpPr/>
              <p:nvPr/>
            </p:nvSpPr>
            <p:spPr>
              <a:xfrm>
                <a:off x="11451786" y="2193881"/>
                <a:ext cx="100004" cy="134445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499" extrusionOk="0">
                    <a:moveTo>
                      <a:pt x="978" y="1"/>
                    </a:moveTo>
                    <a:cubicBezTo>
                      <a:pt x="980" y="1"/>
                      <a:pt x="982" y="1"/>
                      <a:pt x="983" y="1"/>
                    </a:cubicBezTo>
                    <a:lnTo>
                      <a:pt x="983" y="1"/>
                    </a:lnTo>
                    <a:cubicBezTo>
                      <a:pt x="985" y="1"/>
                      <a:pt x="987" y="1"/>
                      <a:pt x="988" y="1"/>
                    </a:cubicBezTo>
                    <a:close/>
                    <a:moveTo>
                      <a:pt x="983" y="1"/>
                    </a:moveTo>
                    <a:cubicBezTo>
                      <a:pt x="915" y="4"/>
                      <a:pt x="862" y="63"/>
                      <a:pt x="862" y="127"/>
                    </a:cubicBezTo>
                    <a:lnTo>
                      <a:pt x="872" y="983"/>
                    </a:lnTo>
                    <a:lnTo>
                      <a:pt x="228" y="61"/>
                    </a:lnTo>
                    <a:cubicBezTo>
                      <a:pt x="205" y="25"/>
                      <a:pt x="166" y="6"/>
                      <a:pt x="125" y="6"/>
                    </a:cubicBezTo>
                    <a:cubicBezTo>
                      <a:pt x="104" y="6"/>
                      <a:pt x="82" y="11"/>
                      <a:pt x="61" y="21"/>
                    </a:cubicBezTo>
                    <a:cubicBezTo>
                      <a:pt x="21" y="46"/>
                      <a:pt x="0" y="92"/>
                      <a:pt x="0" y="137"/>
                    </a:cubicBezTo>
                    <a:lnTo>
                      <a:pt x="0" y="1373"/>
                    </a:lnTo>
                    <a:cubicBezTo>
                      <a:pt x="0" y="1444"/>
                      <a:pt x="54" y="1499"/>
                      <a:pt x="121" y="1499"/>
                    </a:cubicBezTo>
                    <a:cubicBezTo>
                      <a:pt x="131" y="1499"/>
                      <a:pt x="142" y="1498"/>
                      <a:pt x="152" y="1495"/>
                    </a:cubicBezTo>
                    <a:cubicBezTo>
                      <a:pt x="213" y="1485"/>
                      <a:pt x="249" y="1429"/>
                      <a:pt x="249" y="1368"/>
                    </a:cubicBezTo>
                    <a:lnTo>
                      <a:pt x="249" y="533"/>
                    </a:lnTo>
                    <a:lnTo>
                      <a:pt x="857" y="1414"/>
                    </a:lnTo>
                    <a:cubicBezTo>
                      <a:pt x="888" y="1457"/>
                      <a:pt x="931" y="1482"/>
                      <a:pt x="977" y="1482"/>
                    </a:cubicBezTo>
                    <a:cubicBezTo>
                      <a:pt x="991" y="1482"/>
                      <a:pt x="1005" y="1479"/>
                      <a:pt x="1019" y="1475"/>
                    </a:cubicBezTo>
                    <a:cubicBezTo>
                      <a:pt x="1079" y="1454"/>
                      <a:pt x="1115" y="1399"/>
                      <a:pt x="1115" y="1328"/>
                    </a:cubicBezTo>
                    <a:lnTo>
                      <a:pt x="1105" y="127"/>
                    </a:lnTo>
                    <a:cubicBezTo>
                      <a:pt x="1105" y="58"/>
                      <a:pt x="1052" y="3"/>
                      <a:pt x="98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432;p17">
                <a:extLst>
                  <a:ext uri="{FF2B5EF4-FFF2-40B4-BE49-F238E27FC236}">
                    <a16:creationId xmlns:a16="http://schemas.microsoft.com/office/drawing/2014/main" id="{CDE95839-95FB-D75E-193C-23DA9404B05F}"/>
                  </a:ext>
                </a:extLst>
              </p:cNvPr>
              <p:cNvSpPr/>
              <p:nvPr/>
            </p:nvSpPr>
            <p:spPr>
              <a:xfrm>
                <a:off x="11580845" y="2195674"/>
                <a:ext cx="70496" cy="132382"/>
              </a:xfrm>
              <a:custGeom>
                <a:avLst/>
                <a:gdLst/>
                <a:ahLst/>
                <a:cxnLst/>
                <a:rect l="l" t="t" r="r" b="b"/>
                <a:pathLst>
                  <a:path w="786" h="1476" extrusionOk="0">
                    <a:moveTo>
                      <a:pt x="127" y="1"/>
                    </a:moveTo>
                    <a:cubicBezTo>
                      <a:pt x="56" y="1"/>
                      <a:pt x="0" y="57"/>
                      <a:pt x="0" y="128"/>
                    </a:cubicBezTo>
                    <a:lnTo>
                      <a:pt x="0" y="1348"/>
                    </a:lnTo>
                    <a:cubicBezTo>
                      <a:pt x="0" y="1419"/>
                      <a:pt x="56" y="1475"/>
                      <a:pt x="127" y="1475"/>
                    </a:cubicBezTo>
                    <a:lnTo>
                      <a:pt x="643" y="1475"/>
                    </a:lnTo>
                    <a:cubicBezTo>
                      <a:pt x="724" y="1475"/>
                      <a:pt x="785" y="1399"/>
                      <a:pt x="770" y="1318"/>
                    </a:cubicBezTo>
                    <a:cubicBezTo>
                      <a:pt x="755" y="1262"/>
                      <a:pt x="699" y="1222"/>
                      <a:pt x="643" y="1222"/>
                    </a:cubicBezTo>
                    <a:lnTo>
                      <a:pt x="253" y="1222"/>
                    </a:lnTo>
                    <a:lnTo>
                      <a:pt x="253" y="249"/>
                    </a:lnTo>
                    <a:lnTo>
                      <a:pt x="643" y="249"/>
                    </a:lnTo>
                    <a:cubicBezTo>
                      <a:pt x="724" y="249"/>
                      <a:pt x="785" y="178"/>
                      <a:pt x="770" y="97"/>
                    </a:cubicBezTo>
                    <a:cubicBezTo>
                      <a:pt x="755" y="41"/>
                      <a:pt x="699" y="1"/>
                      <a:pt x="6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433;p17">
                <a:extLst>
                  <a:ext uri="{FF2B5EF4-FFF2-40B4-BE49-F238E27FC236}">
                    <a16:creationId xmlns:a16="http://schemas.microsoft.com/office/drawing/2014/main" id="{5B7D37CD-A247-B08B-9C87-96DC3BE7D8C8}"/>
                  </a:ext>
                </a:extLst>
              </p:cNvPr>
              <p:cNvSpPr/>
              <p:nvPr/>
            </p:nvSpPr>
            <p:spPr>
              <a:xfrm>
                <a:off x="11578962" y="2251101"/>
                <a:ext cx="68254" cy="22871"/>
              </a:xfrm>
              <a:custGeom>
                <a:avLst/>
                <a:gdLst/>
                <a:ahLst/>
                <a:cxnLst/>
                <a:rect l="l" t="t" r="r" b="b"/>
                <a:pathLst>
                  <a:path w="761" h="255" extrusionOk="0">
                    <a:moveTo>
                      <a:pt x="143" y="1"/>
                    </a:moveTo>
                    <a:cubicBezTo>
                      <a:pt x="62" y="1"/>
                      <a:pt x="1" y="72"/>
                      <a:pt x="16" y="153"/>
                    </a:cubicBezTo>
                    <a:cubicBezTo>
                      <a:pt x="31" y="214"/>
                      <a:pt x="87" y="254"/>
                      <a:pt x="143" y="254"/>
                    </a:cubicBezTo>
                    <a:lnTo>
                      <a:pt x="619" y="254"/>
                    </a:lnTo>
                    <a:cubicBezTo>
                      <a:pt x="700" y="254"/>
                      <a:pt x="761" y="178"/>
                      <a:pt x="745" y="97"/>
                    </a:cubicBezTo>
                    <a:cubicBezTo>
                      <a:pt x="730" y="41"/>
                      <a:pt x="675" y="1"/>
                      <a:pt x="6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434;p17">
                <a:extLst>
                  <a:ext uri="{FF2B5EF4-FFF2-40B4-BE49-F238E27FC236}">
                    <a16:creationId xmlns:a16="http://schemas.microsoft.com/office/drawing/2014/main" id="{8632D3E7-1214-D9AC-16C1-F217583192E0}"/>
                  </a:ext>
                </a:extLst>
              </p:cNvPr>
              <p:cNvSpPr/>
              <p:nvPr/>
            </p:nvSpPr>
            <p:spPr>
              <a:xfrm>
                <a:off x="11817978" y="2194867"/>
                <a:ext cx="98211" cy="134087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1495" extrusionOk="0">
                    <a:moveTo>
                      <a:pt x="554" y="1"/>
                    </a:moveTo>
                    <a:cubicBezTo>
                      <a:pt x="500" y="1"/>
                      <a:pt x="444" y="8"/>
                      <a:pt x="385" y="25"/>
                    </a:cubicBezTo>
                    <a:cubicBezTo>
                      <a:pt x="223" y="76"/>
                      <a:pt x="112" y="202"/>
                      <a:pt x="92" y="354"/>
                    </a:cubicBezTo>
                    <a:cubicBezTo>
                      <a:pt x="66" y="496"/>
                      <a:pt x="132" y="638"/>
                      <a:pt x="254" y="714"/>
                    </a:cubicBezTo>
                    <a:cubicBezTo>
                      <a:pt x="259" y="719"/>
                      <a:pt x="264" y="724"/>
                      <a:pt x="269" y="724"/>
                    </a:cubicBezTo>
                    <a:cubicBezTo>
                      <a:pt x="279" y="729"/>
                      <a:pt x="446" y="805"/>
                      <a:pt x="639" y="876"/>
                    </a:cubicBezTo>
                    <a:cubicBezTo>
                      <a:pt x="770" y="922"/>
                      <a:pt x="836" y="998"/>
                      <a:pt x="821" y="1079"/>
                    </a:cubicBezTo>
                    <a:cubicBezTo>
                      <a:pt x="806" y="1160"/>
                      <a:pt x="710" y="1246"/>
                      <a:pt x="573" y="1246"/>
                    </a:cubicBezTo>
                    <a:cubicBezTo>
                      <a:pt x="441" y="1246"/>
                      <a:pt x="314" y="1190"/>
                      <a:pt x="233" y="1099"/>
                    </a:cubicBezTo>
                    <a:cubicBezTo>
                      <a:pt x="209" y="1072"/>
                      <a:pt x="176" y="1058"/>
                      <a:pt x="142" y="1058"/>
                    </a:cubicBezTo>
                    <a:cubicBezTo>
                      <a:pt x="111" y="1058"/>
                      <a:pt x="80" y="1070"/>
                      <a:pt x="56" y="1094"/>
                    </a:cubicBezTo>
                    <a:cubicBezTo>
                      <a:pt x="5" y="1140"/>
                      <a:pt x="0" y="1216"/>
                      <a:pt x="46" y="1271"/>
                    </a:cubicBezTo>
                    <a:cubicBezTo>
                      <a:pt x="178" y="1408"/>
                      <a:pt x="375" y="1494"/>
                      <a:pt x="573" y="1494"/>
                    </a:cubicBezTo>
                    <a:cubicBezTo>
                      <a:pt x="816" y="1494"/>
                      <a:pt x="1029" y="1332"/>
                      <a:pt x="1069" y="1124"/>
                    </a:cubicBezTo>
                    <a:cubicBezTo>
                      <a:pt x="1094" y="962"/>
                      <a:pt x="1024" y="750"/>
                      <a:pt x="725" y="638"/>
                    </a:cubicBezTo>
                    <a:cubicBezTo>
                      <a:pt x="568" y="582"/>
                      <a:pt x="421" y="516"/>
                      <a:pt x="380" y="501"/>
                    </a:cubicBezTo>
                    <a:cubicBezTo>
                      <a:pt x="350" y="476"/>
                      <a:pt x="330" y="435"/>
                      <a:pt x="340" y="390"/>
                    </a:cubicBezTo>
                    <a:cubicBezTo>
                      <a:pt x="345" y="334"/>
                      <a:pt x="390" y="289"/>
                      <a:pt x="456" y="268"/>
                    </a:cubicBezTo>
                    <a:cubicBezTo>
                      <a:pt x="490" y="258"/>
                      <a:pt x="524" y="253"/>
                      <a:pt x="555" y="253"/>
                    </a:cubicBezTo>
                    <a:cubicBezTo>
                      <a:pt x="704" y="253"/>
                      <a:pt x="822" y="349"/>
                      <a:pt x="826" y="349"/>
                    </a:cubicBezTo>
                    <a:cubicBezTo>
                      <a:pt x="851" y="370"/>
                      <a:pt x="880" y="380"/>
                      <a:pt x="909" y="380"/>
                    </a:cubicBezTo>
                    <a:cubicBezTo>
                      <a:pt x="944" y="380"/>
                      <a:pt x="978" y="365"/>
                      <a:pt x="1003" y="334"/>
                    </a:cubicBezTo>
                    <a:cubicBezTo>
                      <a:pt x="1049" y="283"/>
                      <a:pt x="1039" y="202"/>
                      <a:pt x="988" y="157"/>
                    </a:cubicBezTo>
                    <a:cubicBezTo>
                      <a:pt x="980" y="149"/>
                      <a:pt x="798" y="1"/>
                      <a:pt x="55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435;p17">
                <a:extLst>
                  <a:ext uri="{FF2B5EF4-FFF2-40B4-BE49-F238E27FC236}">
                    <a16:creationId xmlns:a16="http://schemas.microsoft.com/office/drawing/2014/main" id="{0E1FFD2A-966F-385E-3A23-9453A5BCC1C5}"/>
                  </a:ext>
                </a:extLst>
              </p:cNvPr>
              <p:cNvSpPr/>
              <p:nvPr/>
            </p:nvSpPr>
            <p:spPr>
              <a:xfrm>
                <a:off x="11665779" y="2195495"/>
                <a:ext cx="85475" cy="133907"/>
              </a:xfrm>
              <a:custGeom>
                <a:avLst/>
                <a:gdLst/>
                <a:ahLst/>
                <a:cxnLst/>
                <a:rect l="l" t="t" r="r" b="b"/>
                <a:pathLst>
                  <a:path w="953" h="1493" extrusionOk="0">
                    <a:moveTo>
                      <a:pt x="143" y="0"/>
                    </a:moveTo>
                    <a:cubicBezTo>
                      <a:pt x="134" y="0"/>
                      <a:pt x="125" y="1"/>
                      <a:pt x="117" y="3"/>
                    </a:cubicBezTo>
                    <a:cubicBezTo>
                      <a:pt x="46" y="13"/>
                      <a:pt x="0" y="79"/>
                      <a:pt x="16" y="150"/>
                    </a:cubicBezTo>
                    <a:lnTo>
                      <a:pt x="259" y="1371"/>
                    </a:lnTo>
                    <a:cubicBezTo>
                      <a:pt x="259" y="1376"/>
                      <a:pt x="259" y="1386"/>
                      <a:pt x="264" y="1391"/>
                    </a:cubicBezTo>
                    <a:cubicBezTo>
                      <a:pt x="284" y="1452"/>
                      <a:pt x="345" y="1492"/>
                      <a:pt x="406" y="1492"/>
                    </a:cubicBezTo>
                    <a:lnTo>
                      <a:pt x="411" y="1492"/>
                    </a:lnTo>
                    <a:cubicBezTo>
                      <a:pt x="471" y="1492"/>
                      <a:pt x="532" y="1452"/>
                      <a:pt x="552" y="1386"/>
                    </a:cubicBezTo>
                    <a:lnTo>
                      <a:pt x="932" y="165"/>
                    </a:lnTo>
                    <a:cubicBezTo>
                      <a:pt x="953" y="99"/>
                      <a:pt x="917" y="28"/>
                      <a:pt x="851" y="8"/>
                    </a:cubicBezTo>
                    <a:cubicBezTo>
                      <a:pt x="838" y="4"/>
                      <a:pt x="825" y="2"/>
                      <a:pt x="812" y="2"/>
                    </a:cubicBezTo>
                    <a:cubicBezTo>
                      <a:pt x="757" y="2"/>
                      <a:pt x="711" y="36"/>
                      <a:pt x="694" y="89"/>
                    </a:cubicBezTo>
                    <a:lnTo>
                      <a:pt x="431" y="940"/>
                    </a:lnTo>
                    <a:lnTo>
                      <a:pt x="264" y="99"/>
                    </a:lnTo>
                    <a:cubicBezTo>
                      <a:pt x="251" y="42"/>
                      <a:pt x="199" y="0"/>
                      <a:pt x="14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436;p17">
                <a:extLst>
                  <a:ext uri="{FF2B5EF4-FFF2-40B4-BE49-F238E27FC236}">
                    <a16:creationId xmlns:a16="http://schemas.microsoft.com/office/drawing/2014/main" id="{9AFAA22D-F032-3C66-0312-5E8210F2A901}"/>
                  </a:ext>
                </a:extLst>
              </p:cNvPr>
              <p:cNvSpPr/>
              <p:nvPr/>
            </p:nvSpPr>
            <p:spPr>
              <a:xfrm>
                <a:off x="11726228" y="2194778"/>
                <a:ext cx="85026" cy="134176"/>
              </a:xfrm>
              <a:custGeom>
                <a:avLst/>
                <a:gdLst/>
                <a:ahLst/>
                <a:cxnLst/>
                <a:rect l="l" t="t" r="r" b="b"/>
                <a:pathLst>
                  <a:path w="948" h="1496" extrusionOk="0">
                    <a:moveTo>
                      <a:pt x="136" y="1"/>
                    </a:moveTo>
                    <a:cubicBezTo>
                      <a:pt x="125" y="1"/>
                      <a:pt x="113" y="2"/>
                      <a:pt x="101" y="6"/>
                    </a:cubicBezTo>
                    <a:cubicBezTo>
                      <a:pt x="36" y="26"/>
                      <a:pt x="0" y="97"/>
                      <a:pt x="20" y="163"/>
                    </a:cubicBezTo>
                    <a:lnTo>
                      <a:pt x="395" y="1389"/>
                    </a:lnTo>
                    <a:cubicBezTo>
                      <a:pt x="395" y="1389"/>
                      <a:pt x="395" y="1394"/>
                      <a:pt x="395" y="1394"/>
                    </a:cubicBezTo>
                    <a:cubicBezTo>
                      <a:pt x="421" y="1455"/>
                      <a:pt x="476" y="1495"/>
                      <a:pt x="542" y="1495"/>
                    </a:cubicBezTo>
                    <a:cubicBezTo>
                      <a:pt x="608" y="1495"/>
                      <a:pt x="664" y="1455"/>
                      <a:pt x="689" y="1394"/>
                    </a:cubicBezTo>
                    <a:cubicBezTo>
                      <a:pt x="689" y="1384"/>
                      <a:pt x="689" y="1379"/>
                      <a:pt x="689" y="1374"/>
                    </a:cubicBezTo>
                    <a:lnTo>
                      <a:pt x="932" y="153"/>
                    </a:lnTo>
                    <a:cubicBezTo>
                      <a:pt x="947" y="87"/>
                      <a:pt x="902" y="21"/>
                      <a:pt x="836" y="6"/>
                    </a:cubicBezTo>
                    <a:cubicBezTo>
                      <a:pt x="829" y="5"/>
                      <a:pt x="821" y="4"/>
                      <a:pt x="814" y="4"/>
                    </a:cubicBezTo>
                    <a:cubicBezTo>
                      <a:pt x="752" y="4"/>
                      <a:pt x="698" y="44"/>
                      <a:pt x="689" y="107"/>
                    </a:cubicBezTo>
                    <a:lnTo>
                      <a:pt x="522" y="943"/>
                    </a:lnTo>
                    <a:lnTo>
                      <a:pt x="258" y="92"/>
                    </a:lnTo>
                    <a:cubicBezTo>
                      <a:pt x="242" y="38"/>
                      <a:pt x="191" y="1"/>
                      <a:pt x="13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8" name="Google Shape;437;p17">
              <a:extLst>
                <a:ext uri="{FF2B5EF4-FFF2-40B4-BE49-F238E27FC236}">
                  <a16:creationId xmlns:a16="http://schemas.microsoft.com/office/drawing/2014/main" id="{BCDF171E-46C1-FBAA-E74E-C3C3BD49A811}"/>
                </a:ext>
              </a:extLst>
            </p:cNvPr>
            <p:cNvSpPr/>
            <p:nvPr/>
          </p:nvSpPr>
          <p:spPr>
            <a:xfrm>
              <a:off x="11447660" y="2368321"/>
              <a:ext cx="208619" cy="22422"/>
            </a:xfrm>
            <a:custGeom>
              <a:avLst/>
              <a:gdLst/>
              <a:ahLst/>
              <a:cxnLst/>
              <a:rect l="l" t="t" r="r" b="b"/>
              <a:pathLst>
                <a:path w="2326" h="250" extrusionOk="0">
                  <a:moveTo>
                    <a:pt x="143" y="1"/>
                  </a:moveTo>
                  <a:cubicBezTo>
                    <a:pt x="62" y="1"/>
                    <a:pt x="1" y="72"/>
                    <a:pt x="16" y="153"/>
                  </a:cubicBezTo>
                  <a:cubicBezTo>
                    <a:pt x="31" y="214"/>
                    <a:pt x="87" y="249"/>
                    <a:pt x="143" y="249"/>
                  </a:cubicBezTo>
                  <a:lnTo>
                    <a:pt x="2189" y="249"/>
                  </a:lnTo>
                  <a:cubicBezTo>
                    <a:pt x="2265" y="249"/>
                    <a:pt x="2326" y="178"/>
                    <a:pt x="2311" y="97"/>
                  </a:cubicBezTo>
                  <a:cubicBezTo>
                    <a:pt x="2296" y="41"/>
                    <a:pt x="2245" y="1"/>
                    <a:pt x="21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438;p17">
              <a:extLst>
                <a:ext uri="{FF2B5EF4-FFF2-40B4-BE49-F238E27FC236}">
                  <a16:creationId xmlns:a16="http://schemas.microsoft.com/office/drawing/2014/main" id="{DE6CD0B9-9D1E-2949-AB08-A6EF9D74D08D}"/>
                </a:ext>
              </a:extLst>
            </p:cNvPr>
            <p:cNvSpPr/>
            <p:nvPr/>
          </p:nvSpPr>
          <p:spPr>
            <a:xfrm>
              <a:off x="11447660" y="2421057"/>
              <a:ext cx="208619" cy="22333"/>
            </a:xfrm>
            <a:custGeom>
              <a:avLst/>
              <a:gdLst/>
              <a:ahLst/>
              <a:cxnLst/>
              <a:rect l="l" t="t" r="r" b="b"/>
              <a:pathLst>
                <a:path w="2326" h="249" extrusionOk="0">
                  <a:moveTo>
                    <a:pt x="143" y="0"/>
                  </a:moveTo>
                  <a:cubicBezTo>
                    <a:pt x="62" y="0"/>
                    <a:pt x="1" y="71"/>
                    <a:pt x="16" y="152"/>
                  </a:cubicBezTo>
                  <a:cubicBezTo>
                    <a:pt x="31" y="208"/>
                    <a:pt x="87" y="249"/>
                    <a:pt x="143" y="249"/>
                  </a:cubicBezTo>
                  <a:lnTo>
                    <a:pt x="2189" y="249"/>
                  </a:lnTo>
                  <a:cubicBezTo>
                    <a:pt x="2265" y="249"/>
                    <a:pt x="2326" y="178"/>
                    <a:pt x="2311" y="97"/>
                  </a:cubicBezTo>
                  <a:cubicBezTo>
                    <a:pt x="2296" y="36"/>
                    <a:pt x="2245" y="0"/>
                    <a:pt x="21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439;p17">
              <a:extLst>
                <a:ext uri="{FF2B5EF4-FFF2-40B4-BE49-F238E27FC236}">
                  <a16:creationId xmlns:a16="http://schemas.microsoft.com/office/drawing/2014/main" id="{B291F029-B624-83AC-8304-093D158BFB80}"/>
                </a:ext>
              </a:extLst>
            </p:cNvPr>
            <p:cNvSpPr/>
            <p:nvPr/>
          </p:nvSpPr>
          <p:spPr>
            <a:xfrm>
              <a:off x="11700308" y="2368321"/>
              <a:ext cx="208619" cy="22422"/>
            </a:xfrm>
            <a:custGeom>
              <a:avLst/>
              <a:gdLst/>
              <a:ahLst/>
              <a:cxnLst/>
              <a:rect l="l" t="t" r="r" b="b"/>
              <a:pathLst>
                <a:path w="2326" h="250" extrusionOk="0">
                  <a:moveTo>
                    <a:pt x="137" y="1"/>
                  </a:moveTo>
                  <a:cubicBezTo>
                    <a:pt x="61" y="1"/>
                    <a:pt x="0" y="72"/>
                    <a:pt x="16" y="153"/>
                  </a:cubicBezTo>
                  <a:cubicBezTo>
                    <a:pt x="26" y="214"/>
                    <a:pt x="81" y="249"/>
                    <a:pt x="142" y="249"/>
                  </a:cubicBezTo>
                  <a:lnTo>
                    <a:pt x="2184" y="249"/>
                  </a:lnTo>
                  <a:cubicBezTo>
                    <a:pt x="2265" y="249"/>
                    <a:pt x="2325" y="178"/>
                    <a:pt x="2305" y="97"/>
                  </a:cubicBezTo>
                  <a:cubicBezTo>
                    <a:pt x="2295" y="41"/>
                    <a:pt x="2239" y="1"/>
                    <a:pt x="21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440;p17">
              <a:extLst>
                <a:ext uri="{FF2B5EF4-FFF2-40B4-BE49-F238E27FC236}">
                  <a16:creationId xmlns:a16="http://schemas.microsoft.com/office/drawing/2014/main" id="{31BFBCF7-7808-5765-7C61-6107683A006D}"/>
                </a:ext>
              </a:extLst>
            </p:cNvPr>
            <p:cNvSpPr/>
            <p:nvPr/>
          </p:nvSpPr>
          <p:spPr>
            <a:xfrm>
              <a:off x="11700308" y="2421057"/>
              <a:ext cx="208619" cy="22333"/>
            </a:xfrm>
            <a:custGeom>
              <a:avLst/>
              <a:gdLst/>
              <a:ahLst/>
              <a:cxnLst/>
              <a:rect l="l" t="t" r="r" b="b"/>
              <a:pathLst>
                <a:path w="2326" h="249" extrusionOk="0">
                  <a:moveTo>
                    <a:pt x="137" y="0"/>
                  </a:moveTo>
                  <a:cubicBezTo>
                    <a:pt x="61" y="0"/>
                    <a:pt x="0" y="71"/>
                    <a:pt x="16" y="152"/>
                  </a:cubicBezTo>
                  <a:cubicBezTo>
                    <a:pt x="26" y="208"/>
                    <a:pt x="81" y="249"/>
                    <a:pt x="142" y="249"/>
                  </a:cubicBezTo>
                  <a:lnTo>
                    <a:pt x="2184" y="249"/>
                  </a:lnTo>
                  <a:cubicBezTo>
                    <a:pt x="2265" y="249"/>
                    <a:pt x="2325" y="178"/>
                    <a:pt x="2305" y="97"/>
                  </a:cubicBezTo>
                  <a:cubicBezTo>
                    <a:pt x="2295" y="36"/>
                    <a:pt x="2239" y="0"/>
                    <a:pt x="21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441;p17">
              <a:extLst>
                <a:ext uri="{FF2B5EF4-FFF2-40B4-BE49-F238E27FC236}">
                  <a16:creationId xmlns:a16="http://schemas.microsoft.com/office/drawing/2014/main" id="{0BAD6E2A-862E-1CD5-EA0F-EE4746A195FF}"/>
                </a:ext>
              </a:extLst>
            </p:cNvPr>
            <p:cNvSpPr/>
            <p:nvPr/>
          </p:nvSpPr>
          <p:spPr>
            <a:xfrm>
              <a:off x="11599410" y="2585991"/>
              <a:ext cx="208619" cy="22781"/>
            </a:xfrm>
            <a:custGeom>
              <a:avLst/>
              <a:gdLst/>
              <a:ahLst/>
              <a:cxnLst/>
              <a:rect l="l" t="t" r="r" b="b"/>
              <a:pathLst>
                <a:path w="2326" h="254" extrusionOk="0">
                  <a:moveTo>
                    <a:pt x="138" y="0"/>
                  </a:moveTo>
                  <a:cubicBezTo>
                    <a:pt x="62" y="0"/>
                    <a:pt x="1" y="71"/>
                    <a:pt x="16" y="152"/>
                  </a:cubicBezTo>
                  <a:cubicBezTo>
                    <a:pt x="31" y="213"/>
                    <a:pt x="82" y="254"/>
                    <a:pt x="143" y="254"/>
                  </a:cubicBezTo>
                  <a:lnTo>
                    <a:pt x="2184" y="254"/>
                  </a:lnTo>
                  <a:cubicBezTo>
                    <a:pt x="2265" y="254"/>
                    <a:pt x="2326" y="178"/>
                    <a:pt x="2311" y="96"/>
                  </a:cubicBezTo>
                  <a:cubicBezTo>
                    <a:pt x="2295" y="41"/>
                    <a:pt x="2240" y="0"/>
                    <a:pt x="21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442;p17">
              <a:extLst>
                <a:ext uri="{FF2B5EF4-FFF2-40B4-BE49-F238E27FC236}">
                  <a16:creationId xmlns:a16="http://schemas.microsoft.com/office/drawing/2014/main" id="{A0D2C307-F4BE-0500-D419-8C24968E745A}"/>
                </a:ext>
              </a:extLst>
            </p:cNvPr>
            <p:cNvSpPr/>
            <p:nvPr/>
          </p:nvSpPr>
          <p:spPr>
            <a:xfrm>
              <a:off x="11599410" y="2636843"/>
              <a:ext cx="208619" cy="22781"/>
            </a:xfrm>
            <a:custGeom>
              <a:avLst/>
              <a:gdLst/>
              <a:ahLst/>
              <a:cxnLst/>
              <a:rect l="l" t="t" r="r" b="b"/>
              <a:pathLst>
                <a:path w="2326" h="254" extrusionOk="0">
                  <a:moveTo>
                    <a:pt x="138" y="1"/>
                  </a:moveTo>
                  <a:cubicBezTo>
                    <a:pt x="62" y="1"/>
                    <a:pt x="1" y="77"/>
                    <a:pt x="16" y="158"/>
                  </a:cubicBezTo>
                  <a:cubicBezTo>
                    <a:pt x="31" y="213"/>
                    <a:pt x="82" y="254"/>
                    <a:pt x="143" y="254"/>
                  </a:cubicBezTo>
                  <a:lnTo>
                    <a:pt x="2184" y="254"/>
                  </a:lnTo>
                  <a:cubicBezTo>
                    <a:pt x="2265" y="254"/>
                    <a:pt x="2326" y="183"/>
                    <a:pt x="2311" y="102"/>
                  </a:cubicBezTo>
                  <a:cubicBezTo>
                    <a:pt x="2295" y="41"/>
                    <a:pt x="2240" y="1"/>
                    <a:pt x="21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443;p17">
              <a:extLst>
                <a:ext uri="{FF2B5EF4-FFF2-40B4-BE49-F238E27FC236}">
                  <a16:creationId xmlns:a16="http://schemas.microsoft.com/office/drawing/2014/main" id="{FFA5DCC1-8D17-2E2D-F2A6-DFA185E127BC}"/>
                </a:ext>
              </a:extLst>
            </p:cNvPr>
            <p:cNvSpPr/>
            <p:nvPr/>
          </p:nvSpPr>
          <p:spPr>
            <a:xfrm>
              <a:off x="11851610" y="2585991"/>
              <a:ext cx="208619" cy="22781"/>
            </a:xfrm>
            <a:custGeom>
              <a:avLst/>
              <a:gdLst/>
              <a:ahLst/>
              <a:cxnLst/>
              <a:rect l="l" t="t" r="r" b="b"/>
              <a:pathLst>
                <a:path w="2326" h="254" extrusionOk="0">
                  <a:moveTo>
                    <a:pt x="142" y="0"/>
                  </a:moveTo>
                  <a:cubicBezTo>
                    <a:pt x="61" y="0"/>
                    <a:pt x="0" y="71"/>
                    <a:pt x="20" y="152"/>
                  </a:cubicBezTo>
                  <a:cubicBezTo>
                    <a:pt x="31" y="213"/>
                    <a:pt x="86" y="254"/>
                    <a:pt x="147" y="254"/>
                  </a:cubicBezTo>
                  <a:lnTo>
                    <a:pt x="2189" y="254"/>
                  </a:lnTo>
                  <a:cubicBezTo>
                    <a:pt x="2264" y="254"/>
                    <a:pt x="2325" y="178"/>
                    <a:pt x="2310" y="96"/>
                  </a:cubicBezTo>
                  <a:cubicBezTo>
                    <a:pt x="2300" y="41"/>
                    <a:pt x="2244" y="0"/>
                    <a:pt x="21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444;p17">
              <a:extLst>
                <a:ext uri="{FF2B5EF4-FFF2-40B4-BE49-F238E27FC236}">
                  <a16:creationId xmlns:a16="http://schemas.microsoft.com/office/drawing/2014/main" id="{6B298153-2D8A-28B4-A39F-E7D0DA0EBAC7}"/>
                </a:ext>
              </a:extLst>
            </p:cNvPr>
            <p:cNvSpPr/>
            <p:nvPr/>
          </p:nvSpPr>
          <p:spPr>
            <a:xfrm>
              <a:off x="11851610" y="2636843"/>
              <a:ext cx="208619" cy="22781"/>
            </a:xfrm>
            <a:custGeom>
              <a:avLst/>
              <a:gdLst/>
              <a:ahLst/>
              <a:cxnLst/>
              <a:rect l="l" t="t" r="r" b="b"/>
              <a:pathLst>
                <a:path w="2326" h="254" extrusionOk="0">
                  <a:moveTo>
                    <a:pt x="142" y="1"/>
                  </a:moveTo>
                  <a:cubicBezTo>
                    <a:pt x="61" y="1"/>
                    <a:pt x="0" y="77"/>
                    <a:pt x="20" y="158"/>
                  </a:cubicBezTo>
                  <a:cubicBezTo>
                    <a:pt x="31" y="213"/>
                    <a:pt x="86" y="254"/>
                    <a:pt x="147" y="254"/>
                  </a:cubicBezTo>
                  <a:lnTo>
                    <a:pt x="2189" y="254"/>
                  </a:lnTo>
                  <a:cubicBezTo>
                    <a:pt x="2264" y="254"/>
                    <a:pt x="2325" y="183"/>
                    <a:pt x="2310" y="102"/>
                  </a:cubicBezTo>
                  <a:cubicBezTo>
                    <a:pt x="2300" y="41"/>
                    <a:pt x="2244" y="1"/>
                    <a:pt x="21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" name="Google Shape;445;p17">
            <a:extLst>
              <a:ext uri="{FF2B5EF4-FFF2-40B4-BE49-F238E27FC236}">
                <a16:creationId xmlns:a16="http://schemas.microsoft.com/office/drawing/2014/main" id="{26D6D487-811A-8B2B-025D-16F3A52D871A}"/>
              </a:ext>
            </a:extLst>
          </p:cNvPr>
          <p:cNvGrpSpPr/>
          <p:nvPr/>
        </p:nvGrpSpPr>
        <p:grpSpPr>
          <a:xfrm>
            <a:off x="2298777" y="886963"/>
            <a:ext cx="1690520" cy="3115736"/>
            <a:chOff x="2298777" y="1458463"/>
            <a:chExt cx="1690520" cy="3115736"/>
          </a:xfrm>
        </p:grpSpPr>
        <p:grpSp>
          <p:nvGrpSpPr>
            <p:cNvPr id="94" name="Google Shape;446;p17">
              <a:extLst>
                <a:ext uri="{FF2B5EF4-FFF2-40B4-BE49-F238E27FC236}">
                  <a16:creationId xmlns:a16="http://schemas.microsoft.com/office/drawing/2014/main" id="{FDDD49E0-17D9-72C2-873B-1A18109A5067}"/>
                </a:ext>
              </a:extLst>
            </p:cNvPr>
            <p:cNvGrpSpPr/>
            <p:nvPr/>
          </p:nvGrpSpPr>
          <p:grpSpPr>
            <a:xfrm>
              <a:off x="2298777" y="3570275"/>
              <a:ext cx="1690520" cy="1003924"/>
              <a:chOff x="979300" y="3646475"/>
              <a:chExt cx="1690520" cy="1003924"/>
            </a:xfrm>
          </p:grpSpPr>
          <p:sp>
            <p:nvSpPr>
              <p:cNvPr id="97" name="Google Shape;447;p17">
                <a:extLst>
                  <a:ext uri="{FF2B5EF4-FFF2-40B4-BE49-F238E27FC236}">
                    <a16:creationId xmlns:a16="http://schemas.microsoft.com/office/drawing/2014/main" id="{3AE70E79-9F18-AF06-9B52-CEEEB942102F}"/>
                  </a:ext>
                </a:extLst>
              </p:cNvPr>
              <p:cNvSpPr txBox="1"/>
              <p:nvPr/>
            </p:nvSpPr>
            <p:spPr>
              <a:xfrm>
                <a:off x="979320" y="3646475"/>
                <a:ext cx="1690500" cy="34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" sz="1200" b="1">
                    <a:solidFill>
                      <a:schemeClr val="dk1"/>
                    </a:solidFill>
                    <a:sym typeface="Fira Sans Extra Condensed"/>
                  </a:rPr>
                  <a:t>Evaluation Results</a:t>
                </a:r>
                <a:endParaRPr lang="en-US" sz="1200" b="1">
                  <a:solidFill>
                    <a:schemeClr val="dk1"/>
                  </a:solidFill>
                </a:endParaRPr>
              </a:p>
            </p:txBody>
          </p:sp>
          <p:sp>
            <p:nvSpPr>
              <p:cNvPr id="98" name="Google Shape;448;p17">
                <a:extLst>
                  <a:ext uri="{FF2B5EF4-FFF2-40B4-BE49-F238E27FC236}">
                    <a16:creationId xmlns:a16="http://schemas.microsoft.com/office/drawing/2014/main" id="{56C3A2CA-998B-E704-1069-467DDB484DAC}"/>
                  </a:ext>
                </a:extLst>
              </p:cNvPr>
              <p:cNvSpPr txBox="1"/>
              <p:nvPr/>
            </p:nvSpPr>
            <p:spPr>
              <a:xfrm>
                <a:off x="979300" y="3924099"/>
                <a:ext cx="1690500" cy="7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ctr"/>
                <a:r>
                  <a:rPr lang="en" sz="700" b="1">
                    <a:solidFill>
                      <a:schemeClr val="dk1"/>
                    </a:solidFill>
                    <a:ea typeface="Roboto"/>
                    <a:sym typeface="Roboto"/>
                  </a:rPr>
                  <a:t>SVM Performance:</a:t>
                </a:r>
                <a:r>
                  <a:rPr lang="en" sz="700">
                    <a:solidFill>
                      <a:schemeClr val="dk1"/>
                    </a:solidFill>
                    <a:ea typeface="Roboto"/>
                    <a:sym typeface="Roboto"/>
                  </a:rPr>
                  <a:t> The SVM model achieved the highest accuracy among the three models tested, making it the best-performing choice.</a:t>
                </a:r>
                <a:endParaRPr lang="en-US" sz="700">
                  <a:solidFill>
                    <a:schemeClr val="dk1"/>
                  </a:solidFill>
                </a:endParaRPr>
              </a:p>
              <a:p>
                <a:pPr algn="ctr"/>
                <a:r>
                  <a:rPr lang="en" sz="700" b="1">
                    <a:solidFill>
                      <a:schemeClr val="dk1"/>
                    </a:solidFill>
                    <a:ea typeface="Roboto"/>
                    <a:sym typeface="Roboto"/>
                  </a:rPr>
                  <a:t>Precision:</a:t>
                </a:r>
                <a:r>
                  <a:rPr lang="en" sz="700">
                    <a:solidFill>
                      <a:schemeClr val="dk1"/>
                    </a:solidFill>
                    <a:ea typeface="Roboto"/>
                    <a:sym typeface="Roboto"/>
                  </a:rPr>
                  <a:t> SVM effectively minimized false positives, ensuring that real news wasn't flagged incorrectly.</a:t>
                </a:r>
                <a:endParaRPr lang="en" sz="700">
                  <a:solidFill>
                    <a:schemeClr val="dk1"/>
                  </a:solidFill>
                </a:endParaRPr>
              </a:p>
              <a:p>
                <a:pPr algn="ctr"/>
                <a:r>
                  <a:rPr lang="en" sz="700" b="1">
                    <a:solidFill>
                      <a:schemeClr val="dk1"/>
                    </a:solidFill>
                    <a:ea typeface="Roboto"/>
                    <a:sym typeface="Roboto"/>
                  </a:rPr>
                  <a:t>Recall:</a:t>
                </a:r>
                <a:r>
                  <a:rPr lang="en" sz="700">
                    <a:solidFill>
                      <a:schemeClr val="dk1"/>
                    </a:solidFill>
                    <a:ea typeface="Roboto"/>
                    <a:sym typeface="Roboto"/>
                  </a:rPr>
                  <a:t> The model demonstrated strong recall, identifying most instances of fake news with few missed cases.</a:t>
                </a:r>
                <a:endParaRPr lang="en" sz="700">
                  <a:solidFill>
                    <a:schemeClr val="dk1"/>
                  </a:solidFill>
                </a:endParaRPr>
              </a:p>
              <a:p>
                <a:pPr algn="ctr"/>
                <a:r>
                  <a:rPr lang="en" sz="700" b="1">
                    <a:solidFill>
                      <a:schemeClr val="dk1"/>
                    </a:solidFill>
                    <a:ea typeface="Roboto"/>
                    <a:sym typeface="Roboto"/>
                  </a:rPr>
                  <a:t>F1 Score:</a:t>
                </a:r>
                <a:r>
                  <a:rPr lang="en" sz="700">
                    <a:solidFill>
                      <a:schemeClr val="dk1"/>
                    </a:solidFill>
                    <a:ea typeface="Roboto"/>
                    <a:sym typeface="Roboto"/>
                  </a:rPr>
                  <a:t> The SVM model balanced precision and recall well, providing a robust solution for fake news detection.</a:t>
                </a:r>
                <a:endParaRPr lang="en" sz="700">
                  <a:solidFill>
                    <a:schemeClr val="dk1"/>
                  </a:solidFill>
                </a:endParaRPr>
              </a:p>
              <a:p>
                <a:pPr marL="0" lvl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" sz="600">
                  <a:solidFill>
                    <a:schemeClr val="dk1"/>
                  </a:solidFill>
                  <a:latin typeface="Roboto"/>
                  <a:ea typeface="Roboto"/>
                  <a:cs typeface="Roboto"/>
                </a:endParaRPr>
              </a:p>
            </p:txBody>
          </p:sp>
        </p:grpSp>
        <p:sp>
          <p:nvSpPr>
            <p:cNvPr id="95" name="Google Shape;449;p17">
              <a:extLst>
                <a:ext uri="{FF2B5EF4-FFF2-40B4-BE49-F238E27FC236}">
                  <a16:creationId xmlns:a16="http://schemas.microsoft.com/office/drawing/2014/main" id="{C7641FA3-EE31-95D2-3768-AFC8BD5E1A17}"/>
                </a:ext>
              </a:extLst>
            </p:cNvPr>
            <p:cNvSpPr/>
            <p:nvPr/>
          </p:nvSpPr>
          <p:spPr>
            <a:xfrm>
              <a:off x="2298787" y="1458463"/>
              <a:ext cx="1690500" cy="44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4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</a:t>
              </a:r>
              <a:endParaRPr sz="24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6" name="Google Shape;450;p17">
              <a:extLst>
                <a:ext uri="{FF2B5EF4-FFF2-40B4-BE49-F238E27FC236}">
                  <a16:creationId xmlns:a16="http://schemas.microsoft.com/office/drawing/2014/main" id="{84EF080F-A6DC-427F-93C4-42AD6666828E}"/>
                </a:ext>
              </a:extLst>
            </p:cNvPr>
            <p:cNvSpPr/>
            <p:nvPr/>
          </p:nvSpPr>
          <p:spPr>
            <a:xfrm>
              <a:off x="2526788" y="2224400"/>
              <a:ext cx="1234500" cy="1234500"/>
            </a:xfrm>
            <a:prstGeom prst="ellipse">
              <a:avLst/>
            </a:prstGeom>
            <a:solidFill>
              <a:schemeClr val="lt1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" name="Google Shape;451;p17">
            <a:extLst>
              <a:ext uri="{FF2B5EF4-FFF2-40B4-BE49-F238E27FC236}">
                <a16:creationId xmlns:a16="http://schemas.microsoft.com/office/drawing/2014/main" id="{C01AA6A4-7333-5E3B-6CA3-8E5DAE4ACB0A}"/>
              </a:ext>
            </a:extLst>
          </p:cNvPr>
          <p:cNvGrpSpPr/>
          <p:nvPr/>
        </p:nvGrpSpPr>
        <p:grpSpPr>
          <a:xfrm>
            <a:off x="4138439" y="886963"/>
            <a:ext cx="1691100" cy="3115737"/>
            <a:chOff x="4138439" y="1458463"/>
            <a:chExt cx="1691100" cy="3115737"/>
          </a:xfrm>
        </p:grpSpPr>
        <p:grpSp>
          <p:nvGrpSpPr>
            <p:cNvPr id="101" name="Google Shape;452;p17">
              <a:extLst>
                <a:ext uri="{FF2B5EF4-FFF2-40B4-BE49-F238E27FC236}">
                  <a16:creationId xmlns:a16="http://schemas.microsoft.com/office/drawing/2014/main" id="{9123FF02-BD54-78D7-81C0-38C22B8A47EA}"/>
                </a:ext>
              </a:extLst>
            </p:cNvPr>
            <p:cNvGrpSpPr/>
            <p:nvPr/>
          </p:nvGrpSpPr>
          <p:grpSpPr>
            <a:xfrm>
              <a:off x="4138439" y="3570275"/>
              <a:ext cx="1691100" cy="1003925"/>
              <a:chOff x="978863" y="3646475"/>
              <a:chExt cx="1691100" cy="1003925"/>
            </a:xfrm>
          </p:grpSpPr>
          <p:sp>
            <p:nvSpPr>
              <p:cNvPr id="104" name="Google Shape;453;p17">
                <a:extLst>
                  <a:ext uri="{FF2B5EF4-FFF2-40B4-BE49-F238E27FC236}">
                    <a16:creationId xmlns:a16="http://schemas.microsoft.com/office/drawing/2014/main" id="{E2A3C423-38C1-4E71-BD1D-A2803C3CC6D0}"/>
                  </a:ext>
                </a:extLst>
              </p:cNvPr>
              <p:cNvSpPr txBox="1"/>
              <p:nvPr/>
            </p:nvSpPr>
            <p:spPr>
              <a:xfrm>
                <a:off x="979320" y="3646475"/>
                <a:ext cx="1690500" cy="34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n" sz="1600" b="1">
                    <a:solidFill>
                      <a:schemeClr val="dk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Confusion Matrix</a:t>
                </a:r>
                <a:endParaRPr lang="en-US" sz="1600" b="1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</a:endParaRPr>
              </a:p>
            </p:txBody>
          </p:sp>
          <p:sp>
            <p:nvSpPr>
              <p:cNvPr id="105" name="Google Shape;454;p17">
                <a:extLst>
                  <a:ext uri="{FF2B5EF4-FFF2-40B4-BE49-F238E27FC236}">
                    <a16:creationId xmlns:a16="http://schemas.microsoft.com/office/drawing/2014/main" id="{27479EFF-3A34-29C0-1ED6-7BDAD6055433}"/>
                  </a:ext>
                </a:extLst>
              </p:cNvPr>
              <p:cNvSpPr txBox="1"/>
              <p:nvPr/>
            </p:nvSpPr>
            <p:spPr>
              <a:xfrm>
                <a:off x="978863" y="3924100"/>
                <a:ext cx="1691100" cy="72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ctr"/>
                <a:r>
                  <a:rPr lang="en" sz="800">
                    <a:solidFill>
                      <a:schemeClr val="dk1"/>
                    </a:solidFill>
                    <a:ea typeface="Roboto"/>
                    <a:sym typeface="Roboto"/>
                  </a:rPr>
                  <a:t>Highlights the results of the confusion matrix, showing the performance of SVM in terms of true positives, false positives, true negatives, and false negatives.</a:t>
                </a:r>
                <a:endParaRPr lang="en-US" sz="800">
                  <a:solidFill>
                    <a:schemeClr val="dk1"/>
                  </a:solidFill>
                </a:endParaRPr>
              </a:p>
            </p:txBody>
          </p:sp>
        </p:grpSp>
        <p:sp>
          <p:nvSpPr>
            <p:cNvPr id="102" name="Google Shape;455;p17">
              <a:extLst>
                <a:ext uri="{FF2B5EF4-FFF2-40B4-BE49-F238E27FC236}">
                  <a16:creationId xmlns:a16="http://schemas.microsoft.com/office/drawing/2014/main" id="{3C4F7422-0F66-34BE-DB23-DD9E12165365}"/>
                </a:ext>
              </a:extLst>
            </p:cNvPr>
            <p:cNvSpPr/>
            <p:nvPr/>
          </p:nvSpPr>
          <p:spPr>
            <a:xfrm>
              <a:off x="4138887" y="1458463"/>
              <a:ext cx="1690500" cy="44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4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3</a:t>
              </a:r>
              <a:endParaRPr sz="24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03" name="Google Shape;456;p17">
              <a:extLst>
                <a:ext uri="{FF2B5EF4-FFF2-40B4-BE49-F238E27FC236}">
                  <a16:creationId xmlns:a16="http://schemas.microsoft.com/office/drawing/2014/main" id="{F7A2ECF5-5213-DE00-4DF1-05AD967980F9}"/>
                </a:ext>
              </a:extLst>
            </p:cNvPr>
            <p:cNvSpPr/>
            <p:nvPr/>
          </p:nvSpPr>
          <p:spPr>
            <a:xfrm>
              <a:off x="4366413" y="2224400"/>
              <a:ext cx="1234500" cy="1234500"/>
            </a:xfrm>
            <a:prstGeom prst="ellipse">
              <a:avLst/>
            </a:prstGeom>
            <a:solidFill>
              <a:schemeClr val="lt1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" name="Google Shape;457;p17">
            <a:extLst>
              <a:ext uri="{FF2B5EF4-FFF2-40B4-BE49-F238E27FC236}">
                <a16:creationId xmlns:a16="http://schemas.microsoft.com/office/drawing/2014/main" id="{35DB53AA-35FE-F823-AF56-B1261E17E82F}"/>
              </a:ext>
            </a:extLst>
          </p:cNvPr>
          <p:cNvGrpSpPr/>
          <p:nvPr/>
        </p:nvGrpSpPr>
        <p:grpSpPr>
          <a:xfrm>
            <a:off x="2759638" y="1952123"/>
            <a:ext cx="768823" cy="636067"/>
            <a:chOff x="9046900" y="2080273"/>
            <a:chExt cx="768823" cy="636067"/>
          </a:xfrm>
        </p:grpSpPr>
        <p:sp>
          <p:nvSpPr>
            <p:cNvPr id="108" name="Google Shape;458;p17">
              <a:extLst>
                <a:ext uri="{FF2B5EF4-FFF2-40B4-BE49-F238E27FC236}">
                  <a16:creationId xmlns:a16="http://schemas.microsoft.com/office/drawing/2014/main" id="{6A528341-1F32-AB0B-F999-F04EE848DD5D}"/>
                </a:ext>
              </a:extLst>
            </p:cNvPr>
            <p:cNvSpPr/>
            <p:nvPr/>
          </p:nvSpPr>
          <p:spPr>
            <a:xfrm>
              <a:off x="9046900" y="2207987"/>
              <a:ext cx="768823" cy="388986"/>
            </a:xfrm>
            <a:custGeom>
              <a:avLst/>
              <a:gdLst/>
              <a:ahLst/>
              <a:cxnLst/>
              <a:rect l="l" t="t" r="r" b="b"/>
              <a:pathLst>
                <a:path w="8572" h="4337" extrusionOk="0">
                  <a:moveTo>
                    <a:pt x="82" y="0"/>
                  </a:moveTo>
                  <a:lnTo>
                    <a:pt x="1" y="238"/>
                  </a:lnTo>
                  <a:lnTo>
                    <a:pt x="1" y="4169"/>
                  </a:lnTo>
                  <a:cubicBezTo>
                    <a:pt x="1" y="4260"/>
                    <a:pt x="77" y="4336"/>
                    <a:pt x="168" y="4336"/>
                  </a:cubicBezTo>
                  <a:lnTo>
                    <a:pt x="8405" y="4336"/>
                  </a:lnTo>
                  <a:cubicBezTo>
                    <a:pt x="8496" y="4336"/>
                    <a:pt x="8572" y="4260"/>
                    <a:pt x="8572" y="4169"/>
                  </a:cubicBezTo>
                  <a:lnTo>
                    <a:pt x="8572" y="238"/>
                  </a:lnTo>
                  <a:lnTo>
                    <a:pt x="8486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459;p17">
              <a:extLst>
                <a:ext uri="{FF2B5EF4-FFF2-40B4-BE49-F238E27FC236}">
                  <a16:creationId xmlns:a16="http://schemas.microsoft.com/office/drawing/2014/main" id="{0C6EA3D5-E1BB-FC97-512D-73E4E1759474}"/>
                </a:ext>
              </a:extLst>
            </p:cNvPr>
            <p:cNvSpPr/>
            <p:nvPr/>
          </p:nvSpPr>
          <p:spPr>
            <a:xfrm>
              <a:off x="9046900" y="2080273"/>
              <a:ext cx="768823" cy="148706"/>
            </a:xfrm>
            <a:custGeom>
              <a:avLst/>
              <a:gdLst/>
              <a:ahLst/>
              <a:cxnLst/>
              <a:rect l="l" t="t" r="r" b="b"/>
              <a:pathLst>
                <a:path w="8572" h="1658" extrusionOk="0">
                  <a:moveTo>
                    <a:pt x="168" y="1"/>
                  </a:moveTo>
                  <a:cubicBezTo>
                    <a:pt x="77" y="1"/>
                    <a:pt x="1" y="77"/>
                    <a:pt x="1" y="168"/>
                  </a:cubicBezTo>
                  <a:lnTo>
                    <a:pt x="1" y="1657"/>
                  </a:lnTo>
                  <a:lnTo>
                    <a:pt x="8572" y="1657"/>
                  </a:lnTo>
                  <a:lnTo>
                    <a:pt x="8572" y="168"/>
                  </a:lnTo>
                  <a:cubicBezTo>
                    <a:pt x="8572" y="77"/>
                    <a:pt x="8496" y="1"/>
                    <a:pt x="84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460;p17">
              <a:extLst>
                <a:ext uri="{FF2B5EF4-FFF2-40B4-BE49-F238E27FC236}">
                  <a16:creationId xmlns:a16="http://schemas.microsoft.com/office/drawing/2014/main" id="{67FA7222-AC8C-3A55-690D-1E81188C48EB}"/>
                </a:ext>
              </a:extLst>
            </p:cNvPr>
            <p:cNvSpPr/>
            <p:nvPr/>
          </p:nvSpPr>
          <p:spPr>
            <a:xfrm>
              <a:off x="9096856" y="2132112"/>
              <a:ext cx="44217" cy="44127"/>
            </a:xfrm>
            <a:custGeom>
              <a:avLst/>
              <a:gdLst/>
              <a:ahLst/>
              <a:cxnLst/>
              <a:rect l="l" t="t" r="r" b="b"/>
              <a:pathLst>
                <a:path w="493" h="492" extrusionOk="0">
                  <a:moveTo>
                    <a:pt x="249" y="0"/>
                  </a:moveTo>
                  <a:cubicBezTo>
                    <a:pt x="112" y="0"/>
                    <a:pt x="1" y="112"/>
                    <a:pt x="1" y="248"/>
                  </a:cubicBezTo>
                  <a:cubicBezTo>
                    <a:pt x="1" y="380"/>
                    <a:pt x="112" y="492"/>
                    <a:pt x="249" y="492"/>
                  </a:cubicBezTo>
                  <a:cubicBezTo>
                    <a:pt x="381" y="492"/>
                    <a:pt x="492" y="380"/>
                    <a:pt x="492" y="248"/>
                  </a:cubicBezTo>
                  <a:cubicBezTo>
                    <a:pt x="492" y="112"/>
                    <a:pt x="381" y="0"/>
                    <a:pt x="2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461;p17">
              <a:extLst>
                <a:ext uri="{FF2B5EF4-FFF2-40B4-BE49-F238E27FC236}">
                  <a16:creationId xmlns:a16="http://schemas.microsoft.com/office/drawing/2014/main" id="{F7A090BC-7C6A-31F4-E1EC-A364B7CF220E}"/>
                </a:ext>
              </a:extLst>
            </p:cNvPr>
            <p:cNvSpPr/>
            <p:nvPr/>
          </p:nvSpPr>
          <p:spPr>
            <a:xfrm>
              <a:off x="9163672" y="2132112"/>
              <a:ext cx="44127" cy="44127"/>
            </a:xfrm>
            <a:custGeom>
              <a:avLst/>
              <a:gdLst/>
              <a:ahLst/>
              <a:cxnLst/>
              <a:rect l="l" t="t" r="r" b="b"/>
              <a:pathLst>
                <a:path w="492" h="492" extrusionOk="0">
                  <a:moveTo>
                    <a:pt x="249" y="0"/>
                  </a:moveTo>
                  <a:cubicBezTo>
                    <a:pt x="112" y="0"/>
                    <a:pt x="1" y="112"/>
                    <a:pt x="1" y="248"/>
                  </a:cubicBezTo>
                  <a:cubicBezTo>
                    <a:pt x="1" y="380"/>
                    <a:pt x="112" y="492"/>
                    <a:pt x="249" y="492"/>
                  </a:cubicBezTo>
                  <a:cubicBezTo>
                    <a:pt x="386" y="492"/>
                    <a:pt x="492" y="380"/>
                    <a:pt x="492" y="248"/>
                  </a:cubicBezTo>
                  <a:cubicBezTo>
                    <a:pt x="492" y="112"/>
                    <a:pt x="386" y="0"/>
                    <a:pt x="2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462;p17">
              <a:extLst>
                <a:ext uri="{FF2B5EF4-FFF2-40B4-BE49-F238E27FC236}">
                  <a16:creationId xmlns:a16="http://schemas.microsoft.com/office/drawing/2014/main" id="{5F69EAD7-4A7B-D8DE-C744-3E8C04D9FA46}"/>
                </a:ext>
              </a:extLst>
            </p:cNvPr>
            <p:cNvSpPr/>
            <p:nvPr/>
          </p:nvSpPr>
          <p:spPr>
            <a:xfrm>
              <a:off x="9230938" y="2132112"/>
              <a:ext cx="44127" cy="44127"/>
            </a:xfrm>
            <a:custGeom>
              <a:avLst/>
              <a:gdLst/>
              <a:ahLst/>
              <a:cxnLst/>
              <a:rect l="l" t="t" r="r" b="b"/>
              <a:pathLst>
                <a:path w="492" h="492" extrusionOk="0">
                  <a:moveTo>
                    <a:pt x="243" y="0"/>
                  </a:moveTo>
                  <a:cubicBezTo>
                    <a:pt x="107" y="0"/>
                    <a:pt x="0" y="112"/>
                    <a:pt x="0" y="248"/>
                  </a:cubicBezTo>
                  <a:cubicBezTo>
                    <a:pt x="0" y="380"/>
                    <a:pt x="107" y="492"/>
                    <a:pt x="243" y="492"/>
                  </a:cubicBezTo>
                  <a:cubicBezTo>
                    <a:pt x="380" y="492"/>
                    <a:pt x="492" y="380"/>
                    <a:pt x="492" y="248"/>
                  </a:cubicBezTo>
                  <a:cubicBezTo>
                    <a:pt x="492" y="112"/>
                    <a:pt x="380" y="0"/>
                    <a:pt x="24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463;p17">
              <a:extLst>
                <a:ext uri="{FF2B5EF4-FFF2-40B4-BE49-F238E27FC236}">
                  <a16:creationId xmlns:a16="http://schemas.microsoft.com/office/drawing/2014/main" id="{05C4BB35-9E6C-E551-1F55-7FD4ADF62DEF}"/>
                </a:ext>
              </a:extLst>
            </p:cNvPr>
            <p:cNvSpPr/>
            <p:nvPr/>
          </p:nvSpPr>
          <p:spPr>
            <a:xfrm>
              <a:off x="9380805" y="2465118"/>
              <a:ext cx="205928" cy="251222"/>
            </a:xfrm>
            <a:custGeom>
              <a:avLst/>
              <a:gdLst/>
              <a:ahLst/>
              <a:cxnLst/>
              <a:rect l="l" t="t" r="r" b="b"/>
              <a:pathLst>
                <a:path w="2296" h="2801" extrusionOk="0">
                  <a:moveTo>
                    <a:pt x="1450" y="0"/>
                  </a:moveTo>
                  <a:lnTo>
                    <a:pt x="583" y="1348"/>
                  </a:lnTo>
                  <a:cubicBezTo>
                    <a:pt x="563" y="1383"/>
                    <a:pt x="553" y="1419"/>
                    <a:pt x="558" y="1454"/>
                  </a:cubicBezTo>
                  <a:lnTo>
                    <a:pt x="578" y="1672"/>
                  </a:lnTo>
                  <a:cubicBezTo>
                    <a:pt x="589" y="1788"/>
                    <a:pt x="518" y="1895"/>
                    <a:pt x="411" y="1935"/>
                  </a:cubicBezTo>
                  <a:lnTo>
                    <a:pt x="204" y="2006"/>
                  </a:lnTo>
                  <a:cubicBezTo>
                    <a:pt x="168" y="2016"/>
                    <a:pt x="138" y="2042"/>
                    <a:pt x="117" y="2072"/>
                  </a:cubicBezTo>
                  <a:lnTo>
                    <a:pt x="52" y="2178"/>
                  </a:lnTo>
                  <a:cubicBezTo>
                    <a:pt x="1" y="2259"/>
                    <a:pt x="21" y="2361"/>
                    <a:pt x="102" y="2411"/>
                  </a:cubicBezTo>
                  <a:lnTo>
                    <a:pt x="665" y="2776"/>
                  </a:lnTo>
                  <a:cubicBezTo>
                    <a:pt x="692" y="2792"/>
                    <a:pt x="722" y="2800"/>
                    <a:pt x="753" y="2800"/>
                  </a:cubicBezTo>
                  <a:cubicBezTo>
                    <a:pt x="809" y="2800"/>
                    <a:pt x="863" y="2774"/>
                    <a:pt x="892" y="2725"/>
                  </a:cubicBezTo>
                  <a:lnTo>
                    <a:pt x="2296" y="542"/>
                  </a:lnTo>
                  <a:lnTo>
                    <a:pt x="145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464;p17">
              <a:extLst>
                <a:ext uri="{FF2B5EF4-FFF2-40B4-BE49-F238E27FC236}">
                  <a16:creationId xmlns:a16="http://schemas.microsoft.com/office/drawing/2014/main" id="{4AA3AA69-D017-50D1-F4B9-0D23725E02E5}"/>
                </a:ext>
              </a:extLst>
            </p:cNvPr>
            <p:cNvSpPr/>
            <p:nvPr/>
          </p:nvSpPr>
          <p:spPr>
            <a:xfrm>
              <a:off x="9613004" y="2410589"/>
              <a:ext cx="65922" cy="79555"/>
            </a:xfrm>
            <a:custGeom>
              <a:avLst/>
              <a:gdLst/>
              <a:ahLst/>
              <a:cxnLst/>
              <a:rect l="l" t="t" r="r" b="b"/>
              <a:pathLst>
                <a:path w="735" h="887" extrusionOk="0">
                  <a:moveTo>
                    <a:pt x="0" y="0"/>
                  </a:moveTo>
                  <a:lnTo>
                    <a:pt x="0" y="887"/>
                  </a:lnTo>
                  <a:lnTo>
                    <a:pt x="568" y="887"/>
                  </a:lnTo>
                  <a:cubicBezTo>
                    <a:pt x="659" y="887"/>
                    <a:pt x="735" y="811"/>
                    <a:pt x="735" y="720"/>
                  </a:cubicBezTo>
                  <a:lnTo>
                    <a:pt x="735" y="167"/>
                  </a:lnTo>
                  <a:cubicBezTo>
                    <a:pt x="735" y="76"/>
                    <a:pt x="659" y="0"/>
                    <a:pt x="5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465;p17">
              <a:extLst>
                <a:ext uri="{FF2B5EF4-FFF2-40B4-BE49-F238E27FC236}">
                  <a16:creationId xmlns:a16="http://schemas.microsoft.com/office/drawing/2014/main" id="{3013662F-6602-249B-941F-C62EBF9F629F}"/>
                </a:ext>
              </a:extLst>
            </p:cNvPr>
            <p:cNvSpPr/>
            <p:nvPr/>
          </p:nvSpPr>
          <p:spPr>
            <a:xfrm>
              <a:off x="9153717" y="2410589"/>
              <a:ext cx="82335" cy="79555"/>
            </a:xfrm>
            <a:custGeom>
              <a:avLst/>
              <a:gdLst/>
              <a:ahLst/>
              <a:cxnLst/>
              <a:rect l="l" t="t" r="r" b="b"/>
              <a:pathLst>
                <a:path w="918" h="887" extrusionOk="0">
                  <a:moveTo>
                    <a:pt x="167" y="0"/>
                  </a:moveTo>
                  <a:cubicBezTo>
                    <a:pt x="71" y="0"/>
                    <a:pt x="0" y="76"/>
                    <a:pt x="0" y="167"/>
                  </a:cubicBezTo>
                  <a:lnTo>
                    <a:pt x="0" y="720"/>
                  </a:lnTo>
                  <a:cubicBezTo>
                    <a:pt x="0" y="811"/>
                    <a:pt x="71" y="887"/>
                    <a:pt x="167" y="887"/>
                  </a:cubicBezTo>
                  <a:lnTo>
                    <a:pt x="917" y="887"/>
                  </a:lnTo>
                  <a:lnTo>
                    <a:pt x="91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466;p17">
              <a:extLst>
                <a:ext uri="{FF2B5EF4-FFF2-40B4-BE49-F238E27FC236}">
                  <a16:creationId xmlns:a16="http://schemas.microsoft.com/office/drawing/2014/main" id="{8CF539A7-A88A-0D0A-62AC-EEF61DA08E20}"/>
                </a:ext>
              </a:extLst>
            </p:cNvPr>
            <p:cNvSpPr/>
            <p:nvPr/>
          </p:nvSpPr>
          <p:spPr>
            <a:xfrm>
              <a:off x="9574349" y="2124847"/>
              <a:ext cx="208170" cy="207722"/>
            </a:xfrm>
            <a:custGeom>
              <a:avLst/>
              <a:gdLst/>
              <a:ahLst/>
              <a:cxnLst/>
              <a:rect l="l" t="t" r="r" b="b"/>
              <a:pathLst>
                <a:path w="2321" h="2316" extrusionOk="0">
                  <a:moveTo>
                    <a:pt x="1161" y="0"/>
                  </a:moveTo>
                  <a:cubicBezTo>
                    <a:pt x="523" y="0"/>
                    <a:pt x="1" y="517"/>
                    <a:pt x="1" y="1155"/>
                  </a:cubicBezTo>
                  <a:cubicBezTo>
                    <a:pt x="1" y="1798"/>
                    <a:pt x="523" y="2315"/>
                    <a:pt x="1161" y="2315"/>
                  </a:cubicBezTo>
                  <a:cubicBezTo>
                    <a:pt x="1799" y="2315"/>
                    <a:pt x="2321" y="1798"/>
                    <a:pt x="2321" y="1155"/>
                  </a:cubicBezTo>
                  <a:cubicBezTo>
                    <a:pt x="2321" y="517"/>
                    <a:pt x="1799" y="0"/>
                    <a:pt x="11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467;p17">
              <a:extLst>
                <a:ext uri="{FF2B5EF4-FFF2-40B4-BE49-F238E27FC236}">
                  <a16:creationId xmlns:a16="http://schemas.microsoft.com/office/drawing/2014/main" id="{DFE484EE-93A6-C041-64FC-B2F14EBD7969}"/>
                </a:ext>
              </a:extLst>
            </p:cNvPr>
            <p:cNvSpPr/>
            <p:nvPr/>
          </p:nvSpPr>
          <p:spPr>
            <a:xfrm>
              <a:off x="9642960" y="2163323"/>
              <a:ext cx="71483" cy="129692"/>
            </a:xfrm>
            <a:custGeom>
              <a:avLst/>
              <a:gdLst/>
              <a:ahLst/>
              <a:cxnLst/>
              <a:rect l="l" t="t" r="r" b="b"/>
              <a:pathLst>
                <a:path w="797" h="1446" extrusionOk="0">
                  <a:moveTo>
                    <a:pt x="386" y="0"/>
                  </a:moveTo>
                  <a:cubicBezTo>
                    <a:pt x="313" y="0"/>
                    <a:pt x="254" y="60"/>
                    <a:pt x="254" y="133"/>
                  </a:cubicBezTo>
                  <a:lnTo>
                    <a:pt x="254" y="154"/>
                  </a:lnTo>
                  <a:cubicBezTo>
                    <a:pt x="254" y="154"/>
                    <a:pt x="72" y="285"/>
                    <a:pt x="51" y="407"/>
                  </a:cubicBezTo>
                  <a:cubicBezTo>
                    <a:pt x="31" y="518"/>
                    <a:pt x="67" y="630"/>
                    <a:pt x="153" y="696"/>
                  </a:cubicBezTo>
                  <a:cubicBezTo>
                    <a:pt x="229" y="756"/>
                    <a:pt x="340" y="802"/>
                    <a:pt x="452" y="843"/>
                  </a:cubicBezTo>
                  <a:cubicBezTo>
                    <a:pt x="517" y="868"/>
                    <a:pt x="528" y="913"/>
                    <a:pt x="517" y="954"/>
                  </a:cubicBezTo>
                  <a:cubicBezTo>
                    <a:pt x="512" y="1005"/>
                    <a:pt x="467" y="1065"/>
                    <a:pt x="391" y="1065"/>
                  </a:cubicBezTo>
                  <a:cubicBezTo>
                    <a:pt x="300" y="1065"/>
                    <a:pt x="279" y="1060"/>
                    <a:pt x="214" y="1020"/>
                  </a:cubicBezTo>
                  <a:cubicBezTo>
                    <a:pt x="192" y="1006"/>
                    <a:pt x="168" y="999"/>
                    <a:pt x="144" y="999"/>
                  </a:cubicBezTo>
                  <a:cubicBezTo>
                    <a:pt x="99" y="999"/>
                    <a:pt x="54" y="1023"/>
                    <a:pt x="31" y="1065"/>
                  </a:cubicBezTo>
                  <a:cubicBezTo>
                    <a:pt x="1" y="1126"/>
                    <a:pt x="26" y="1197"/>
                    <a:pt x="82" y="1233"/>
                  </a:cubicBezTo>
                  <a:cubicBezTo>
                    <a:pt x="148" y="1278"/>
                    <a:pt x="269" y="1309"/>
                    <a:pt x="269" y="1309"/>
                  </a:cubicBezTo>
                  <a:lnTo>
                    <a:pt x="269" y="1324"/>
                  </a:lnTo>
                  <a:cubicBezTo>
                    <a:pt x="269" y="1390"/>
                    <a:pt x="320" y="1445"/>
                    <a:pt x="381" y="1445"/>
                  </a:cubicBezTo>
                  <a:cubicBezTo>
                    <a:pt x="384" y="1446"/>
                    <a:pt x="386" y="1446"/>
                    <a:pt x="389" y="1446"/>
                  </a:cubicBezTo>
                  <a:cubicBezTo>
                    <a:pt x="451" y="1446"/>
                    <a:pt x="502" y="1392"/>
                    <a:pt x="502" y="1329"/>
                  </a:cubicBezTo>
                  <a:lnTo>
                    <a:pt x="502" y="1293"/>
                  </a:lnTo>
                  <a:cubicBezTo>
                    <a:pt x="502" y="1293"/>
                    <a:pt x="745" y="1121"/>
                    <a:pt x="766" y="995"/>
                  </a:cubicBezTo>
                  <a:cubicBezTo>
                    <a:pt x="796" y="822"/>
                    <a:pt x="705" y="665"/>
                    <a:pt x="533" y="604"/>
                  </a:cubicBezTo>
                  <a:cubicBezTo>
                    <a:pt x="452" y="574"/>
                    <a:pt x="355" y="539"/>
                    <a:pt x="305" y="498"/>
                  </a:cubicBezTo>
                  <a:cubicBezTo>
                    <a:pt x="300" y="493"/>
                    <a:pt x="295" y="478"/>
                    <a:pt x="300" y="453"/>
                  </a:cubicBezTo>
                  <a:cubicBezTo>
                    <a:pt x="300" y="442"/>
                    <a:pt x="310" y="402"/>
                    <a:pt x="350" y="392"/>
                  </a:cubicBezTo>
                  <a:cubicBezTo>
                    <a:pt x="371" y="386"/>
                    <a:pt x="389" y="383"/>
                    <a:pt x="406" y="383"/>
                  </a:cubicBezTo>
                  <a:cubicBezTo>
                    <a:pt x="460" y="383"/>
                    <a:pt x="493" y="408"/>
                    <a:pt x="497" y="412"/>
                  </a:cubicBezTo>
                  <a:lnTo>
                    <a:pt x="533" y="427"/>
                  </a:lnTo>
                  <a:cubicBezTo>
                    <a:pt x="551" y="435"/>
                    <a:pt x="568" y="439"/>
                    <a:pt x="584" y="439"/>
                  </a:cubicBezTo>
                  <a:cubicBezTo>
                    <a:pt x="685" y="439"/>
                    <a:pt x="751" y="307"/>
                    <a:pt x="664" y="225"/>
                  </a:cubicBezTo>
                  <a:cubicBezTo>
                    <a:pt x="634" y="199"/>
                    <a:pt x="517" y="149"/>
                    <a:pt x="517" y="149"/>
                  </a:cubicBezTo>
                  <a:lnTo>
                    <a:pt x="517" y="133"/>
                  </a:lnTo>
                  <a:cubicBezTo>
                    <a:pt x="517" y="78"/>
                    <a:pt x="487" y="32"/>
                    <a:pt x="441" y="12"/>
                  </a:cubicBezTo>
                  <a:cubicBezTo>
                    <a:pt x="422" y="4"/>
                    <a:pt x="404" y="0"/>
                    <a:pt x="3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468;p17">
              <a:extLst>
                <a:ext uri="{FF2B5EF4-FFF2-40B4-BE49-F238E27FC236}">
                  <a16:creationId xmlns:a16="http://schemas.microsoft.com/office/drawing/2014/main" id="{3F5B87E0-639F-6FD7-9219-730BD89746A8}"/>
                </a:ext>
              </a:extLst>
            </p:cNvPr>
            <p:cNvSpPr/>
            <p:nvPr/>
          </p:nvSpPr>
          <p:spPr>
            <a:xfrm>
              <a:off x="9272283" y="2302427"/>
              <a:ext cx="261267" cy="292658"/>
            </a:xfrm>
            <a:custGeom>
              <a:avLst/>
              <a:gdLst/>
              <a:ahLst/>
              <a:cxnLst/>
              <a:rect l="l" t="t" r="r" b="b"/>
              <a:pathLst>
                <a:path w="2913" h="3263" extrusionOk="0">
                  <a:moveTo>
                    <a:pt x="0" y="1"/>
                  </a:moveTo>
                  <a:lnTo>
                    <a:pt x="0" y="3263"/>
                  </a:lnTo>
                  <a:lnTo>
                    <a:pt x="162" y="3263"/>
                  </a:lnTo>
                  <a:lnTo>
                    <a:pt x="1257" y="2640"/>
                  </a:lnTo>
                  <a:cubicBezTo>
                    <a:pt x="1464" y="2523"/>
                    <a:pt x="1697" y="2463"/>
                    <a:pt x="1930" y="2463"/>
                  </a:cubicBezTo>
                  <a:lnTo>
                    <a:pt x="2771" y="2463"/>
                  </a:lnTo>
                  <a:lnTo>
                    <a:pt x="2913" y="2397"/>
                  </a:lnTo>
                  <a:lnTo>
                    <a:pt x="2913" y="887"/>
                  </a:lnTo>
                  <a:lnTo>
                    <a:pt x="2771" y="821"/>
                  </a:lnTo>
                  <a:lnTo>
                    <a:pt x="1930" y="821"/>
                  </a:lnTo>
                  <a:cubicBezTo>
                    <a:pt x="1697" y="821"/>
                    <a:pt x="1464" y="761"/>
                    <a:pt x="1257" y="639"/>
                  </a:cubicBezTo>
                  <a:lnTo>
                    <a:pt x="162" y="1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469;p17">
              <a:extLst>
                <a:ext uri="{FF2B5EF4-FFF2-40B4-BE49-F238E27FC236}">
                  <a16:creationId xmlns:a16="http://schemas.microsoft.com/office/drawing/2014/main" id="{28948BCC-BF89-55CD-A061-21CBB2FFD68D}"/>
                </a:ext>
              </a:extLst>
            </p:cNvPr>
            <p:cNvSpPr/>
            <p:nvPr/>
          </p:nvSpPr>
          <p:spPr>
            <a:xfrm>
              <a:off x="9219547" y="2276059"/>
              <a:ext cx="67806" cy="347997"/>
            </a:xfrm>
            <a:custGeom>
              <a:avLst/>
              <a:gdLst/>
              <a:ahLst/>
              <a:cxnLst/>
              <a:rect l="l" t="t" r="r" b="b"/>
              <a:pathLst>
                <a:path w="756" h="3880" extrusionOk="0">
                  <a:moveTo>
                    <a:pt x="173" y="1"/>
                  </a:moveTo>
                  <a:cubicBezTo>
                    <a:pt x="84" y="1"/>
                    <a:pt x="1" y="71"/>
                    <a:pt x="1" y="168"/>
                  </a:cubicBezTo>
                  <a:lnTo>
                    <a:pt x="1" y="3709"/>
                  </a:lnTo>
                  <a:cubicBezTo>
                    <a:pt x="1" y="3809"/>
                    <a:pt x="82" y="3879"/>
                    <a:pt x="170" y="3879"/>
                  </a:cubicBezTo>
                  <a:cubicBezTo>
                    <a:pt x="198" y="3879"/>
                    <a:pt x="227" y="3872"/>
                    <a:pt x="254" y="3856"/>
                  </a:cubicBezTo>
                  <a:lnTo>
                    <a:pt x="755" y="3567"/>
                  </a:lnTo>
                  <a:lnTo>
                    <a:pt x="755" y="315"/>
                  </a:lnTo>
                  <a:lnTo>
                    <a:pt x="254" y="21"/>
                  </a:lnTo>
                  <a:cubicBezTo>
                    <a:pt x="228" y="7"/>
                    <a:pt x="200" y="1"/>
                    <a:pt x="1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470;p17">
              <a:extLst>
                <a:ext uri="{FF2B5EF4-FFF2-40B4-BE49-F238E27FC236}">
                  <a16:creationId xmlns:a16="http://schemas.microsoft.com/office/drawing/2014/main" id="{90952536-858D-3764-8E41-08A4CEA902E2}"/>
                </a:ext>
              </a:extLst>
            </p:cNvPr>
            <p:cNvSpPr/>
            <p:nvPr/>
          </p:nvSpPr>
          <p:spPr>
            <a:xfrm>
              <a:off x="9519909" y="2376059"/>
              <a:ext cx="115431" cy="147271"/>
            </a:xfrm>
            <a:custGeom>
              <a:avLst/>
              <a:gdLst/>
              <a:ahLst/>
              <a:cxnLst/>
              <a:rect l="l" t="t" r="r" b="b"/>
              <a:pathLst>
                <a:path w="1287" h="1642" extrusionOk="0">
                  <a:moveTo>
                    <a:pt x="0" y="0"/>
                  </a:moveTo>
                  <a:lnTo>
                    <a:pt x="0" y="1642"/>
                  </a:lnTo>
                  <a:lnTo>
                    <a:pt x="1120" y="1642"/>
                  </a:lnTo>
                  <a:cubicBezTo>
                    <a:pt x="1216" y="1642"/>
                    <a:pt x="1287" y="1566"/>
                    <a:pt x="1287" y="1474"/>
                  </a:cubicBezTo>
                  <a:lnTo>
                    <a:pt x="1287" y="1267"/>
                  </a:lnTo>
                  <a:lnTo>
                    <a:pt x="1221" y="1115"/>
                  </a:lnTo>
                  <a:lnTo>
                    <a:pt x="1287" y="958"/>
                  </a:lnTo>
                  <a:lnTo>
                    <a:pt x="1287" y="168"/>
                  </a:lnTo>
                  <a:cubicBezTo>
                    <a:pt x="1287" y="76"/>
                    <a:pt x="1216" y="0"/>
                    <a:pt x="11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" name="Google Shape;471;p17">
            <a:extLst>
              <a:ext uri="{FF2B5EF4-FFF2-40B4-BE49-F238E27FC236}">
                <a16:creationId xmlns:a16="http://schemas.microsoft.com/office/drawing/2014/main" id="{A3F8A801-0265-183F-4259-7D9DEAFF0223}"/>
              </a:ext>
            </a:extLst>
          </p:cNvPr>
          <p:cNvGrpSpPr/>
          <p:nvPr/>
        </p:nvGrpSpPr>
        <p:grpSpPr>
          <a:xfrm>
            <a:off x="4598831" y="1919837"/>
            <a:ext cx="769699" cy="700637"/>
            <a:chOff x="10436781" y="2052175"/>
            <a:chExt cx="769699" cy="700637"/>
          </a:xfrm>
        </p:grpSpPr>
        <p:sp>
          <p:nvSpPr>
            <p:cNvPr id="123" name="Google Shape;472;p17">
              <a:extLst>
                <a:ext uri="{FF2B5EF4-FFF2-40B4-BE49-F238E27FC236}">
                  <a16:creationId xmlns:a16="http://schemas.microsoft.com/office/drawing/2014/main" id="{902660E4-EE69-0339-935C-D05A271F14E9}"/>
                </a:ext>
              </a:extLst>
            </p:cNvPr>
            <p:cNvSpPr/>
            <p:nvPr/>
          </p:nvSpPr>
          <p:spPr>
            <a:xfrm>
              <a:off x="10436781" y="2178005"/>
              <a:ext cx="590250" cy="473025"/>
            </a:xfrm>
            <a:custGeom>
              <a:avLst/>
              <a:gdLst/>
              <a:ahLst/>
              <a:cxnLst/>
              <a:rect l="l" t="t" r="r" b="b"/>
              <a:pathLst>
                <a:path w="6581" h="5274" extrusionOk="0">
                  <a:moveTo>
                    <a:pt x="87" y="1"/>
                  </a:moveTo>
                  <a:lnTo>
                    <a:pt x="1" y="244"/>
                  </a:lnTo>
                  <a:lnTo>
                    <a:pt x="1" y="5107"/>
                  </a:lnTo>
                  <a:cubicBezTo>
                    <a:pt x="1" y="5198"/>
                    <a:pt x="77" y="5274"/>
                    <a:pt x="168" y="5274"/>
                  </a:cubicBezTo>
                  <a:lnTo>
                    <a:pt x="6414" y="5274"/>
                  </a:lnTo>
                  <a:cubicBezTo>
                    <a:pt x="6505" y="5274"/>
                    <a:pt x="6581" y="5198"/>
                    <a:pt x="6581" y="5107"/>
                  </a:cubicBezTo>
                  <a:lnTo>
                    <a:pt x="6581" y="244"/>
                  </a:lnTo>
                  <a:lnTo>
                    <a:pt x="6495" y="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473;p17">
              <a:extLst>
                <a:ext uri="{FF2B5EF4-FFF2-40B4-BE49-F238E27FC236}">
                  <a16:creationId xmlns:a16="http://schemas.microsoft.com/office/drawing/2014/main" id="{62780CAD-516A-17EE-7883-40C9FF6C942F}"/>
                </a:ext>
              </a:extLst>
            </p:cNvPr>
            <p:cNvSpPr/>
            <p:nvPr/>
          </p:nvSpPr>
          <p:spPr>
            <a:xfrm>
              <a:off x="10436781" y="2052175"/>
              <a:ext cx="590250" cy="148616"/>
            </a:xfrm>
            <a:custGeom>
              <a:avLst/>
              <a:gdLst/>
              <a:ahLst/>
              <a:cxnLst/>
              <a:rect l="l" t="t" r="r" b="b"/>
              <a:pathLst>
                <a:path w="6581" h="1657" extrusionOk="0">
                  <a:moveTo>
                    <a:pt x="168" y="0"/>
                  </a:moveTo>
                  <a:cubicBezTo>
                    <a:pt x="77" y="0"/>
                    <a:pt x="1" y="71"/>
                    <a:pt x="1" y="168"/>
                  </a:cubicBezTo>
                  <a:lnTo>
                    <a:pt x="1" y="1657"/>
                  </a:lnTo>
                  <a:lnTo>
                    <a:pt x="6581" y="1657"/>
                  </a:lnTo>
                  <a:lnTo>
                    <a:pt x="6581" y="168"/>
                  </a:lnTo>
                  <a:cubicBezTo>
                    <a:pt x="6581" y="71"/>
                    <a:pt x="6505" y="0"/>
                    <a:pt x="64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474;p17">
              <a:extLst>
                <a:ext uri="{FF2B5EF4-FFF2-40B4-BE49-F238E27FC236}">
                  <a16:creationId xmlns:a16="http://schemas.microsoft.com/office/drawing/2014/main" id="{94C7A6E2-42D9-E34B-815B-187F8131B3EA}"/>
                </a:ext>
              </a:extLst>
            </p:cNvPr>
            <p:cNvSpPr/>
            <p:nvPr/>
          </p:nvSpPr>
          <p:spPr>
            <a:xfrm>
              <a:off x="10487723" y="2103476"/>
              <a:ext cx="44127" cy="43769"/>
            </a:xfrm>
            <a:custGeom>
              <a:avLst/>
              <a:gdLst/>
              <a:ahLst/>
              <a:cxnLst/>
              <a:rect l="l" t="t" r="r" b="b"/>
              <a:pathLst>
                <a:path w="492" h="488" extrusionOk="0">
                  <a:moveTo>
                    <a:pt x="243" y="1"/>
                  </a:moveTo>
                  <a:cubicBezTo>
                    <a:pt x="111" y="1"/>
                    <a:pt x="0" y="107"/>
                    <a:pt x="0" y="244"/>
                  </a:cubicBezTo>
                  <a:cubicBezTo>
                    <a:pt x="0" y="381"/>
                    <a:pt x="111" y="487"/>
                    <a:pt x="243" y="487"/>
                  </a:cubicBezTo>
                  <a:cubicBezTo>
                    <a:pt x="380" y="487"/>
                    <a:pt x="491" y="381"/>
                    <a:pt x="491" y="244"/>
                  </a:cubicBezTo>
                  <a:cubicBezTo>
                    <a:pt x="491" y="107"/>
                    <a:pt x="380" y="1"/>
                    <a:pt x="2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475;p17">
              <a:extLst>
                <a:ext uri="{FF2B5EF4-FFF2-40B4-BE49-F238E27FC236}">
                  <a16:creationId xmlns:a16="http://schemas.microsoft.com/office/drawing/2014/main" id="{5B3A155B-FCEF-217E-8F68-F53D04284910}"/>
                </a:ext>
              </a:extLst>
            </p:cNvPr>
            <p:cNvSpPr/>
            <p:nvPr/>
          </p:nvSpPr>
          <p:spPr>
            <a:xfrm>
              <a:off x="10554451" y="2103476"/>
              <a:ext cx="44217" cy="43769"/>
            </a:xfrm>
            <a:custGeom>
              <a:avLst/>
              <a:gdLst/>
              <a:ahLst/>
              <a:cxnLst/>
              <a:rect l="l" t="t" r="r" b="b"/>
              <a:pathLst>
                <a:path w="493" h="488" extrusionOk="0">
                  <a:moveTo>
                    <a:pt x="244" y="1"/>
                  </a:moveTo>
                  <a:cubicBezTo>
                    <a:pt x="112" y="1"/>
                    <a:pt x="1" y="107"/>
                    <a:pt x="1" y="244"/>
                  </a:cubicBezTo>
                  <a:cubicBezTo>
                    <a:pt x="1" y="381"/>
                    <a:pt x="112" y="487"/>
                    <a:pt x="244" y="487"/>
                  </a:cubicBezTo>
                  <a:cubicBezTo>
                    <a:pt x="381" y="487"/>
                    <a:pt x="492" y="381"/>
                    <a:pt x="492" y="244"/>
                  </a:cubicBezTo>
                  <a:cubicBezTo>
                    <a:pt x="492" y="107"/>
                    <a:pt x="381" y="1"/>
                    <a:pt x="2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476;p17">
              <a:extLst>
                <a:ext uri="{FF2B5EF4-FFF2-40B4-BE49-F238E27FC236}">
                  <a16:creationId xmlns:a16="http://schemas.microsoft.com/office/drawing/2014/main" id="{776CFE30-7446-E747-2E12-ACFEF77BC381}"/>
                </a:ext>
              </a:extLst>
            </p:cNvPr>
            <p:cNvSpPr/>
            <p:nvPr/>
          </p:nvSpPr>
          <p:spPr>
            <a:xfrm>
              <a:off x="10621267" y="2103476"/>
              <a:ext cx="44127" cy="43769"/>
            </a:xfrm>
            <a:custGeom>
              <a:avLst/>
              <a:gdLst/>
              <a:ahLst/>
              <a:cxnLst/>
              <a:rect l="l" t="t" r="r" b="b"/>
              <a:pathLst>
                <a:path w="492" h="488" extrusionOk="0">
                  <a:moveTo>
                    <a:pt x="243" y="1"/>
                  </a:moveTo>
                  <a:cubicBezTo>
                    <a:pt x="112" y="1"/>
                    <a:pt x="0" y="107"/>
                    <a:pt x="0" y="244"/>
                  </a:cubicBezTo>
                  <a:cubicBezTo>
                    <a:pt x="0" y="381"/>
                    <a:pt x="112" y="487"/>
                    <a:pt x="243" y="487"/>
                  </a:cubicBezTo>
                  <a:cubicBezTo>
                    <a:pt x="380" y="487"/>
                    <a:pt x="492" y="381"/>
                    <a:pt x="492" y="244"/>
                  </a:cubicBezTo>
                  <a:cubicBezTo>
                    <a:pt x="492" y="107"/>
                    <a:pt x="380" y="1"/>
                    <a:pt x="24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477;p17">
              <a:extLst>
                <a:ext uri="{FF2B5EF4-FFF2-40B4-BE49-F238E27FC236}">
                  <a16:creationId xmlns:a16="http://schemas.microsoft.com/office/drawing/2014/main" id="{7EBCBEC4-BD41-0A9B-E37C-C21604E3CAD5}"/>
                </a:ext>
              </a:extLst>
            </p:cNvPr>
            <p:cNvSpPr/>
            <p:nvPr/>
          </p:nvSpPr>
          <p:spPr>
            <a:xfrm>
              <a:off x="10589877" y="2245898"/>
              <a:ext cx="260011" cy="279295"/>
            </a:xfrm>
            <a:custGeom>
              <a:avLst/>
              <a:gdLst/>
              <a:ahLst/>
              <a:cxnLst/>
              <a:rect l="l" t="t" r="r" b="b"/>
              <a:pathLst>
                <a:path w="2899" h="3114" extrusionOk="0">
                  <a:moveTo>
                    <a:pt x="1277" y="1"/>
                  </a:moveTo>
                  <a:cubicBezTo>
                    <a:pt x="1228" y="1"/>
                    <a:pt x="1177" y="10"/>
                    <a:pt x="1125" y="29"/>
                  </a:cubicBezTo>
                  <a:cubicBezTo>
                    <a:pt x="1090" y="39"/>
                    <a:pt x="1075" y="54"/>
                    <a:pt x="1080" y="95"/>
                  </a:cubicBezTo>
                  <a:cubicBezTo>
                    <a:pt x="1095" y="252"/>
                    <a:pt x="1110" y="414"/>
                    <a:pt x="1120" y="571"/>
                  </a:cubicBezTo>
                  <a:cubicBezTo>
                    <a:pt x="1125" y="616"/>
                    <a:pt x="1120" y="667"/>
                    <a:pt x="1100" y="707"/>
                  </a:cubicBezTo>
                  <a:cubicBezTo>
                    <a:pt x="943" y="1001"/>
                    <a:pt x="786" y="1295"/>
                    <a:pt x="634" y="1594"/>
                  </a:cubicBezTo>
                  <a:cubicBezTo>
                    <a:pt x="629" y="1604"/>
                    <a:pt x="619" y="1609"/>
                    <a:pt x="604" y="1609"/>
                  </a:cubicBezTo>
                  <a:lnTo>
                    <a:pt x="148" y="1609"/>
                  </a:lnTo>
                  <a:cubicBezTo>
                    <a:pt x="67" y="1609"/>
                    <a:pt x="1" y="1675"/>
                    <a:pt x="1" y="1751"/>
                  </a:cubicBezTo>
                  <a:lnTo>
                    <a:pt x="1" y="2967"/>
                  </a:lnTo>
                  <a:cubicBezTo>
                    <a:pt x="1" y="3048"/>
                    <a:pt x="67" y="3114"/>
                    <a:pt x="148" y="3114"/>
                  </a:cubicBezTo>
                  <a:lnTo>
                    <a:pt x="2260" y="3109"/>
                  </a:lnTo>
                  <a:cubicBezTo>
                    <a:pt x="2432" y="3109"/>
                    <a:pt x="2569" y="2946"/>
                    <a:pt x="2549" y="2779"/>
                  </a:cubicBezTo>
                  <a:cubicBezTo>
                    <a:pt x="2544" y="2754"/>
                    <a:pt x="2539" y="2729"/>
                    <a:pt x="2529" y="2703"/>
                  </a:cubicBezTo>
                  <a:cubicBezTo>
                    <a:pt x="2529" y="2688"/>
                    <a:pt x="2534" y="2673"/>
                    <a:pt x="2549" y="2663"/>
                  </a:cubicBezTo>
                  <a:cubicBezTo>
                    <a:pt x="2792" y="2561"/>
                    <a:pt x="2756" y="2323"/>
                    <a:pt x="2736" y="2247"/>
                  </a:cubicBezTo>
                  <a:cubicBezTo>
                    <a:pt x="2736" y="2232"/>
                    <a:pt x="2741" y="2217"/>
                    <a:pt x="2751" y="2212"/>
                  </a:cubicBezTo>
                  <a:cubicBezTo>
                    <a:pt x="2797" y="2182"/>
                    <a:pt x="2893" y="2106"/>
                    <a:pt x="2893" y="1964"/>
                  </a:cubicBezTo>
                  <a:cubicBezTo>
                    <a:pt x="2893" y="1842"/>
                    <a:pt x="2832" y="1761"/>
                    <a:pt x="2797" y="1726"/>
                  </a:cubicBezTo>
                  <a:cubicBezTo>
                    <a:pt x="2797" y="1726"/>
                    <a:pt x="2792" y="1726"/>
                    <a:pt x="2792" y="1721"/>
                  </a:cubicBezTo>
                  <a:cubicBezTo>
                    <a:pt x="2777" y="1710"/>
                    <a:pt x="2777" y="1690"/>
                    <a:pt x="2787" y="1675"/>
                  </a:cubicBezTo>
                  <a:cubicBezTo>
                    <a:pt x="2898" y="1523"/>
                    <a:pt x="2863" y="1310"/>
                    <a:pt x="2706" y="1199"/>
                  </a:cubicBezTo>
                  <a:cubicBezTo>
                    <a:pt x="2650" y="1163"/>
                    <a:pt x="2589" y="1143"/>
                    <a:pt x="2523" y="1143"/>
                  </a:cubicBezTo>
                  <a:lnTo>
                    <a:pt x="1718" y="1143"/>
                  </a:lnTo>
                  <a:cubicBezTo>
                    <a:pt x="1698" y="1143"/>
                    <a:pt x="1678" y="1128"/>
                    <a:pt x="1683" y="1108"/>
                  </a:cubicBezTo>
                  <a:cubicBezTo>
                    <a:pt x="1698" y="996"/>
                    <a:pt x="1713" y="890"/>
                    <a:pt x="1723" y="783"/>
                  </a:cubicBezTo>
                  <a:cubicBezTo>
                    <a:pt x="1743" y="586"/>
                    <a:pt x="1733" y="388"/>
                    <a:pt x="1627" y="216"/>
                  </a:cubicBezTo>
                  <a:cubicBezTo>
                    <a:pt x="1541" y="74"/>
                    <a:pt x="1416" y="1"/>
                    <a:pt x="12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478;p17">
              <a:extLst>
                <a:ext uri="{FF2B5EF4-FFF2-40B4-BE49-F238E27FC236}">
                  <a16:creationId xmlns:a16="http://schemas.microsoft.com/office/drawing/2014/main" id="{F6D3FE9A-7F91-CA40-0EB0-40B057AACD3F}"/>
                </a:ext>
              </a:extLst>
            </p:cNvPr>
            <p:cNvSpPr/>
            <p:nvPr/>
          </p:nvSpPr>
          <p:spPr>
            <a:xfrm>
              <a:off x="10937952" y="2355226"/>
              <a:ext cx="212207" cy="339477"/>
            </a:xfrm>
            <a:custGeom>
              <a:avLst/>
              <a:gdLst/>
              <a:ahLst/>
              <a:cxnLst/>
              <a:rect l="l" t="t" r="r" b="b"/>
              <a:pathLst>
                <a:path w="2366" h="3785" extrusionOk="0">
                  <a:moveTo>
                    <a:pt x="2222" y="1"/>
                  </a:moveTo>
                  <a:cubicBezTo>
                    <a:pt x="2197" y="1"/>
                    <a:pt x="2171" y="9"/>
                    <a:pt x="2148" y="25"/>
                  </a:cubicBezTo>
                  <a:lnTo>
                    <a:pt x="51" y="1621"/>
                  </a:lnTo>
                  <a:cubicBezTo>
                    <a:pt x="20" y="1646"/>
                    <a:pt x="5" y="1677"/>
                    <a:pt x="0" y="1717"/>
                  </a:cubicBezTo>
                  <a:cubicBezTo>
                    <a:pt x="0" y="1753"/>
                    <a:pt x="15" y="1788"/>
                    <a:pt x="41" y="1814"/>
                  </a:cubicBezTo>
                  <a:lnTo>
                    <a:pt x="2138" y="3754"/>
                  </a:lnTo>
                  <a:cubicBezTo>
                    <a:pt x="2163" y="3774"/>
                    <a:pt x="2193" y="3784"/>
                    <a:pt x="2224" y="3784"/>
                  </a:cubicBezTo>
                  <a:cubicBezTo>
                    <a:pt x="2254" y="3784"/>
                    <a:pt x="2290" y="3769"/>
                    <a:pt x="2315" y="3744"/>
                  </a:cubicBezTo>
                  <a:cubicBezTo>
                    <a:pt x="2361" y="3693"/>
                    <a:pt x="2361" y="3612"/>
                    <a:pt x="2310" y="3566"/>
                  </a:cubicBezTo>
                  <a:lnTo>
                    <a:pt x="324" y="1733"/>
                  </a:lnTo>
                  <a:lnTo>
                    <a:pt x="2300" y="228"/>
                  </a:lnTo>
                  <a:cubicBezTo>
                    <a:pt x="2356" y="188"/>
                    <a:pt x="2366" y="106"/>
                    <a:pt x="2320" y="51"/>
                  </a:cubicBezTo>
                  <a:cubicBezTo>
                    <a:pt x="2296" y="18"/>
                    <a:pt x="2260" y="1"/>
                    <a:pt x="2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479;p17">
              <a:extLst>
                <a:ext uri="{FF2B5EF4-FFF2-40B4-BE49-F238E27FC236}">
                  <a16:creationId xmlns:a16="http://schemas.microsoft.com/office/drawing/2014/main" id="{857B02BB-1A7D-7141-DC6A-6E7117F235EB}"/>
                </a:ext>
              </a:extLst>
            </p:cNvPr>
            <p:cNvSpPr/>
            <p:nvPr/>
          </p:nvSpPr>
          <p:spPr>
            <a:xfrm>
              <a:off x="10891584" y="2451460"/>
              <a:ext cx="115969" cy="116418"/>
            </a:xfrm>
            <a:custGeom>
              <a:avLst/>
              <a:gdLst/>
              <a:ahLst/>
              <a:cxnLst/>
              <a:rect l="l" t="t" r="r" b="b"/>
              <a:pathLst>
                <a:path w="1293" h="1298" extrusionOk="0">
                  <a:moveTo>
                    <a:pt x="644" y="1"/>
                  </a:moveTo>
                  <a:cubicBezTo>
                    <a:pt x="289" y="1"/>
                    <a:pt x="0" y="290"/>
                    <a:pt x="0" y="649"/>
                  </a:cubicBezTo>
                  <a:cubicBezTo>
                    <a:pt x="0" y="1004"/>
                    <a:pt x="289" y="1298"/>
                    <a:pt x="644" y="1298"/>
                  </a:cubicBezTo>
                  <a:cubicBezTo>
                    <a:pt x="1003" y="1298"/>
                    <a:pt x="1292" y="1004"/>
                    <a:pt x="1292" y="649"/>
                  </a:cubicBezTo>
                  <a:cubicBezTo>
                    <a:pt x="1292" y="290"/>
                    <a:pt x="1003" y="1"/>
                    <a:pt x="6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480;p17">
              <a:extLst>
                <a:ext uri="{FF2B5EF4-FFF2-40B4-BE49-F238E27FC236}">
                  <a16:creationId xmlns:a16="http://schemas.microsoft.com/office/drawing/2014/main" id="{07230767-0187-4D05-52DE-858EE0CADFB6}"/>
                </a:ext>
              </a:extLst>
            </p:cNvPr>
            <p:cNvSpPr/>
            <p:nvPr/>
          </p:nvSpPr>
          <p:spPr>
            <a:xfrm>
              <a:off x="11067819" y="2614151"/>
              <a:ext cx="138661" cy="138661"/>
            </a:xfrm>
            <a:custGeom>
              <a:avLst/>
              <a:gdLst/>
              <a:ahLst/>
              <a:cxnLst/>
              <a:rect l="l" t="t" r="r" b="b"/>
              <a:pathLst>
                <a:path w="1546" h="1546" extrusionOk="0">
                  <a:moveTo>
                    <a:pt x="776" y="0"/>
                  </a:moveTo>
                  <a:cubicBezTo>
                    <a:pt x="350" y="0"/>
                    <a:pt x="1" y="345"/>
                    <a:pt x="1" y="770"/>
                  </a:cubicBezTo>
                  <a:cubicBezTo>
                    <a:pt x="1" y="1201"/>
                    <a:pt x="350" y="1545"/>
                    <a:pt x="776" y="1545"/>
                  </a:cubicBezTo>
                  <a:cubicBezTo>
                    <a:pt x="1201" y="1545"/>
                    <a:pt x="1546" y="1201"/>
                    <a:pt x="1546" y="770"/>
                  </a:cubicBezTo>
                  <a:cubicBezTo>
                    <a:pt x="1546" y="345"/>
                    <a:pt x="1201" y="0"/>
                    <a:pt x="7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481;p17">
              <a:extLst>
                <a:ext uri="{FF2B5EF4-FFF2-40B4-BE49-F238E27FC236}">
                  <a16:creationId xmlns:a16="http://schemas.microsoft.com/office/drawing/2014/main" id="{4CF7E134-B3DB-C682-422D-FBFCC4AABF00}"/>
                </a:ext>
              </a:extLst>
            </p:cNvPr>
            <p:cNvSpPr/>
            <p:nvPr/>
          </p:nvSpPr>
          <p:spPr>
            <a:xfrm>
              <a:off x="11091945" y="2321593"/>
              <a:ext cx="90497" cy="90497"/>
            </a:xfrm>
            <a:custGeom>
              <a:avLst/>
              <a:gdLst/>
              <a:ahLst/>
              <a:cxnLst/>
              <a:rect l="l" t="t" r="r" b="b"/>
              <a:pathLst>
                <a:path w="1009" h="1009" extrusionOk="0">
                  <a:moveTo>
                    <a:pt x="507" y="0"/>
                  </a:moveTo>
                  <a:cubicBezTo>
                    <a:pt x="228" y="0"/>
                    <a:pt x="0" y="223"/>
                    <a:pt x="0" y="502"/>
                  </a:cubicBezTo>
                  <a:cubicBezTo>
                    <a:pt x="0" y="780"/>
                    <a:pt x="228" y="1008"/>
                    <a:pt x="507" y="1008"/>
                  </a:cubicBezTo>
                  <a:cubicBezTo>
                    <a:pt x="785" y="1008"/>
                    <a:pt x="1008" y="780"/>
                    <a:pt x="1008" y="502"/>
                  </a:cubicBezTo>
                  <a:cubicBezTo>
                    <a:pt x="1008" y="223"/>
                    <a:pt x="785" y="0"/>
                    <a:pt x="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08757961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63" name="Google Shape;2763;p45"/>
          <p:cNvCxnSpPr>
            <a:cxnSpLocks/>
          </p:cNvCxnSpPr>
          <p:nvPr/>
        </p:nvCxnSpPr>
        <p:spPr>
          <a:xfrm rot="5400000" flipH="1">
            <a:off x="6676791" y="2255225"/>
            <a:ext cx="2089500" cy="10644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66" name="Google Shape;2766;p45"/>
          <p:cNvCxnSpPr>
            <a:cxnSpLocks/>
          </p:cNvCxnSpPr>
          <p:nvPr/>
        </p:nvCxnSpPr>
        <p:spPr>
          <a:xfrm rot="16200000">
            <a:off x="242593" y="2422530"/>
            <a:ext cx="1999500" cy="9066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69" name="Google Shape;2769;p45"/>
          <p:cNvSpPr txBox="1">
            <a:spLocks noGrp="1"/>
          </p:cNvSpPr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Confusion Matrix</a:t>
            </a:r>
            <a:endParaRPr lang="en-US"/>
          </a:p>
        </p:txBody>
      </p:sp>
      <p:sp>
        <p:nvSpPr>
          <p:cNvPr id="2770" name="Google Shape;2770;p45"/>
          <p:cNvSpPr/>
          <p:nvPr/>
        </p:nvSpPr>
        <p:spPr>
          <a:xfrm flipH="1">
            <a:off x="457250" y="3789200"/>
            <a:ext cx="2457600" cy="916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71" name="Google Shape;2771;p45"/>
          <p:cNvGrpSpPr/>
          <p:nvPr/>
        </p:nvGrpSpPr>
        <p:grpSpPr>
          <a:xfrm flipH="1">
            <a:off x="651660" y="3832175"/>
            <a:ext cx="2068865" cy="830247"/>
            <a:chOff x="-1951587" y="1418024"/>
            <a:chExt cx="1576519" cy="830247"/>
          </a:xfrm>
        </p:grpSpPr>
        <p:sp>
          <p:nvSpPr>
            <p:cNvPr id="2767" name="Google Shape;2767;p45"/>
            <p:cNvSpPr txBox="1"/>
            <p:nvPr/>
          </p:nvSpPr>
          <p:spPr>
            <a:xfrm>
              <a:off x="-1951569" y="1418024"/>
              <a:ext cx="15765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sz="1800" b="1">
                  <a:solidFill>
                    <a:srgbClr val="FFFFFF"/>
                  </a:solidFill>
                  <a:latin typeface="Fira Sans Extra Condensed"/>
                  <a:sym typeface="Fira Sans Extra Condensed"/>
                </a:rPr>
                <a:t>Logistic Regression</a:t>
              </a:r>
              <a:endParaRPr lang="en-US"/>
            </a:p>
          </p:txBody>
        </p:sp>
        <p:sp>
          <p:nvSpPr>
            <p:cNvPr id="2772" name="Google Shape;2772;p45"/>
            <p:cNvSpPr txBox="1"/>
            <p:nvPr/>
          </p:nvSpPr>
          <p:spPr>
            <a:xfrm>
              <a:off x="-1951587" y="1696871"/>
              <a:ext cx="1576500" cy="55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ctr">
                <a:buClr>
                  <a:schemeClr val="dk1"/>
                </a:buClr>
                <a:buSzPts val="1100"/>
              </a:pPr>
              <a:r>
                <a:rPr lang="en-US" sz="12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Type 1 Error: 142</a:t>
              </a:r>
              <a:br>
                <a:rPr lang="en-US" sz="12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</a:br>
              <a:r>
                <a:rPr lang="en-US" sz="12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  <a:t>Type 2 Error: 108</a:t>
              </a:r>
            </a:p>
          </p:txBody>
        </p:sp>
      </p:grpSp>
      <p:sp>
        <p:nvSpPr>
          <p:cNvPr id="2897" name="Google Shape;2897;p45"/>
          <p:cNvSpPr/>
          <p:nvPr/>
        </p:nvSpPr>
        <p:spPr>
          <a:xfrm flipH="1">
            <a:off x="6229150" y="3789200"/>
            <a:ext cx="2457600" cy="916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98" name="Google Shape;2898;p45"/>
          <p:cNvGrpSpPr/>
          <p:nvPr/>
        </p:nvGrpSpPr>
        <p:grpSpPr>
          <a:xfrm flipH="1">
            <a:off x="6423560" y="3832175"/>
            <a:ext cx="2068865" cy="830247"/>
            <a:chOff x="-1951587" y="1418024"/>
            <a:chExt cx="1576519" cy="830247"/>
          </a:xfrm>
        </p:grpSpPr>
        <p:sp>
          <p:nvSpPr>
            <p:cNvPr id="2764" name="Google Shape;2764;p45"/>
            <p:cNvSpPr txBox="1"/>
            <p:nvPr/>
          </p:nvSpPr>
          <p:spPr>
            <a:xfrm>
              <a:off x="-1951569" y="1418024"/>
              <a:ext cx="15765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sz="1800" b="1">
                  <a:solidFill>
                    <a:srgbClr val="FFFFFF"/>
                  </a:solidFill>
                  <a:latin typeface="Fira Sans Extra Condensed"/>
                  <a:sym typeface="Fira Sans Extra Condensed"/>
                </a:rPr>
                <a:t>Naive Bayes</a:t>
              </a:r>
              <a:endParaRPr lang="en-US"/>
            </a:p>
          </p:txBody>
        </p:sp>
        <p:sp>
          <p:nvSpPr>
            <p:cNvPr id="2899" name="Google Shape;2899;p45"/>
            <p:cNvSpPr txBox="1"/>
            <p:nvPr/>
          </p:nvSpPr>
          <p:spPr>
            <a:xfrm>
              <a:off x="-1951587" y="1696871"/>
              <a:ext cx="1576500" cy="55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ctr"/>
              <a:r>
                <a:rPr lang="en-US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Type 1 Error: 212</a:t>
              </a:r>
              <a:br>
                <a:rPr lang="en-US" sz="1200">
                  <a:solidFill>
                    <a:srgbClr val="FFFFFF"/>
                  </a:solidFill>
                  <a:latin typeface="Roboto"/>
                  <a:ea typeface="Roboto"/>
                  <a:cs typeface="Roboto"/>
                </a:rPr>
              </a:br>
              <a:r>
                <a:rPr lang="en-US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Type 2 Error: 240</a:t>
              </a:r>
              <a:endParaRPr lang="en" sz="1200">
                <a:latin typeface="Roboto"/>
                <a:ea typeface="Roboto"/>
                <a:cs typeface="Roboto"/>
              </a:endParaRPr>
            </a:p>
            <a:p>
              <a:pPr marL="0" lvl="0" indent="0" algn="ctr">
                <a:spcBef>
                  <a:spcPts val="0"/>
                </a:spcBef>
                <a:spcAft>
                  <a:spcPts val="0"/>
                </a:spcAft>
                <a:buSzPts val="1100"/>
                <a:buFont typeface="Arial"/>
                <a:buNone/>
              </a:pPr>
              <a:endParaRPr lang="en" sz="1200">
                <a:solidFill>
                  <a:srgbClr val="FFFFFF"/>
                </a:solidFill>
                <a:latin typeface="Roboto"/>
                <a:ea typeface="Roboto"/>
                <a:cs typeface="Robo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2900" name="Google Shape;2900;p45"/>
          <p:cNvCxnSpPr>
            <a:cxnSpLocks/>
          </p:cNvCxnSpPr>
          <p:nvPr/>
        </p:nvCxnSpPr>
        <p:spPr>
          <a:xfrm rot="5400000" flipH="1">
            <a:off x="3849181" y="3109325"/>
            <a:ext cx="743100" cy="702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02" name="Google Shape;2902;p45"/>
          <p:cNvSpPr/>
          <p:nvPr/>
        </p:nvSpPr>
        <p:spPr>
          <a:xfrm flipH="1">
            <a:off x="3343200" y="3789200"/>
            <a:ext cx="2457600" cy="916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03" name="Google Shape;2903;p45"/>
          <p:cNvGrpSpPr/>
          <p:nvPr/>
        </p:nvGrpSpPr>
        <p:grpSpPr>
          <a:xfrm flipH="1">
            <a:off x="3537610" y="3832175"/>
            <a:ext cx="2068865" cy="830247"/>
            <a:chOff x="-1951587" y="1418024"/>
            <a:chExt cx="1576519" cy="830247"/>
          </a:xfrm>
        </p:grpSpPr>
        <p:sp>
          <p:nvSpPr>
            <p:cNvPr id="2901" name="Google Shape;2901;p45"/>
            <p:cNvSpPr txBox="1"/>
            <p:nvPr/>
          </p:nvSpPr>
          <p:spPr>
            <a:xfrm>
              <a:off x="-1951569" y="1418024"/>
              <a:ext cx="15765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sz="1800" b="1">
                  <a:solidFill>
                    <a:srgbClr val="FFFFFF"/>
                  </a:solidFill>
                  <a:latin typeface="Fira Sans Extra Condensed"/>
                  <a:sym typeface="Fira Sans Extra Condensed"/>
                </a:rPr>
                <a:t>SVM</a:t>
              </a:r>
              <a:endParaRPr lang="en" sz="1800" b="1">
                <a:solidFill>
                  <a:srgbClr val="FFFFFF"/>
                </a:solidFill>
                <a:latin typeface="Fira Sans Extra Condensed"/>
              </a:endParaRPr>
            </a:p>
          </p:txBody>
        </p:sp>
        <p:sp>
          <p:nvSpPr>
            <p:cNvPr id="2904" name="Google Shape;2904;p45"/>
            <p:cNvSpPr txBox="1"/>
            <p:nvPr/>
          </p:nvSpPr>
          <p:spPr>
            <a:xfrm>
              <a:off x="-1951587" y="1696871"/>
              <a:ext cx="1576500" cy="55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ctr"/>
              <a:r>
                <a:rPr lang="en-US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Type 1 Error: 106</a:t>
              </a:r>
              <a:br>
                <a:rPr lang="en-US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Type 2 Error: 84</a:t>
              </a:r>
              <a:endParaRPr lang="en" sz="120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>
                <a:spcBef>
                  <a:spcPts val="0"/>
                </a:spcBef>
                <a:spcAft>
                  <a:spcPts val="0"/>
                </a:spcAft>
                <a:buSzPts val="1100"/>
                <a:buFont typeface="Arial"/>
                <a:buNone/>
              </a:pPr>
              <a:endParaRPr lang="en" sz="1200">
                <a:solidFill>
                  <a:srgbClr val="FFFFFF"/>
                </a:solidFill>
                <a:latin typeface="Roboto"/>
                <a:ea typeface="Roboto"/>
                <a:cs typeface="Robo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3" name="Picture 2" descr="A blue squares with white text&#10;&#10;Description automatically generated">
            <a:extLst>
              <a:ext uri="{FF2B5EF4-FFF2-40B4-BE49-F238E27FC236}">
                <a16:creationId xmlns:a16="http://schemas.microsoft.com/office/drawing/2014/main" id="{546B1A58-038C-490B-3875-5157C3D32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748" y="970048"/>
            <a:ext cx="1742351" cy="1805749"/>
          </a:xfrm>
          <a:prstGeom prst="rect">
            <a:avLst/>
          </a:prstGeom>
        </p:spPr>
      </p:pic>
      <p:pic>
        <p:nvPicPr>
          <p:cNvPr id="5" name="Picture 4" descr="A blue squares with white text&#10;&#10;Description automatically generated">
            <a:extLst>
              <a:ext uri="{FF2B5EF4-FFF2-40B4-BE49-F238E27FC236}">
                <a16:creationId xmlns:a16="http://schemas.microsoft.com/office/drawing/2014/main" id="{43D2B909-1F36-154C-6DC8-1F405C7A55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4834" y="1207499"/>
            <a:ext cx="1785571" cy="1882586"/>
          </a:xfrm>
          <a:prstGeom prst="rect">
            <a:avLst/>
          </a:prstGeom>
        </p:spPr>
      </p:pic>
      <p:pic>
        <p:nvPicPr>
          <p:cNvPr id="7" name="Picture 6" descr="A blue squares with white text&#10;&#10;Description automatically generated">
            <a:extLst>
              <a:ext uri="{FF2B5EF4-FFF2-40B4-BE49-F238E27FC236}">
                <a16:creationId xmlns:a16="http://schemas.microsoft.com/office/drawing/2014/main" id="{39782AFC-6055-87C3-EB3E-DF5EBA83E9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0067" y="839832"/>
            <a:ext cx="1742351" cy="1805749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A98E8-1D72-DB5F-6769-4A525A30F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Business Value</a:t>
            </a:r>
          </a:p>
        </p:txBody>
      </p:sp>
      <p:grpSp>
        <p:nvGrpSpPr>
          <p:cNvPr id="334" name="Google Shape;645;p20">
            <a:extLst>
              <a:ext uri="{FF2B5EF4-FFF2-40B4-BE49-F238E27FC236}">
                <a16:creationId xmlns:a16="http://schemas.microsoft.com/office/drawing/2014/main" id="{9B5E4EA3-7005-E196-5CCE-2B7F12FC1896}"/>
              </a:ext>
            </a:extLst>
          </p:cNvPr>
          <p:cNvGrpSpPr/>
          <p:nvPr/>
        </p:nvGrpSpPr>
        <p:grpSpPr>
          <a:xfrm>
            <a:off x="-50025" y="3033310"/>
            <a:ext cx="2869878" cy="776196"/>
            <a:chOff x="-88445" y="3787306"/>
            <a:chExt cx="2869878" cy="776196"/>
          </a:xfrm>
        </p:grpSpPr>
        <p:sp>
          <p:nvSpPr>
            <p:cNvPr id="332" name="Google Shape;646;p20">
              <a:extLst>
                <a:ext uri="{FF2B5EF4-FFF2-40B4-BE49-F238E27FC236}">
                  <a16:creationId xmlns:a16="http://schemas.microsoft.com/office/drawing/2014/main" id="{A6B8B5AC-0373-589D-09F0-007E2294307B}"/>
                </a:ext>
              </a:extLst>
            </p:cNvPr>
            <p:cNvSpPr txBox="1"/>
            <p:nvPr/>
          </p:nvSpPr>
          <p:spPr>
            <a:xfrm>
              <a:off x="-88445" y="3787306"/>
              <a:ext cx="2869878" cy="3293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" sz="1800" b="1">
                  <a:sym typeface="Fira Sans Extra Condensed"/>
                </a:rPr>
                <a:t>Impact on Public Trust:</a:t>
              </a:r>
              <a:endParaRPr lang="en-US" b="1"/>
            </a:p>
          </p:txBody>
        </p:sp>
        <p:sp>
          <p:nvSpPr>
            <p:cNvPr id="333" name="Google Shape;647;p20">
              <a:extLst>
                <a:ext uri="{FF2B5EF4-FFF2-40B4-BE49-F238E27FC236}">
                  <a16:creationId xmlns:a16="http://schemas.microsoft.com/office/drawing/2014/main" id="{66C0D097-F129-9250-36FF-A0D09877565C}"/>
                </a:ext>
              </a:extLst>
            </p:cNvPr>
            <p:cNvSpPr txBox="1"/>
            <p:nvPr/>
          </p:nvSpPr>
          <p:spPr>
            <a:xfrm>
              <a:off x="-40444" y="4021706"/>
              <a:ext cx="2820740" cy="5417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285750" indent="-285750">
                <a:buChar char="•"/>
              </a:pPr>
              <a:endParaRPr lang="en-US" sz="800"/>
            </a:p>
            <a:p>
              <a:r>
                <a:rPr lang="en" sz="800">
                  <a:ea typeface="Roboto"/>
                  <a:sym typeface="Roboto"/>
                </a:rPr>
                <a:t>By identifying fake news before it spreads, organizations can maintain credibility and reduce </a:t>
              </a:r>
              <a:r>
                <a:rPr lang="en" sz="800">
                  <a:solidFill>
                    <a:srgbClr val="000000"/>
                  </a:solidFill>
                  <a:ea typeface="Roboto"/>
                  <a:sym typeface="Roboto"/>
                </a:rPr>
                <a:t>the </a:t>
              </a:r>
              <a:r>
                <a:rPr lang="en" sz="800">
                  <a:ea typeface="Roboto"/>
                  <a:sym typeface="Roboto"/>
                </a:rPr>
                <a:t>reputational damage caused by misinformation.</a:t>
              </a:r>
              <a:endParaRPr lang="en" sz="800"/>
            </a:p>
            <a:p>
              <a:endParaRPr lang="en" sz="800">
                <a:ea typeface="Roboto"/>
                <a:sym typeface="Roboto"/>
              </a:endParaRPr>
            </a:p>
            <a:p>
              <a:r>
                <a:rPr lang="en" sz="800">
                  <a:ea typeface="Roboto"/>
                  <a:sym typeface="Roboto"/>
                </a:rPr>
                <a:t>Supports regulatory compliance and responsible digital behavior </a:t>
              </a:r>
              <a:r>
                <a:rPr lang="en" sz="800">
                  <a:solidFill>
                    <a:srgbClr val="000000"/>
                  </a:solidFill>
                  <a:ea typeface="Roboto"/>
                  <a:sym typeface="Roboto"/>
                </a:rPr>
                <a:t>in </a:t>
              </a:r>
              <a:r>
                <a:rPr lang="en" sz="800">
                  <a:ea typeface="Roboto"/>
                  <a:sym typeface="Roboto"/>
                </a:rPr>
                <a:t>platforms and businesses.</a:t>
              </a:r>
              <a:endParaRPr lang="en" sz="800"/>
            </a:p>
            <a:p>
              <a:pPr marL="285750" indent="-285750">
                <a:buChar char="•"/>
              </a:pPr>
              <a:endParaRPr lang="en">
                <a:sym typeface="Roboto"/>
              </a:endParaRPr>
            </a:p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endParaRPr lang="en" sz="800">
                <a:solidFill>
                  <a:srgbClr val="000000"/>
                </a:solidFill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342" name="Google Shape;651;p20">
            <a:extLst>
              <a:ext uri="{FF2B5EF4-FFF2-40B4-BE49-F238E27FC236}">
                <a16:creationId xmlns:a16="http://schemas.microsoft.com/office/drawing/2014/main" id="{C439AB5A-CC7D-9818-E0FD-E370EFCC72EB}"/>
              </a:ext>
            </a:extLst>
          </p:cNvPr>
          <p:cNvGrpSpPr/>
          <p:nvPr/>
        </p:nvGrpSpPr>
        <p:grpSpPr>
          <a:xfrm>
            <a:off x="353362" y="1321974"/>
            <a:ext cx="2643047" cy="1156813"/>
            <a:chOff x="521450" y="1418025"/>
            <a:chExt cx="2652652" cy="1057464"/>
          </a:xfrm>
        </p:grpSpPr>
        <p:sp>
          <p:nvSpPr>
            <p:cNvPr id="340" name="Google Shape;652;p20">
              <a:extLst>
                <a:ext uri="{FF2B5EF4-FFF2-40B4-BE49-F238E27FC236}">
                  <a16:creationId xmlns:a16="http://schemas.microsoft.com/office/drawing/2014/main" id="{2A0D362E-8C73-B934-306C-9F514AD1626A}"/>
                </a:ext>
              </a:extLst>
            </p:cNvPr>
            <p:cNvSpPr txBox="1"/>
            <p:nvPr/>
          </p:nvSpPr>
          <p:spPr>
            <a:xfrm>
              <a:off x="521474" y="1418025"/>
              <a:ext cx="2312788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" sz="1800" b="1">
                  <a:sym typeface="Fira Sans Extra Condensed"/>
                </a:rPr>
                <a:t>Real-Time Detection:</a:t>
              </a:r>
              <a:endParaRPr lang="en-US" b="1"/>
            </a:p>
          </p:txBody>
        </p:sp>
        <p:sp>
          <p:nvSpPr>
            <p:cNvPr id="341" name="Google Shape;653;p20">
              <a:extLst>
                <a:ext uri="{FF2B5EF4-FFF2-40B4-BE49-F238E27FC236}">
                  <a16:creationId xmlns:a16="http://schemas.microsoft.com/office/drawing/2014/main" id="{45FF00AE-8D9F-EBFD-99EB-B0E3156B8955}"/>
                </a:ext>
              </a:extLst>
            </p:cNvPr>
            <p:cNvSpPr txBox="1"/>
            <p:nvPr/>
          </p:nvSpPr>
          <p:spPr>
            <a:xfrm>
              <a:off x="521450" y="1765606"/>
              <a:ext cx="2652652" cy="7098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" sz="800">
                  <a:ea typeface="Roboto"/>
                  <a:sym typeface="Roboto"/>
                </a:rPr>
                <a:t>Enables immediate identification and flagging of fake news to ensure credible information dissemination.</a:t>
              </a:r>
              <a:endParaRPr lang="en-US" sz="800"/>
            </a:p>
          </p:txBody>
        </p:sp>
      </p:grpSp>
      <p:grpSp>
        <p:nvGrpSpPr>
          <p:cNvPr id="346" name="Google Shape;654;p20">
            <a:extLst>
              <a:ext uri="{FF2B5EF4-FFF2-40B4-BE49-F238E27FC236}">
                <a16:creationId xmlns:a16="http://schemas.microsoft.com/office/drawing/2014/main" id="{BE34B6A0-B1CF-87A1-3DAE-418BFDBAE1AA}"/>
              </a:ext>
            </a:extLst>
          </p:cNvPr>
          <p:cNvGrpSpPr/>
          <p:nvPr/>
        </p:nvGrpSpPr>
        <p:grpSpPr>
          <a:xfrm>
            <a:off x="6857068" y="3571192"/>
            <a:ext cx="2163909" cy="800209"/>
            <a:chOff x="6520891" y="3657637"/>
            <a:chExt cx="2163909" cy="800209"/>
          </a:xfrm>
        </p:grpSpPr>
        <p:sp>
          <p:nvSpPr>
            <p:cNvPr id="344" name="Google Shape;655;p20">
              <a:extLst>
                <a:ext uri="{FF2B5EF4-FFF2-40B4-BE49-F238E27FC236}">
                  <a16:creationId xmlns:a16="http://schemas.microsoft.com/office/drawing/2014/main" id="{45EB9F49-DEFB-33EA-566E-9FDD8F716A61}"/>
                </a:ext>
              </a:extLst>
            </p:cNvPr>
            <p:cNvSpPr txBox="1"/>
            <p:nvPr/>
          </p:nvSpPr>
          <p:spPr>
            <a:xfrm>
              <a:off x="6520891" y="3657637"/>
              <a:ext cx="2163909" cy="3197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r"/>
              <a:r>
                <a:rPr lang="en" sz="1800" b="1">
                  <a:sym typeface="Fira Sans Extra Condensed"/>
                </a:rPr>
                <a:t>Long-Term Value:</a:t>
              </a:r>
              <a:endParaRPr lang="en-US" b="1"/>
            </a:p>
          </p:txBody>
        </p:sp>
        <p:sp>
          <p:nvSpPr>
            <p:cNvPr id="345" name="Google Shape;656;p20">
              <a:extLst>
                <a:ext uri="{FF2B5EF4-FFF2-40B4-BE49-F238E27FC236}">
                  <a16:creationId xmlns:a16="http://schemas.microsoft.com/office/drawing/2014/main" id="{B9C92AE4-DCE4-062D-7DF6-C743ABBEBA27}"/>
                </a:ext>
              </a:extLst>
            </p:cNvPr>
            <p:cNvSpPr txBox="1"/>
            <p:nvPr/>
          </p:nvSpPr>
          <p:spPr>
            <a:xfrm>
              <a:off x="6632313" y="3896841"/>
              <a:ext cx="2052337" cy="5610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r"/>
              <a:r>
                <a:rPr lang="en" sz="800" b="1">
                  <a:ea typeface="Roboto"/>
                  <a:sym typeface="Roboto"/>
                </a:rPr>
                <a:t>Scalability:</a:t>
              </a:r>
              <a:r>
                <a:rPr lang="en" sz="800">
                  <a:ea typeface="Roboto"/>
                  <a:sym typeface="Roboto"/>
                </a:rPr>
                <a:t> The model can be easily adapted and scaled to accommodate new forms of digital content </a:t>
              </a:r>
              <a:r>
                <a:rPr lang="en" sz="800">
                  <a:solidFill>
                    <a:srgbClr val="000000"/>
                  </a:solidFill>
                  <a:ea typeface="Roboto"/>
                  <a:sym typeface="Roboto"/>
                </a:rPr>
                <a:t>and </a:t>
              </a:r>
              <a:r>
                <a:rPr lang="en" sz="800">
                  <a:ea typeface="Roboto"/>
                  <a:sym typeface="Roboto"/>
                </a:rPr>
                <a:t>more complex data types.</a:t>
              </a:r>
              <a:endParaRPr lang="en-US"/>
            </a:p>
            <a:p>
              <a:pPr algn="r"/>
              <a:r>
                <a:rPr lang="en" sz="800" b="1">
                  <a:ea typeface="Roboto"/>
                  <a:sym typeface="Roboto"/>
                </a:rPr>
                <a:t>Innovation in AI &amp; ML:</a:t>
              </a:r>
              <a:r>
                <a:rPr lang="en" sz="800">
                  <a:ea typeface="Roboto"/>
                  <a:sym typeface="Roboto"/>
                </a:rPr>
                <a:t> Promotes responsible AI use, positioning companies as leaders in the fight against misinformation.</a:t>
              </a:r>
              <a:endParaRPr lang="en"/>
            </a:p>
            <a:p>
              <a:pPr marL="0" lvl="0" indent="0" algn="r">
                <a:spcBef>
                  <a:spcPts val="0"/>
                </a:spcBef>
                <a:spcAft>
                  <a:spcPts val="0"/>
                </a:spcAft>
                <a:buSzPts val="1100"/>
                <a:buFont typeface="Arial"/>
                <a:buNone/>
              </a:pPr>
              <a:endParaRPr lang="en" sz="800">
                <a:solidFill>
                  <a:srgbClr val="000000"/>
                </a:solidFill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354" name="Google Shape;660;p20">
            <a:extLst>
              <a:ext uri="{FF2B5EF4-FFF2-40B4-BE49-F238E27FC236}">
                <a16:creationId xmlns:a16="http://schemas.microsoft.com/office/drawing/2014/main" id="{0E1C5F5C-E295-8766-2DAE-89E1D32E3004}"/>
              </a:ext>
            </a:extLst>
          </p:cNvPr>
          <p:cNvGrpSpPr/>
          <p:nvPr/>
        </p:nvGrpSpPr>
        <p:grpSpPr>
          <a:xfrm>
            <a:off x="6968489" y="1163492"/>
            <a:ext cx="2177351" cy="964713"/>
            <a:chOff x="6617905" y="1149084"/>
            <a:chExt cx="2177351" cy="964713"/>
          </a:xfrm>
        </p:grpSpPr>
        <p:sp>
          <p:nvSpPr>
            <p:cNvPr id="352" name="Google Shape;661;p20">
              <a:extLst>
                <a:ext uri="{FF2B5EF4-FFF2-40B4-BE49-F238E27FC236}">
                  <a16:creationId xmlns:a16="http://schemas.microsoft.com/office/drawing/2014/main" id="{07EDB14E-6246-0DED-9F3F-58DC38ADF479}"/>
                </a:ext>
              </a:extLst>
            </p:cNvPr>
            <p:cNvSpPr txBox="1"/>
            <p:nvPr/>
          </p:nvSpPr>
          <p:spPr>
            <a:xfrm>
              <a:off x="6655360" y="1149084"/>
              <a:ext cx="2139896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r"/>
              <a:r>
                <a:rPr lang="en" sz="1800" b="1">
                  <a:sym typeface="Fira Sans Extra Condensed"/>
                </a:rPr>
                <a:t>Industry Benefits:</a:t>
              </a:r>
              <a:endParaRPr lang="en-US" b="1"/>
            </a:p>
          </p:txBody>
        </p:sp>
        <p:sp>
          <p:nvSpPr>
            <p:cNvPr id="353" name="Google Shape;662;p20">
              <a:extLst>
                <a:ext uri="{FF2B5EF4-FFF2-40B4-BE49-F238E27FC236}">
                  <a16:creationId xmlns:a16="http://schemas.microsoft.com/office/drawing/2014/main" id="{CCD413DA-A7B1-23C1-A578-44A0A7D460F8}"/>
                </a:ext>
              </a:extLst>
            </p:cNvPr>
            <p:cNvSpPr txBox="1"/>
            <p:nvPr/>
          </p:nvSpPr>
          <p:spPr>
            <a:xfrm>
              <a:off x="6617905" y="1576804"/>
              <a:ext cx="2177203" cy="5369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r"/>
              <a:r>
                <a:rPr lang="en" sz="800" b="1">
                  <a:ea typeface="Roboto"/>
                  <a:sym typeface="Roboto"/>
                </a:rPr>
                <a:t>Social Media:</a:t>
              </a:r>
              <a:r>
                <a:rPr lang="en" sz="800">
                  <a:ea typeface="Roboto"/>
                  <a:sym typeface="Roboto"/>
                </a:rPr>
                <a:t> Prevents the spread of misinformation on platforms like Facebook and Twitter, preserving user trust.</a:t>
              </a:r>
              <a:endParaRPr lang="en-US"/>
            </a:p>
            <a:p>
              <a:pPr algn="r"/>
              <a:r>
                <a:rPr lang="en" sz="800" b="1">
                  <a:ea typeface="Roboto"/>
                  <a:sym typeface="Roboto"/>
                </a:rPr>
                <a:t>Journalism:</a:t>
              </a:r>
              <a:r>
                <a:rPr lang="en" sz="800">
                  <a:ea typeface="Roboto"/>
                  <a:sym typeface="Roboto"/>
                </a:rPr>
                <a:t> Helps media organizations maintain journalistic integrity by quickly verifying news sources.</a:t>
              </a:r>
              <a:endParaRPr lang="en"/>
            </a:p>
            <a:p>
              <a:pPr algn="r"/>
              <a:r>
                <a:rPr lang="en" sz="800" b="1">
                  <a:ea typeface="Roboto"/>
                  <a:sym typeface="Roboto"/>
                </a:rPr>
                <a:t>Tech Companies:</a:t>
              </a:r>
              <a:r>
                <a:rPr lang="en" sz="800">
                  <a:ea typeface="Roboto"/>
                  <a:sym typeface="Roboto"/>
                </a:rPr>
                <a:t> Provides AI-driven solutions for companies to integrate into their cloud-based services, enhancing data-driven decision-making.</a:t>
              </a:r>
              <a:endParaRPr lang="en"/>
            </a:p>
            <a:p>
              <a:pPr algn="r"/>
              <a:r>
                <a:rPr lang="en" sz="800" b="1">
                  <a:ea typeface="Roboto"/>
                  <a:sym typeface="Roboto"/>
                </a:rPr>
                <a:t>Governments &amp; Healthcare:</a:t>
              </a:r>
              <a:r>
                <a:rPr lang="en" sz="800">
                  <a:ea typeface="Roboto"/>
                  <a:sym typeface="Roboto"/>
                </a:rPr>
                <a:t> Ensures the public receives accurate information during crises (e.g., elections</a:t>
              </a:r>
              <a:r>
                <a:rPr lang="en" sz="800">
                  <a:solidFill>
                    <a:srgbClr val="000000"/>
                  </a:solidFill>
                  <a:ea typeface="Roboto"/>
                  <a:sym typeface="Roboto"/>
                </a:rPr>
                <a:t>, </a:t>
              </a:r>
              <a:r>
                <a:rPr lang="en" sz="800">
                  <a:ea typeface="Roboto"/>
                  <a:sym typeface="Roboto"/>
                </a:rPr>
                <a:t>public health emergencies).</a:t>
              </a:r>
              <a:endParaRPr lang="en"/>
            </a:p>
            <a:p>
              <a:pPr algn="r"/>
              <a:endParaRPr lang="en" sz="800">
                <a:solidFill>
                  <a:srgbClr val="000000"/>
                </a:solidFill>
                <a:latin typeface="Roboto"/>
                <a:ea typeface="Roboto"/>
                <a:cs typeface="Roboto"/>
              </a:endParaRPr>
            </a:p>
          </p:txBody>
        </p:sp>
      </p:grpSp>
      <p:grpSp>
        <p:nvGrpSpPr>
          <p:cNvPr id="411" name="Google Shape;663;p20">
            <a:extLst>
              <a:ext uri="{FF2B5EF4-FFF2-40B4-BE49-F238E27FC236}">
                <a16:creationId xmlns:a16="http://schemas.microsoft.com/office/drawing/2014/main" id="{16305876-B3CB-BB23-5F60-F4F00A29777F}"/>
              </a:ext>
            </a:extLst>
          </p:cNvPr>
          <p:cNvGrpSpPr/>
          <p:nvPr/>
        </p:nvGrpSpPr>
        <p:grpSpPr>
          <a:xfrm>
            <a:off x="2957763" y="1575862"/>
            <a:ext cx="3228486" cy="3154536"/>
            <a:chOff x="2957763" y="1575862"/>
            <a:chExt cx="3228486" cy="3154536"/>
          </a:xfrm>
        </p:grpSpPr>
        <p:sp>
          <p:nvSpPr>
            <p:cNvPr id="356" name="Google Shape;664;p20">
              <a:extLst>
                <a:ext uri="{FF2B5EF4-FFF2-40B4-BE49-F238E27FC236}">
                  <a16:creationId xmlns:a16="http://schemas.microsoft.com/office/drawing/2014/main" id="{9F660AFE-FBDD-0598-1BEA-658876CD4120}"/>
                </a:ext>
              </a:extLst>
            </p:cNvPr>
            <p:cNvSpPr/>
            <p:nvPr/>
          </p:nvSpPr>
          <p:spPr>
            <a:xfrm>
              <a:off x="2957763" y="1575862"/>
              <a:ext cx="3228486" cy="3137672"/>
            </a:xfrm>
            <a:custGeom>
              <a:avLst/>
              <a:gdLst/>
              <a:ahLst/>
              <a:cxnLst/>
              <a:rect l="l" t="t" r="r" b="b"/>
              <a:pathLst>
                <a:path w="35977" h="34965" extrusionOk="0">
                  <a:moveTo>
                    <a:pt x="8719" y="1"/>
                  </a:moveTo>
                  <a:cubicBezTo>
                    <a:pt x="8395" y="1"/>
                    <a:pt x="8071" y="25"/>
                    <a:pt x="7751" y="73"/>
                  </a:cubicBezTo>
                  <a:cubicBezTo>
                    <a:pt x="6034" y="331"/>
                    <a:pt x="4443" y="1289"/>
                    <a:pt x="3451" y="2661"/>
                  </a:cubicBezTo>
                  <a:cubicBezTo>
                    <a:pt x="2726" y="3664"/>
                    <a:pt x="2326" y="4865"/>
                    <a:pt x="2189" y="6081"/>
                  </a:cubicBezTo>
                  <a:cubicBezTo>
                    <a:pt x="1875" y="8958"/>
                    <a:pt x="3000" y="11774"/>
                    <a:pt x="3825" y="14555"/>
                  </a:cubicBezTo>
                  <a:cubicBezTo>
                    <a:pt x="4656" y="17336"/>
                    <a:pt x="5163" y="20472"/>
                    <a:pt x="3719" y="23015"/>
                  </a:cubicBezTo>
                  <a:cubicBezTo>
                    <a:pt x="2878" y="24499"/>
                    <a:pt x="1450" y="25629"/>
                    <a:pt x="715" y="27163"/>
                  </a:cubicBezTo>
                  <a:cubicBezTo>
                    <a:pt x="1" y="28648"/>
                    <a:pt x="31" y="30441"/>
                    <a:pt x="796" y="31900"/>
                  </a:cubicBezTo>
                  <a:cubicBezTo>
                    <a:pt x="1556" y="33364"/>
                    <a:pt x="3035" y="34463"/>
                    <a:pt x="4702" y="34807"/>
                  </a:cubicBezTo>
                  <a:lnTo>
                    <a:pt x="30369" y="34964"/>
                  </a:lnTo>
                  <a:cubicBezTo>
                    <a:pt x="32770" y="33642"/>
                    <a:pt x="34579" y="31368"/>
                    <a:pt x="35278" y="28795"/>
                  </a:cubicBezTo>
                  <a:cubicBezTo>
                    <a:pt x="35977" y="26226"/>
                    <a:pt x="35551" y="23395"/>
                    <a:pt x="34128" y="21115"/>
                  </a:cubicBezTo>
                  <a:cubicBezTo>
                    <a:pt x="33530" y="20158"/>
                    <a:pt x="32755" y="19281"/>
                    <a:pt x="32375" y="18223"/>
                  </a:cubicBezTo>
                  <a:cubicBezTo>
                    <a:pt x="31671" y="16267"/>
                    <a:pt x="32426" y="14150"/>
                    <a:pt x="32932" y="12144"/>
                  </a:cubicBezTo>
                  <a:cubicBezTo>
                    <a:pt x="33439" y="10133"/>
                    <a:pt x="33586" y="7727"/>
                    <a:pt x="32031" y="6298"/>
                  </a:cubicBezTo>
                  <a:cubicBezTo>
                    <a:pt x="31045" y="5392"/>
                    <a:pt x="29665" y="5144"/>
                    <a:pt x="28262" y="5144"/>
                  </a:cubicBezTo>
                  <a:cubicBezTo>
                    <a:pt x="27690" y="5144"/>
                    <a:pt x="27114" y="5185"/>
                    <a:pt x="26560" y="5240"/>
                  </a:cubicBezTo>
                  <a:cubicBezTo>
                    <a:pt x="24940" y="5400"/>
                    <a:pt x="23320" y="5613"/>
                    <a:pt x="21694" y="5613"/>
                  </a:cubicBezTo>
                  <a:cubicBezTo>
                    <a:pt x="21423" y="5613"/>
                    <a:pt x="21152" y="5607"/>
                    <a:pt x="20881" y="5594"/>
                  </a:cubicBezTo>
                  <a:cubicBezTo>
                    <a:pt x="18987" y="5508"/>
                    <a:pt x="17052" y="5037"/>
                    <a:pt x="15557" y="3913"/>
                  </a:cubicBezTo>
                  <a:cubicBezTo>
                    <a:pt x="14509" y="3122"/>
                    <a:pt x="13724" y="2048"/>
                    <a:pt x="12665" y="1273"/>
                  </a:cubicBezTo>
                  <a:cubicBezTo>
                    <a:pt x="11544" y="450"/>
                    <a:pt x="10129" y="1"/>
                    <a:pt x="87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665;p20">
              <a:extLst>
                <a:ext uri="{FF2B5EF4-FFF2-40B4-BE49-F238E27FC236}">
                  <a16:creationId xmlns:a16="http://schemas.microsoft.com/office/drawing/2014/main" id="{506365A7-FF28-660C-B680-9CFEA1F84249}"/>
                </a:ext>
              </a:extLst>
            </p:cNvPr>
            <p:cNvSpPr/>
            <p:nvPr/>
          </p:nvSpPr>
          <p:spPr>
            <a:xfrm>
              <a:off x="5267835" y="2782867"/>
              <a:ext cx="633345" cy="726377"/>
            </a:xfrm>
            <a:custGeom>
              <a:avLst/>
              <a:gdLst/>
              <a:ahLst/>
              <a:cxnLst/>
              <a:rect l="l" t="t" r="r" b="b"/>
              <a:pathLst>
                <a:path w="7863" h="9018" extrusionOk="0">
                  <a:moveTo>
                    <a:pt x="310" y="1"/>
                  </a:moveTo>
                  <a:cubicBezTo>
                    <a:pt x="137" y="1"/>
                    <a:pt x="1" y="142"/>
                    <a:pt x="1" y="315"/>
                  </a:cubicBezTo>
                  <a:lnTo>
                    <a:pt x="1" y="315"/>
                  </a:lnTo>
                  <a:lnTo>
                    <a:pt x="1" y="8708"/>
                  </a:lnTo>
                  <a:cubicBezTo>
                    <a:pt x="1" y="8881"/>
                    <a:pt x="137" y="9017"/>
                    <a:pt x="310" y="9017"/>
                  </a:cubicBezTo>
                  <a:lnTo>
                    <a:pt x="310" y="9017"/>
                  </a:lnTo>
                  <a:lnTo>
                    <a:pt x="7548" y="9017"/>
                  </a:lnTo>
                  <a:cubicBezTo>
                    <a:pt x="7721" y="9017"/>
                    <a:pt x="7863" y="8881"/>
                    <a:pt x="7863" y="8708"/>
                  </a:cubicBezTo>
                  <a:lnTo>
                    <a:pt x="7863" y="8708"/>
                  </a:lnTo>
                  <a:lnTo>
                    <a:pt x="7863" y="315"/>
                  </a:lnTo>
                  <a:cubicBezTo>
                    <a:pt x="7863" y="142"/>
                    <a:pt x="7721" y="1"/>
                    <a:pt x="7548" y="1"/>
                  </a:cubicBezTo>
                  <a:lnTo>
                    <a:pt x="754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666;p20">
              <a:extLst>
                <a:ext uri="{FF2B5EF4-FFF2-40B4-BE49-F238E27FC236}">
                  <a16:creationId xmlns:a16="http://schemas.microsoft.com/office/drawing/2014/main" id="{91417A2F-20A0-C7AA-B76B-9D0C62216864}"/>
                </a:ext>
              </a:extLst>
            </p:cNvPr>
            <p:cNvSpPr/>
            <p:nvPr/>
          </p:nvSpPr>
          <p:spPr>
            <a:xfrm>
              <a:off x="5606135" y="3442632"/>
              <a:ext cx="236729" cy="16834"/>
            </a:xfrm>
            <a:custGeom>
              <a:avLst/>
              <a:gdLst/>
              <a:ahLst/>
              <a:cxnLst/>
              <a:rect l="l" t="t" r="r" b="b"/>
              <a:pathLst>
                <a:path w="2939" h="209" extrusionOk="0">
                  <a:moveTo>
                    <a:pt x="0" y="1"/>
                  </a:moveTo>
                  <a:lnTo>
                    <a:pt x="0" y="208"/>
                  </a:lnTo>
                  <a:lnTo>
                    <a:pt x="2938" y="208"/>
                  </a:lnTo>
                  <a:lnTo>
                    <a:pt x="29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667;p20">
              <a:extLst>
                <a:ext uri="{FF2B5EF4-FFF2-40B4-BE49-F238E27FC236}">
                  <a16:creationId xmlns:a16="http://schemas.microsoft.com/office/drawing/2014/main" id="{0D2E9756-F77D-F21A-F54A-F8A9E829F6CC}"/>
                </a:ext>
              </a:extLst>
            </p:cNvPr>
            <p:cNvSpPr/>
            <p:nvPr/>
          </p:nvSpPr>
          <p:spPr>
            <a:xfrm>
              <a:off x="5606135" y="3376099"/>
              <a:ext cx="236729" cy="16834"/>
            </a:xfrm>
            <a:custGeom>
              <a:avLst/>
              <a:gdLst/>
              <a:ahLst/>
              <a:cxnLst/>
              <a:rect l="l" t="t" r="r" b="b"/>
              <a:pathLst>
                <a:path w="2939" h="209" extrusionOk="0">
                  <a:moveTo>
                    <a:pt x="0" y="1"/>
                  </a:moveTo>
                  <a:lnTo>
                    <a:pt x="0" y="209"/>
                  </a:lnTo>
                  <a:lnTo>
                    <a:pt x="2938" y="209"/>
                  </a:lnTo>
                  <a:lnTo>
                    <a:pt x="29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668;p20">
              <a:extLst>
                <a:ext uri="{FF2B5EF4-FFF2-40B4-BE49-F238E27FC236}">
                  <a16:creationId xmlns:a16="http://schemas.microsoft.com/office/drawing/2014/main" id="{B3DF0645-A228-EE83-2581-372149161561}"/>
                </a:ext>
              </a:extLst>
            </p:cNvPr>
            <p:cNvSpPr/>
            <p:nvPr/>
          </p:nvSpPr>
          <p:spPr>
            <a:xfrm>
              <a:off x="5606135" y="3309245"/>
              <a:ext cx="236729" cy="16754"/>
            </a:xfrm>
            <a:custGeom>
              <a:avLst/>
              <a:gdLst/>
              <a:ahLst/>
              <a:cxnLst/>
              <a:rect l="l" t="t" r="r" b="b"/>
              <a:pathLst>
                <a:path w="2939" h="208" extrusionOk="0">
                  <a:moveTo>
                    <a:pt x="0" y="0"/>
                  </a:moveTo>
                  <a:lnTo>
                    <a:pt x="0" y="208"/>
                  </a:lnTo>
                  <a:lnTo>
                    <a:pt x="2938" y="208"/>
                  </a:lnTo>
                  <a:lnTo>
                    <a:pt x="29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669;p20">
              <a:extLst>
                <a:ext uri="{FF2B5EF4-FFF2-40B4-BE49-F238E27FC236}">
                  <a16:creationId xmlns:a16="http://schemas.microsoft.com/office/drawing/2014/main" id="{D407B0C1-D02D-FD82-7538-827112E1C989}"/>
                </a:ext>
              </a:extLst>
            </p:cNvPr>
            <p:cNvSpPr/>
            <p:nvPr/>
          </p:nvSpPr>
          <p:spPr>
            <a:xfrm>
              <a:off x="5606135" y="3242713"/>
              <a:ext cx="236729" cy="16834"/>
            </a:xfrm>
            <a:custGeom>
              <a:avLst/>
              <a:gdLst/>
              <a:ahLst/>
              <a:cxnLst/>
              <a:rect l="l" t="t" r="r" b="b"/>
              <a:pathLst>
                <a:path w="2939" h="209" extrusionOk="0">
                  <a:moveTo>
                    <a:pt x="0" y="0"/>
                  </a:moveTo>
                  <a:lnTo>
                    <a:pt x="0" y="208"/>
                  </a:lnTo>
                  <a:lnTo>
                    <a:pt x="2938" y="208"/>
                  </a:lnTo>
                  <a:lnTo>
                    <a:pt x="29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670;p20">
              <a:extLst>
                <a:ext uri="{FF2B5EF4-FFF2-40B4-BE49-F238E27FC236}">
                  <a16:creationId xmlns:a16="http://schemas.microsoft.com/office/drawing/2014/main" id="{0EAE051E-C0EE-420F-3293-2DC5BD37C0FA}"/>
                </a:ext>
              </a:extLst>
            </p:cNvPr>
            <p:cNvSpPr/>
            <p:nvPr/>
          </p:nvSpPr>
          <p:spPr>
            <a:xfrm>
              <a:off x="5606135" y="3176180"/>
              <a:ext cx="236729" cy="16834"/>
            </a:xfrm>
            <a:custGeom>
              <a:avLst/>
              <a:gdLst/>
              <a:ahLst/>
              <a:cxnLst/>
              <a:rect l="l" t="t" r="r" b="b"/>
              <a:pathLst>
                <a:path w="2939" h="209" extrusionOk="0">
                  <a:moveTo>
                    <a:pt x="0" y="1"/>
                  </a:moveTo>
                  <a:lnTo>
                    <a:pt x="0" y="208"/>
                  </a:lnTo>
                  <a:lnTo>
                    <a:pt x="2938" y="208"/>
                  </a:lnTo>
                  <a:lnTo>
                    <a:pt x="29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671;p20">
              <a:extLst>
                <a:ext uri="{FF2B5EF4-FFF2-40B4-BE49-F238E27FC236}">
                  <a16:creationId xmlns:a16="http://schemas.microsoft.com/office/drawing/2014/main" id="{AECD6802-284E-25A5-A02D-6E81FA6F5F13}"/>
                </a:ext>
              </a:extLst>
            </p:cNvPr>
            <p:cNvSpPr/>
            <p:nvPr/>
          </p:nvSpPr>
          <p:spPr>
            <a:xfrm>
              <a:off x="5326232" y="3109326"/>
              <a:ext cx="516632" cy="16754"/>
            </a:xfrm>
            <a:custGeom>
              <a:avLst/>
              <a:gdLst/>
              <a:ahLst/>
              <a:cxnLst/>
              <a:rect l="l" t="t" r="r" b="b"/>
              <a:pathLst>
                <a:path w="6414" h="208" extrusionOk="0">
                  <a:moveTo>
                    <a:pt x="0" y="0"/>
                  </a:moveTo>
                  <a:lnTo>
                    <a:pt x="0" y="208"/>
                  </a:lnTo>
                  <a:lnTo>
                    <a:pt x="6413" y="208"/>
                  </a:lnTo>
                  <a:lnTo>
                    <a:pt x="6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672;p20">
              <a:extLst>
                <a:ext uri="{FF2B5EF4-FFF2-40B4-BE49-F238E27FC236}">
                  <a16:creationId xmlns:a16="http://schemas.microsoft.com/office/drawing/2014/main" id="{B3B13484-3214-C826-5454-DAC4CEB7EEEC}"/>
                </a:ext>
              </a:extLst>
            </p:cNvPr>
            <p:cNvSpPr/>
            <p:nvPr/>
          </p:nvSpPr>
          <p:spPr>
            <a:xfrm>
              <a:off x="5326232" y="3042794"/>
              <a:ext cx="516632" cy="16834"/>
            </a:xfrm>
            <a:custGeom>
              <a:avLst/>
              <a:gdLst/>
              <a:ahLst/>
              <a:cxnLst/>
              <a:rect l="l" t="t" r="r" b="b"/>
              <a:pathLst>
                <a:path w="6414" h="209" extrusionOk="0">
                  <a:moveTo>
                    <a:pt x="0" y="0"/>
                  </a:moveTo>
                  <a:lnTo>
                    <a:pt x="0" y="208"/>
                  </a:lnTo>
                  <a:lnTo>
                    <a:pt x="6413" y="208"/>
                  </a:lnTo>
                  <a:lnTo>
                    <a:pt x="6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673;p20">
              <a:extLst>
                <a:ext uri="{FF2B5EF4-FFF2-40B4-BE49-F238E27FC236}">
                  <a16:creationId xmlns:a16="http://schemas.microsoft.com/office/drawing/2014/main" id="{301F1E72-749F-DC24-D81B-D09B994313E5}"/>
                </a:ext>
              </a:extLst>
            </p:cNvPr>
            <p:cNvSpPr/>
            <p:nvPr/>
          </p:nvSpPr>
          <p:spPr>
            <a:xfrm>
              <a:off x="5326232" y="2976261"/>
              <a:ext cx="516632" cy="16834"/>
            </a:xfrm>
            <a:custGeom>
              <a:avLst/>
              <a:gdLst/>
              <a:ahLst/>
              <a:cxnLst/>
              <a:rect l="l" t="t" r="r" b="b"/>
              <a:pathLst>
                <a:path w="6414" h="209" extrusionOk="0">
                  <a:moveTo>
                    <a:pt x="0" y="1"/>
                  </a:moveTo>
                  <a:lnTo>
                    <a:pt x="0" y="208"/>
                  </a:lnTo>
                  <a:lnTo>
                    <a:pt x="6413" y="208"/>
                  </a:lnTo>
                  <a:lnTo>
                    <a:pt x="64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674;p20">
              <a:extLst>
                <a:ext uri="{FF2B5EF4-FFF2-40B4-BE49-F238E27FC236}">
                  <a16:creationId xmlns:a16="http://schemas.microsoft.com/office/drawing/2014/main" id="{8DD721FF-F024-1C55-F421-0F290C9DA6DE}"/>
                </a:ext>
              </a:extLst>
            </p:cNvPr>
            <p:cNvSpPr/>
            <p:nvPr/>
          </p:nvSpPr>
          <p:spPr>
            <a:xfrm>
              <a:off x="5326232" y="2909327"/>
              <a:ext cx="516632" cy="16834"/>
            </a:xfrm>
            <a:custGeom>
              <a:avLst/>
              <a:gdLst/>
              <a:ahLst/>
              <a:cxnLst/>
              <a:rect l="l" t="t" r="r" b="b"/>
              <a:pathLst>
                <a:path w="6414" h="209" extrusionOk="0">
                  <a:moveTo>
                    <a:pt x="0" y="1"/>
                  </a:moveTo>
                  <a:lnTo>
                    <a:pt x="0" y="209"/>
                  </a:lnTo>
                  <a:lnTo>
                    <a:pt x="6413" y="209"/>
                  </a:lnTo>
                  <a:lnTo>
                    <a:pt x="64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675;p20">
              <a:extLst>
                <a:ext uri="{FF2B5EF4-FFF2-40B4-BE49-F238E27FC236}">
                  <a16:creationId xmlns:a16="http://schemas.microsoft.com/office/drawing/2014/main" id="{CA55682A-3906-F463-18B0-0E6C1C2F074C}"/>
                </a:ext>
              </a:extLst>
            </p:cNvPr>
            <p:cNvSpPr/>
            <p:nvPr/>
          </p:nvSpPr>
          <p:spPr>
            <a:xfrm>
              <a:off x="5326232" y="3174569"/>
              <a:ext cx="244059" cy="284897"/>
            </a:xfrm>
            <a:custGeom>
              <a:avLst/>
              <a:gdLst/>
              <a:ahLst/>
              <a:cxnLst/>
              <a:rect l="l" t="t" r="r" b="b"/>
              <a:pathLst>
                <a:path w="3030" h="3537" extrusionOk="0">
                  <a:moveTo>
                    <a:pt x="193" y="1"/>
                  </a:moveTo>
                  <a:cubicBezTo>
                    <a:pt x="86" y="1"/>
                    <a:pt x="0" y="87"/>
                    <a:pt x="0" y="193"/>
                  </a:cubicBezTo>
                  <a:lnTo>
                    <a:pt x="0" y="3344"/>
                  </a:lnTo>
                  <a:cubicBezTo>
                    <a:pt x="0" y="3450"/>
                    <a:pt x="86" y="3536"/>
                    <a:pt x="193" y="3536"/>
                  </a:cubicBezTo>
                  <a:lnTo>
                    <a:pt x="2837" y="3536"/>
                  </a:lnTo>
                  <a:cubicBezTo>
                    <a:pt x="2943" y="3536"/>
                    <a:pt x="3029" y="3450"/>
                    <a:pt x="3029" y="3344"/>
                  </a:cubicBezTo>
                  <a:lnTo>
                    <a:pt x="3029" y="193"/>
                  </a:lnTo>
                  <a:cubicBezTo>
                    <a:pt x="3029" y="87"/>
                    <a:pt x="2943" y="1"/>
                    <a:pt x="2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676;p20">
              <a:extLst>
                <a:ext uri="{FF2B5EF4-FFF2-40B4-BE49-F238E27FC236}">
                  <a16:creationId xmlns:a16="http://schemas.microsoft.com/office/drawing/2014/main" id="{22419918-A88D-817A-7F8F-C487C9411508}"/>
                </a:ext>
              </a:extLst>
            </p:cNvPr>
            <p:cNvSpPr/>
            <p:nvPr/>
          </p:nvSpPr>
          <p:spPr>
            <a:xfrm>
              <a:off x="5267835" y="2693540"/>
              <a:ext cx="633345" cy="166089"/>
            </a:xfrm>
            <a:custGeom>
              <a:avLst/>
              <a:gdLst/>
              <a:ahLst/>
              <a:cxnLst/>
              <a:rect l="l" t="t" r="r" b="b"/>
              <a:pathLst>
                <a:path w="7863" h="2062" extrusionOk="0">
                  <a:moveTo>
                    <a:pt x="310" y="0"/>
                  </a:moveTo>
                  <a:cubicBezTo>
                    <a:pt x="137" y="0"/>
                    <a:pt x="1" y="137"/>
                    <a:pt x="1" y="309"/>
                  </a:cubicBezTo>
                  <a:lnTo>
                    <a:pt x="1" y="309"/>
                  </a:lnTo>
                  <a:lnTo>
                    <a:pt x="1" y="2062"/>
                  </a:lnTo>
                  <a:lnTo>
                    <a:pt x="7863" y="2062"/>
                  </a:lnTo>
                  <a:lnTo>
                    <a:pt x="7863" y="309"/>
                  </a:lnTo>
                  <a:cubicBezTo>
                    <a:pt x="7863" y="137"/>
                    <a:pt x="7721" y="0"/>
                    <a:pt x="7548" y="0"/>
                  </a:cubicBezTo>
                  <a:lnTo>
                    <a:pt x="75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677;p20">
              <a:extLst>
                <a:ext uri="{FF2B5EF4-FFF2-40B4-BE49-F238E27FC236}">
                  <a16:creationId xmlns:a16="http://schemas.microsoft.com/office/drawing/2014/main" id="{1BE468D7-0D1D-3DDD-5EFA-E87102E3B18F}"/>
                </a:ext>
              </a:extLst>
            </p:cNvPr>
            <p:cNvSpPr/>
            <p:nvPr/>
          </p:nvSpPr>
          <p:spPr>
            <a:xfrm>
              <a:off x="3333629" y="1985881"/>
              <a:ext cx="632942" cy="597018"/>
            </a:xfrm>
            <a:custGeom>
              <a:avLst/>
              <a:gdLst/>
              <a:ahLst/>
              <a:cxnLst/>
              <a:rect l="l" t="t" r="r" b="b"/>
              <a:pathLst>
                <a:path w="7858" h="7412" extrusionOk="0">
                  <a:moveTo>
                    <a:pt x="335" y="0"/>
                  </a:moveTo>
                  <a:cubicBezTo>
                    <a:pt x="147" y="0"/>
                    <a:pt x="1" y="152"/>
                    <a:pt x="1" y="340"/>
                  </a:cubicBezTo>
                  <a:lnTo>
                    <a:pt x="1" y="340"/>
                  </a:lnTo>
                  <a:lnTo>
                    <a:pt x="1" y="7072"/>
                  </a:lnTo>
                  <a:cubicBezTo>
                    <a:pt x="1" y="7259"/>
                    <a:pt x="147" y="7411"/>
                    <a:pt x="335" y="7411"/>
                  </a:cubicBezTo>
                  <a:lnTo>
                    <a:pt x="335" y="7411"/>
                  </a:lnTo>
                  <a:lnTo>
                    <a:pt x="7523" y="7411"/>
                  </a:lnTo>
                  <a:cubicBezTo>
                    <a:pt x="7710" y="7411"/>
                    <a:pt x="7857" y="7259"/>
                    <a:pt x="7857" y="7072"/>
                  </a:cubicBezTo>
                  <a:lnTo>
                    <a:pt x="7857" y="7072"/>
                  </a:lnTo>
                  <a:lnTo>
                    <a:pt x="7857" y="340"/>
                  </a:lnTo>
                  <a:cubicBezTo>
                    <a:pt x="7857" y="152"/>
                    <a:pt x="7710" y="0"/>
                    <a:pt x="7523" y="0"/>
                  </a:cubicBezTo>
                  <a:lnTo>
                    <a:pt x="75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678;p20">
              <a:extLst>
                <a:ext uri="{FF2B5EF4-FFF2-40B4-BE49-F238E27FC236}">
                  <a16:creationId xmlns:a16="http://schemas.microsoft.com/office/drawing/2014/main" id="{54BA53CA-6B97-283A-AAAD-CCD4B4138137}"/>
                </a:ext>
              </a:extLst>
            </p:cNvPr>
            <p:cNvSpPr/>
            <p:nvPr/>
          </p:nvSpPr>
          <p:spPr>
            <a:xfrm>
              <a:off x="3333629" y="1985881"/>
              <a:ext cx="632942" cy="211840"/>
            </a:xfrm>
            <a:custGeom>
              <a:avLst/>
              <a:gdLst/>
              <a:ahLst/>
              <a:cxnLst/>
              <a:rect l="l" t="t" r="r" b="b"/>
              <a:pathLst>
                <a:path w="7858" h="2630" extrusionOk="0">
                  <a:moveTo>
                    <a:pt x="335" y="0"/>
                  </a:moveTo>
                  <a:cubicBezTo>
                    <a:pt x="147" y="0"/>
                    <a:pt x="1" y="152"/>
                    <a:pt x="1" y="340"/>
                  </a:cubicBezTo>
                  <a:lnTo>
                    <a:pt x="1" y="340"/>
                  </a:lnTo>
                  <a:lnTo>
                    <a:pt x="1" y="2629"/>
                  </a:lnTo>
                  <a:lnTo>
                    <a:pt x="7857" y="2629"/>
                  </a:lnTo>
                  <a:lnTo>
                    <a:pt x="7857" y="340"/>
                  </a:lnTo>
                  <a:cubicBezTo>
                    <a:pt x="7857" y="152"/>
                    <a:pt x="7710" y="0"/>
                    <a:pt x="7523" y="0"/>
                  </a:cubicBezTo>
                  <a:lnTo>
                    <a:pt x="75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679;p20">
              <a:extLst>
                <a:ext uri="{FF2B5EF4-FFF2-40B4-BE49-F238E27FC236}">
                  <a16:creationId xmlns:a16="http://schemas.microsoft.com/office/drawing/2014/main" id="{BB3F98F1-FFB2-D096-6A0A-5FD6A5843B07}"/>
                </a:ext>
              </a:extLst>
            </p:cNvPr>
            <p:cNvSpPr/>
            <p:nvPr/>
          </p:nvSpPr>
          <p:spPr>
            <a:xfrm>
              <a:off x="3391945" y="2515883"/>
              <a:ext cx="516229" cy="16834"/>
            </a:xfrm>
            <a:custGeom>
              <a:avLst/>
              <a:gdLst/>
              <a:ahLst/>
              <a:cxnLst/>
              <a:rect l="l" t="t" r="r" b="b"/>
              <a:pathLst>
                <a:path w="6409" h="209" extrusionOk="0">
                  <a:moveTo>
                    <a:pt x="1" y="0"/>
                  </a:moveTo>
                  <a:lnTo>
                    <a:pt x="1" y="208"/>
                  </a:lnTo>
                  <a:lnTo>
                    <a:pt x="6409" y="208"/>
                  </a:lnTo>
                  <a:lnTo>
                    <a:pt x="64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680;p20">
              <a:extLst>
                <a:ext uri="{FF2B5EF4-FFF2-40B4-BE49-F238E27FC236}">
                  <a16:creationId xmlns:a16="http://schemas.microsoft.com/office/drawing/2014/main" id="{E2332671-4959-17DB-991E-6432D26EB803}"/>
                </a:ext>
              </a:extLst>
            </p:cNvPr>
            <p:cNvSpPr/>
            <p:nvPr/>
          </p:nvSpPr>
          <p:spPr>
            <a:xfrm>
              <a:off x="3391945" y="2449351"/>
              <a:ext cx="516229" cy="16834"/>
            </a:xfrm>
            <a:custGeom>
              <a:avLst/>
              <a:gdLst/>
              <a:ahLst/>
              <a:cxnLst/>
              <a:rect l="l" t="t" r="r" b="b"/>
              <a:pathLst>
                <a:path w="6409" h="209" extrusionOk="0">
                  <a:moveTo>
                    <a:pt x="1" y="1"/>
                  </a:moveTo>
                  <a:lnTo>
                    <a:pt x="1" y="208"/>
                  </a:lnTo>
                  <a:lnTo>
                    <a:pt x="6409" y="208"/>
                  </a:lnTo>
                  <a:lnTo>
                    <a:pt x="64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681;p20">
              <a:extLst>
                <a:ext uri="{FF2B5EF4-FFF2-40B4-BE49-F238E27FC236}">
                  <a16:creationId xmlns:a16="http://schemas.microsoft.com/office/drawing/2014/main" id="{F9B595A9-D956-8EAB-8FF5-1A986E277C14}"/>
                </a:ext>
              </a:extLst>
            </p:cNvPr>
            <p:cNvSpPr/>
            <p:nvPr/>
          </p:nvSpPr>
          <p:spPr>
            <a:xfrm>
              <a:off x="3391945" y="2382899"/>
              <a:ext cx="516229" cy="16754"/>
            </a:xfrm>
            <a:custGeom>
              <a:avLst/>
              <a:gdLst/>
              <a:ahLst/>
              <a:cxnLst/>
              <a:rect l="l" t="t" r="r" b="b"/>
              <a:pathLst>
                <a:path w="6409" h="208" extrusionOk="0">
                  <a:moveTo>
                    <a:pt x="1" y="0"/>
                  </a:moveTo>
                  <a:lnTo>
                    <a:pt x="1" y="208"/>
                  </a:lnTo>
                  <a:lnTo>
                    <a:pt x="6409" y="208"/>
                  </a:lnTo>
                  <a:lnTo>
                    <a:pt x="64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682;p20">
              <a:extLst>
                <a:ext uri="{FF2B5EF4-FFF2-40B4-BE49-F238E27FC236}">
                  <a16:creationId xmlns:a16="http://schemas.microsoft.com/office/drawing/2014/main" id="{8A7E145B-D042-3020-C10A-F2DC05A34439}"/>
                </a:ext>
              </a:extLst>
            </p:cNvPr>
            <p:cNvSpPr/>
            <p:nvPr/>
          </p:nvSpPr>
          <p:spPr>
            <a:xfrm>
              <a:off x="3391945" y="2315964"/>
              <a:ext cx="516229" cy="16834"/>
            </a:xfrm>
            <a:custGeom>
              <a:avLst/>
              <a:gdLst/>
              <a:ahLst/>
              <a:cxnLst/>
              <a:rect l="l" t="t" r="r" b="b"/>
              <a:pathLst>
                <a:path w="6409" h="209" extrusionOk="0">
                  <a:moveTo>
                    <a:pt x="1" y="0"/>
                  </a:moveTo>
                  <a:lnTo>
                    <a:pt x="1" y="208"/>
                  </a:lnTo>
                  <a:lnTo>
                    <a:pt x="6409" y="208"/>
                  </a:lnTo>
                  <a:lnTo>
                    <a:pt x="64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683;p20">
              <a:extLst>
                <a:ext uri="{FF2B5EF4-FFF2-40B4-BE49-F238E27FC236}">
                  <a16:creationId xmlns:a16="http://schemas.microsoft.com/office/drawing/2014/main" id="{8A4C4EB4-29C9-3706-22F1-365A0B16837B}"/>
                </a:ext>
              </a:extLst>
            </p:cNvPr>
            <p:cNvSpPr/>
            <p:nvPr/>
          </p:nvSpPr>
          <p:spPr>
            <a:xfrm>
              <a:off x="3391945" y="2249432"/>
              <a:ext cx="516229" cy="16834"/>
            </a:xfrm>
            <a:custGeom>
              <a:avLst/>
              <a:gdLst/>
              <a:ahLst/>
              <a:cxnLst/>
              <a:rect l="l" t="t" r="r" b="b"/>
              <a:pathLst>
                <a:path w="6409" h="209" extrusionOk="0">
                  <a:moveTo>
                    <a:pt x="1" y="1"/>
                  </a:moveTo>
                  <a:lnTo>
                    <a:pt x="1" y="208"/>
                  </a:lnTo>
                  <a:lnTo>
                    <a:pt x="6409" y="208"/>
                  </a:lnTo>
                  <a:lnTo>
                    <a:pt x="64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684;p20">
              <a:extLst>
                <a:ext uri="{FF2B5EF4-FFF2-40B4-BE49-F238E27FC236}">
                  <a16:creationId xmlns:a16="http://schemas.microsoft.com/office/drawing/2014/main" id="{DD7F4ED3-A258-9DD7-A841-4F649D5350B6}"/>
                </a:ext>
              </a:extLst>
            </p:cNvPr>
            <p:cNvSpPr/>
            <p:nvPr/>
          </p:nvSpPr>
          <p:spPr>
            <a:xfrm>
              <a:off x="3256522" y="3761636"/>
              <a:ext cx="554972" cy="636567"/>
            </a:xfrm>
            <a:custGeom>
              <a:avLst/>
              <a:gdLst/>
              <a:ahLst/>
              <a:cxnLst/>
              <a:rect l="l" t="t" r="r" b="b"/>
              <a:pathLst>
                <a:path w="6890" h="7903" extrusionOk="0">
                  <a:moveTo>
                    <a:pt x="274" y="0"/>
                  </a:moveTo>
                  <a:cubicBezTo>
                    <a:pt x="122" y="0"/>
                    <a:pt x="0" y="122"/>
                    <a:pt x="0" y="274"/>
                  </a:cubicBezTo>
                  <a:lnTo>
                    <a:pt x="0" y="274"/>
                  </a:lnTo>
                  <a:lnTo>
                    <a:pt x="0" y="7629"/>
                  </a:lnTo>
                  <a:cubicBezTo>
                    <a:pt x="0" y="7781"/>
                    <a:pt x="122" y="7903"/>
                    <a:pt x="274" y="7903"/>
                  </a:cubicBezTo>
                  <a:lnTo>
                    <a:pt x="274" y="7903"/>
                  </a:lnTo>
                  <a:lnTo>
                    <a:pt x="6616" y="7903"/>
                  </a:lnTo>
                  <a:cubicBezTo>
                    <a:pt x="6768" y="7903"/>
                    <a:pt x="6890" y="7781"/>
                    <a:pt x="6890" y="7629"/>
                  </a:cubicBezTo>
                  <a:lnTo>
                    <a:pt x="6890" y="7629"/>
                  </a:lnTo>
                  <a:lnTo>
                    <a:pt x="6890" y="274"/>
                  </a:lnTo>
                  <a:cubicBezTo>
                    <a:pt x="6890" y="122"/>
                    <a:pt x="6768" y="0"/>
                    <a:pt x="6616" y="0"/>
                  </a:cubicBezTo>
                  <a:lnTo>
                    <a:pt x="661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685;p20">
              <a:extLst>
                <a:ext uri="{FF2B5EF4-FFF2-40B4-BE49-F238E27FC236}">
                  <a16:creationId xmlns:a16="http://schemas.microsoft.com/office/drawing/2014/main" id="{CD5965D0-CADE-E613-B6CA-9EFB6A509397}"/>
                </a:ext>
              </a:extLst>
            </p:cNvPr>
            <p:cNvSpPr/>
            <p:nvPr/>
          </p:nvSpPr>
          <p:spPr>
            <a:xfrm>
              <a:off x="3307509" y="4339806"/>
              <a:ext cx="452596" cy="14740"/>
            </a:xfrm>
            <a:custGeom>
              <a:avLst/>
              <a:gdLst/>
              <a:ahLst/>
              <a:cxnLst/>
              <a:rect l="l" t="t" r="r" b="b"/>
              <a:pathLst>
                <a:path w="5619" h="183" extrusionOk="0">
                  <a:moveTo>
                    <a:pt x="1" y="0"/>
                  </a:moveTo>
                  <a:lnTo>
                    <a:pt x="1" y="183"/>
                  </a:lnTo>
                  <a:lnTo>
                    <a:pt x="5618" y="183"/>
                  </a:lnTo>
                  <a:lnTo>
                    <a:pt x="56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686;p20">
              <a:extLst>
                <a:ext uri="{FF2B5EF4-FFF2-40B4-BE49-F238E27FC236}">
                  <a16:creationId xmlns:a16="http://schemas.microsoft.com/office/drawing/2014/main" id="{40AB5BD1-B743-2377-8D5E-7BD28E3FC000}"/>
                </a:ext>
              </a:extLst>
            </p:cNvPr>
            <p:cNvSpPr/>
            <p:nvPr/>
          </p:nvSpPr>
          <p:spPr>
            <a:xfrm>
              <a:off x="3307509" y="4281409"/>
              <a:ext cx="452596" cy="14821"/>
            </a:xfrm>
            <a:custGeom>
              <a:avLst/>
              <a:gdLst/>
              <a:ahLst/>
              <a:cxnLst/>
              <a:rect l="l" t="t" r="r" b="b"/>
              <a:pathLst>
                <a:path w="5619" h="184" extrusionOk="0">
                  <a:moveTo>
                    <a:pt x="1" y="1"/>
                  </a:moveTo>
                  <a:lnTo>
                    <a:pt x="1" y="183"/>
                  </a:lnTo>
                  <a:lnTo>
                    <a:pt x="5618" y="183"/>
                  </a:lnTo>
                  <a:lnTo>
                    <a:pt x="56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687;p20">
              <a:extLst>
                <a:ext uri="{FF2B5EF4-FFF2-40B4-BE49-F238E27FC236}">
                  <a16:creationId xmlns:a16="http://schemas.microsoft.com/office/drawing/2014/main" id="{77736B49-4433-51F0-8490-AD03268CF003}"/>
                </a:ext>
              </a:extLst>
            </p:cNvPr>
            <p:cNvSpPr/>
            <p:nvPr/>
          </p:nvSpPr>
          <p:spPr>
            <a:xfrm>
              <a:off x="3307509" y="4223092"/>
              <a:ext cx="452596" cy="14337"/>
            </a:xfrm>
            <a:custGeom>
              <a:avLst/>
              <a:gdLst/>
              <a:ahLst/>
              <a:cxnLst/>
              <a:rect l="l" t="t" r="r" b="b"/>
              <a:pathLst>
                <a:path w="5619" h="178" extrusionOk="0">
                  <a:moveTo>
                    <a:pt x="1" y="0"/>
                  </a:moveTo>
                  <a:lnTo>
                    <a:pt x="1" y="178"/>
                  </a:lnTo>
                  <a:lnTo>
                    <a:pt x="5618" y="178"/>
                  </a:lnTo>
                  <a:lnTo>
                    <a:pt x="56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688;p20">
              <a:extLst>
                <a:ext uri="{FF2B5EF4-FFF2-40B4-BE49-F238E27FC236}">
                  <a16:creationId xmlns:a16="http://schemas.microsoft.com/office/drawing/2014/main" id="{36005A43-C4D2-85B3-9B4E-C6BE2CC18711}"/>
                </a:ext>
              </a:extLst>
            </p:cNvPr>
            <p:cNvSpPr/>
            <p:nvPr/>
          </p:nvSpPr>
          <p:spPr>
            <a:xfrm>
              <a:off x="3307509" y="4164373"/>
              <a:ext cx="452596" cy="14740"/>
            </a:xfrm>
            <a:custGeom>
              <a:avLst/>
              <a:gdLst/>
              <a:ahLst/>
              <a:cxnLst/>
              <a:rect l="l" t="t" r="r" b="b"/>
              <a:pathLst>
                <a:path w="5619" h="183" extrusionOk="0">
                  <a:moveTo>
                    <a:pt x="1" y="0"/>
                  </a:moveTo>
                  <a:lnTo>
                    <a:pt x="1" y="182"/>
                  </a:lnTo>
                  <a:lnTo>
                    <a:pt x="5618" y="182"/>
                  </a:lnTo>
                  <a:lnTo>
                    <a:pt x="56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689;p20">
              <a:extLst>
                <a:ext uri="{FF2B5EF4-FFF2-40B4-BE49-F238E27FC236}">
                  <a16:creationId xmlns:a16="http://schemas.microsoft.com/office/drawing/2014/main" id="{FA4AFCD3-17ED-0EAA-1D74-4AC89337437F}"/>
                </a:ext>
              </a:extLst>
            </p:cNvPr>
            <p:cNvSpPr/>
            <p:nvPr/>
          </p:nvSpPr>
          <p:spPr>
            <a:xfrm>
              <a:off x="3307509" y="4105976"/>
              <a:ext cx="452596" cy="14740"/>
            </a:xfrm>
            <a:custGeom>
              <a:avLst/>
              <a:gdLst/>
              <a:ahLst/>
              <a:cxnLst/>
              <a:rect l="l" t="t" r="r" b="b"/>
              <a:pathLst>
                <a:path w="5619" h="183" extrusionOk="0">
                  <a:moveTo>
                    <a:pt x="1" y="1"/>
                  </a:moveTo>
                  <a:lnTo>
                    <a:pt x="1" y="183"/>
                  </a:lnTo>
                  <a:lnTo>
                    <a:pt x="5618" y="183"/>
                  </a:lnTo>
                  <a:lnTo>
                    <a:pt x="56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690;p20">
              <a:extLst>
                <a:ext uri="{FF2B5EF4-FFF2-40B4-BE49-F238E27FC236}">
                  <a16:creationId xmlns:a16="http://schemas.microsoft.com/office/drawing/2014/main" id="{580063BB-5CC0-0C32-B1FE-1C09ADCCEF1C}"/>
                </a:ext>
              </a:extLst>
            </p:cNvPr>
            <p:cNvSpPr/>
            <p:nvPr/>
          </p:nvSpPr>
          <p:spPr>
            <a:xfrm>
              <a:off x="3307509" y="4047660"/>
              <a:ext cx="452596" cy="14740"/>
            </a:xfrm>
            <a:custGeom>
              <a:avLst/>
              <a:gdLst/>
              <a:ahLst/>
              <a:cxnLst/>
              <a:rect l="l" t="t" r="r" b="b"/>
              <a:pathLst>
                <a:path w="5619" h="183" extrusionOk="0">
                  <a:moveTo>
                    <a:pt x="1" y="0"/>
                  </a:moveTo>
                  <a:lnTo>
                    <a:pt x="1" y="183"/>
                  </a:lnTo>
                  <a:lnTo>
                    <a:pt x="5618" y="183"/>
                  </a:lnTo>
                  <a:lnTo>
                    <a:pt x="56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691;p20">
              <a:extLst>
                <a:ext uri="{FF2B5EF4-FFF2-40B4-BE49-F238E27FC236}">
                  <a16:creationId xmlns:a16="http://schemas.microsoft.com/office/drawing/2014/main" id="{62CAEB5D-861A-7EDF-9673-973C9033300D}"/>
                </a:ext>
              </a:extLst>
            </p:cNvPr>
            <p:cNvSpPr/>
            <p:nvPr/>
          </p:nvSpPr>
          <p:spPr>
            <a:xfrm>
              <a:off x="3307509" y="3865703"/>
              <a:ext cx="452596" cy="138381"/>
            </a:xfrm>
            <a:custGeom>
              <a:avLst/>
              <a:gdLst/>
              <a:ahLst/>
              <a:cxnLst/>
              <a:rect l="l" t="t" r="r" b="b"/>
              <a:pathLst>
                <a:path w="5619" h="1718" extrusionOk="0">
                  <a:moveTo>
                    <a:pt x="137" y="0"/>
                  </a:moveTo>
                  <a:cubicBezTo>
                    <a:pt x="61" y="0"/>
                    <a:pt x="1" y="61"/>
                    <a:pt x="1" y="137"/>
                  </a:cubicBezTo>
                  <a:lnTo>
                    <a:pt x="1" y="1580"/>
                  </a:lnTo>
                  <a:cubicBezTo>
                    <a:pt x="1" y="1656"/>
                    <a:pt x="61" y="1717"/>
                    <a:pt x="137" y="1717"/>
                  </a:cubicBezTo>
                  <a:lnTo>
                    <a:pt x="5487" y="1717"/>
                  </a:lnTo>
                  <a:cubicBezTo>
                    <a:pt x="5557" y="1717"/>
                    <a:pt x="5618" y="1656"/>
                    <a:pt x="5618" y="1580"/>
                  </a:cubicBezTo>
                  <a:lnTo>
                    <a:pt x="5618" y="137"/>
                  </a:lnTo>
                  <a:cubicBezTo>
                    <a:pt x="5618" y="61"/>
                    <a:pt x="5557" y="0"/>
                    <a:pt x="54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692;p20">
              <a:extLst>
                <a:ext uri="{FF2B5EF4-FFF2-40B4-BE49-F238E27FC236}">
                  <a16:creationId xmlns:a16="http://schemas.microsoft.com/office/drawing/2014/main" id="{56B78C4D-6DA9-51F7-E20A-35EF1CE11116}"/>
                </a:ext>
              </a:extLst>
            </p:cNvPr>
            <p:cNvSpPr/>
            <p:nvPr/>
          </p:nvSpPr>
          <p:spPr>
            <a:xfrm>
              <a:off x="3256522" y="3761636"/>
              <a:ext cx="554972" cy="67016"/>
            </a:xfrm>
            <a:custGeom>
              <a:avLst/>
              <a:gdLst/>
              <a:ahLst/>
              <a:cxnLst/>
              <a:rect l="l" t="t" r="r" b="b"/>
              <a:pathLst>
                <a:path w="6890" h="832" extrusionOk="0">
                  <a:moveTo>
                    <a:pt x="274" y="0"/>
                  </a:moveTo>
                  <a:cubicBezTo>
                    <a:pt x="122" y="0"/>
                    <a:pt x="0" y="122"/>
                    <a:pt x="0" y="274"/>
                  </a:cubicBezTo>
                  <a:lnTo>
                    <a:pt x="0" y="274"/>
                  </a:lnTo>
                  <a:lnTo>
                    <a:pt x="0" y="831"/>
                  </a:lnTo>
                  <a:lnTo>
                    <a:pt x="6890" y="831"/>
                  </a:lnTo>
                  <a:lnTo>
                    <a:pt x="6890" y="274"/>
                  </a:lnTo>
                  <a:cubicBezTo>
                    <a:pt x="6890" y="122"/>
                    <a:pt x="6768" y="0"/>
                    <a:pt x="6616" y="0"/>
                  </a:cubicBezTo>
                  <a:lnTo>
                    <a:pt x="661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694;p20">
              <a:extLst>
                <a:ext uri="{FF2B5EF4-FFF2-40B4-BE49-F238E27FC236}">
                  <a16:creationId xmlns:a16="http://schemas.microsoft.com/office/drawing/2014/main" id="{A4C6B935-7788-9A9D-03A5-C9822BEF1BF3}"/>
                </a:ext>
              </a:extLst>
            </p:cNvPr>
            <p:cNvSpPr/>
            <p:nvPr/>
          </p:nvSpPr>
          <p:spPr>
            <a:xfrm>
              <a:off x="4881257" y="1964247"/>
              <a:ext cx="652515" cy="386064"/>
            </a:xfrm>
            <a:custGeom>
              <a:avLst/>
              <a:gdLst/>
              <a:ahLst/>
              <a:cxnLst/>
              <a:rect l="l" t="t" r="r" b="b"/>
              <a:pathLst>
                <a:path w="8101" h="4793" extrusionOk="0">
                  <a:moveTo>
                    <a:pt x="320" y="1"/>
                  </a:moveTo>
                  <a:cubicBezTo>
                    <a:pt x="143" y="1"/>
                    <a:pt x="1" y="142"/>
                    <a:pt x="1" y="320"/>
                  </a:cubicBezTo>
                  <a:lnTo>
                    <a:pt x="1" y="320"/>
                  </a:lnTo>
                  <a:lnTo>
                    <a:pt x="1" y="4474"/>
                  </a:lnTo>
                  <a:cubicBezTo>
                    <a:pt x="1" y="4651"/>
                    <a:pt x="143" y="4793"/>
                    <a:pt x="320" y="4793"/>
                  </a:cubicBezTo>
                  <a:lnTo>
                    <a:pt x="320" y="4793"/>
                  </a:lnTo>
                  <a:lnTo>
                    <a:pt x="7777" y="4793"/>
                  </a:lnTo>
                  <a:cubicBezTo>
                    <a:pt x="7954" y="4793"/>
                    <a:pt x="8101" y="4651"/>
                    <a:pt x="8101" y="4474"/>
                  </a:cubicBezTo>
                  <a:lnTo>
                    <a:pt x="8101" y="4474"/>
                  </a:lnTo>
                  <a:lnTo>
                    <a:pt x="8101" y="320"/>
                  </a:lnTo>
                  <a:cubicBezTo>
                    <a:pt x="8101" y="142"/>
                    <a:pt x="7954" y="1"/>
                    <a:pt x="7777" y="1"/>
                  </a:cubicBezTo>
                  <a:lnTo>
                    <a:pt x="777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695;p20">
              <a:extLst>
                <a:ext uri="{FF2B5EF4-FFF2-40B4-BE49-F238E27FC236}">
                  <a16:creationId xmlns:a16="http://schemas.microsoft.com/office/drawing/2014/main" id="{60814151-A26F-E172-0DD6-6F592C190492}"/>
                </a:ext>
              </a:extLst>
            </p:cNvPr>
            <p:cNvSpPr/>
            <p:nvPr/>
          </p:nvSpPr>
          <p:spPr>
            <a:xfrm>
              <a:off x="4921692" y="2004279"/>
              <a:ext cx="571726" cy="306081"/>
            </a:xfrm>
            <a:custGeom>
              <a:avLst/>
              <a:gdLst/>
              <a:ahLst/>
              <a:cxnLst/>
              <a:rect l="l" t="t" r="r" b="b"/>
              <a:pathLst>
                <a:path w="7098" h="3800" extrusionOk="0">
                  <a:moveTo>
                    <a:pt x="76" y="0"/>
                  </a:moveTo>
                  <a:cubicBezTo>
                    <a:pt x="36" y="0"/>
                    <a:pt x="0" y="36"/>
                    <a:pt x="0" y="81"/>
                  </a:cubicBezTo>
                  <a:lnTo>
                    <a:pt x="0" y="81"/>
                  </a:lnTo>
                  <a:lnTo>
                    <a:pt x="0" y="3718"/>
                  </a:lnTo>
                  <a:cubicBezTo>
                    <a:pt x="0" y="3764"/>
                    <a:pt x="36" y="3799"/>
                    <a:pt x="76" y="3799"/>
                  </a:cubicBezTo>
                  <a:lnTo>
                    <a:pt x="76" y="3799"/>
                  </a:lnTo>
                  <a:lnTo>
                    <a:pt x="7016" y="3799"/>
                  </a:lnTo>
                  <a:cubicBezTo>
                    <a:pt x="7062" y="3799"/>
                    <a:pt x="7097" y="3764"/>
                    <a:pt x="7097" y="3718"/>
                  </a:cubicBezTo>
                  <a:lnTo>
                    <a:pt x="7097" y="3718"/>
                  </a:lnTo>
                  <a:lnTo>
                    <a:pt x="7097" y="81"/>
                  </a:lnTo>
                  <a:cubicBezTo>
                    <a:pt x="7097" y="36"/>
                    <a:pt x="7062" y="0"/>
                    <a:pt x="7016" y="0"/>
                  </a:cubicBezTo>
                  <a:lnTo>
                    <a:pt x="701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696;p20">
              <a:extLst>
                <a:ext uri="{FF2B5EF4-FFF2-40B4-BE49-F238E27FC236}">
                  <a16:creationId xmlns:a16="http://schemas.microsoft.com/office/drawing/2014/main" id="{1DAF2CEC-202C-E875-BCEB-2A7E0CD58AA7}"/>
                </a:ext>
              </a:extLst>
            </p:cNvPr>
            <p:cNvSpPr/>
            <p:nvPr/>
          </p:nvSpPr>
          <p:spPr>
            <a:xfrm>
              <a:off x="5107354" y="2057279"/>
              <a:ext cx="199999" cy="199999"/>
            </a:xfrm>
            <a:custGeom>
              <a:avLst/>
              <a:gdLst/>
              <a:ahLst/>
              <a:cxnLst/>
              <a:rect l="l" t="t" r="r" b="b"/>
              <a:pathLst>
                <a:path w="2483" h="2483" extrusionOk="0">
                  <a:moveTo>
                    <a:pt x="0" y="1242"/>
                  </a:moveTo>
                  <a:cubicBezTo>
                    <a:pt x="0" y="1926"/>
                    <a:pt x="557" y="2483"/>
                    <a:pt x="1241" y="2483"/>
                  </a:cubicBezTo>
                  <a:lnTo>
                    <a:pt x="1241" y="2483"/>
                  </a:lnTo>
                  <a:cubicBezTo>
                    <a:pt x="1930" y="2483"/>
                    <a:pt x="2482" y="1926"/>
                    <a:pt x="2482" y="1242"/>
                  </a:cubicBezTo>
                  <a:lnTo>
                    <a:pt x="2482" y="1242"/>
                  </a:lnTo>
                  <a:cubicBezTo>
                    <a:pt x="2482" y="558"/>
                    <a:pt x="1930" y="1"/>
                    <a:pt x="1241" y="1"/>
                  </a:cubicBezTo>
                  <a:lnTo>
                    <a:pt x="1241" y="1"/>
                  </a:lnTo>
                  <a:cubicBezTo>
                    <a:pt x="557" y="1"/>
                    <a:pt x="0" y="558"/>
                    <a:pt x="0" y="12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697;p20">
              <a:extLst>
                <a:ext uri="{FF2B5EF4-FFF2-40B4-BE49-F238E27FC236}">
                  <a16:creationId xmlns:a16="http://schemas.microsoft.com/office/drawing/2014/main" id="{BD46FF64-2341-3B32-550C-B71C87C4EC9F}"/>
                </a:ext>
              </a:extLst>
            </p:cNvPr>
            <p:cNvSpPr/>
            <p:nvPr/>
          </p:nvSpPr>
          <p:spPr>
            <a:xfrm>
              <a:off x="5175900" y="2108265"/>
              <a:ext cx="87797" cy="100040"/>
            </a:xfrm>
            <a:custGeom>
              <a:avLst/>
              <a:gdLst/>
              <a:ahLst/>
              <a:cxnLst/>
              <a:rect l="l" t="t" r="r" b="b"/>
              <a:pathLst>
                <a:path w="1090" h="1242" extrusionOk="0">
                  <a:moveTo>
                    <a:pt x="0" y="92"/>
                  </a:moveTo>
                  <a:lnTo>
                    <a:pt x="0" y="1125"/>
                  </a:lnTo>
                  <a:cubicBezTo>
                    <a:pt x="0" y="1196"/>
                    <a:pt x="71" y="1242"/>
                    <a:pt x="132" y="1206"/>
                  </a:cubicBezTo>
                  <a:lnTo>
                    <a:pt x="132" y="1206"/>
                  </a:lnTo>
                  <a:lnTo>
                    <a:pt x="1029" y="690"/>
                  </a:lnTo>
                  <a:cubicBezTo>
                    <a:pt x="1089" y="654"/>
                    <a:pt x="1089" y="568"/>
                    <a:pt x="1029" y="533"/>
                  </a:cubicBezTo>
                  <a:lnTo>
                    <a:pt x="1029" y="533"/>
                  </a:lnTo>
                  <a:lnTo>
                    <a:pt x="132" y="11"/>
                  </a:lnTo>
                  <a:cubicBezTo>
                    <a:pt x="117" y="6"/>
                    <a:pt x="101" y="1"/>
                    <a:pt x="86" y="1"/>
                  </a:cubicBezTo>
                  <a:lnTo>
                    <a:pt x="86" y="1"/>
                  </a:lnTo>
                  <a:cubicBezTo>
                    <a:pt x="41" y="1"/>
                    <a:pt x="0" y="36"/>
                    <a:pt x="0" y="92"/>
                  </a:cubicBezTo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698;p20">
              <a:extLst>
                <a:ext uri="{FF2B5EF4-FFF2-40B4-BE49-F238E27FC236}">
                  <a16:creationId xmlns:a16="http://schemas.microsoft.com/office/drawing/2014/main" id="{56D5FDDD-5DB8-E348-6460-0C4CD3638063}"/>
                </a:ext>
              </a:extLst>
            </p:cNvPr>
            <p:cNvSpPr/>
            <p:nvPr/>
          </p:nvSpPr>
          <p:spPr>
            <a:xfrm>
              <a:off x="5274966" y="3735941"/>
              <a:ext cx="619088" cy="578251"/>
            </a:xfrm>
            <a:custGeom>
              <a:avLst/>
              <a:gdLst/>
              <a:ahLst/>
              <a:cxnLst/>
              <a:rect l="l" t="t" r="r" b="b"/>
              <a:pathLst>
                <a:path w="7686" h="7179" extrusionOk="0">
                  <a:moveTo>
                    <a:pt x="148" y="2553"/>
                  </a:moveTo>
                  <a:cubicBezTo>
                    <a:pt x="143" y="2558"/>
                    <a:pt x="138" y="2558"/>
                    <a:pt x="138" y="2563"/>
                  </a:cubicBezTo>
                  <a:lnTo>
                    <a:pt x="138" y="2563"/>
                  </a:lnTo>
                  <a:lnTo>
                    <a:pt x="127" y="2568"/>
                  </a:lnTo>
                  <a:lnTo>
                    <a:pt x="127" y="2568"/>
                  </a:lnTo>
                  <a:cubicBezTo>
                    <a:pt x="51" y="2629"/>
                    <a:pt x="1" y="2720"/>
                    <a:pt x="1" y="2822"/>
                  </a:cubicBezTo>
                  <a:lnTo>
                    <a:pt x="1" y="2822"/>
                  </a:lnTo>
                  <a:lnTo>
                    <a:pt x="1" y="6859"/>
                  </a:lnTo>
                  <a:cubicBezTo>
                    <a:pt x="1" y="7036"/>
                    <a:pt x="143" y="7178"/>
                    <a:pt x="320" y="7178"/>
                  </a:cubicBezTo>
                  <a:lnTo>
                    <a:pt x="320" y="7178"/>
                  </a:lnTo>
                  <a:lnTo>
                    <a:pt x="7371" y="7178"/>
                  </a:lnTo>
                  <a:cubicBezTo>
                    <a:pt x="7543" y="7178"/>
                    <a:pt x="7685" y="7036"/>
                    <a:pt x="7685" y="6859"/>
                  </a:cubicBezTo>
                  <a:lnTo>
                    <a:pt x="7685" y="6859"/>
                  </a:lnTo>
                  <a:lnTo>
                    <a:pt x="7685" y="2822"/>
                  </a:lnTo>
                  <a:cubicBezTo>
                    <a:pt x="7685" y="2720"/>
                    <a:pt x="7635" y="2629"/>
                    <a:pt x="7564" y="2568"/>
                  </a:cubicBezTo>
                  <a:lnTo>
                    <a:pt x="7564" y="2568"/>
                  </a:lnTo>
                  <a:lnTo>
                    <a:pt x="7564" y="2568"/>
                  </a:lnTo>
                  <a:lnTo>
                    <a:pt x="7554" y="2563"/>
                  </a:lnTo>
                  <a:cubicBezTo>
                    <a:pt x="7549" y="2558"/>
                    <a:pt x="7543" y="2558"/>
                    <a:pt x="7538" y="2553"/>
                  </a:cubicBezTo>
                  <a:lnTo>
                    <a:pt x="7538" y="2553"/>
                  </a:lnTo>
                  <a:lnTo>
                    <a:pt x="384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699;p20">
              <a:extLst>
                <a:ext uri="{FF2B5EF4-FFF2-40B4-BE49-F238E27FC236}">
                  <a16:creationId xmlns:a16="http://schemas.microsoft.com/office/drawing/2014/main" id="{90A48BEF-4A88-4717-330E-54C8BA505390}"/>
                </a:ext>
              </a:extLst>
            </p:cNvPr>
            <p:cNvSpPr/>
            <p:nvPr/>
          </p:nvSpPr>
          <p:spPr>
            <a:xfrm>
              <a:off x="5408836" y="3788539"/>
              <a:ext cx="351348" cy="391783"/>
            </a:xfrm>
            <a:custGeom>
              <a:avLst/>
              <a:gdLst/>
              <a:ahLst/>
              <a:cxnLst/>
              <a:rect l="l" t="t" r="r" b="b"/>
              <a:pathLst>
                <a:path w="4362" h="4864" extrusionOk="0">
                  <a:moveTo>
                    <a:pt x="162" y="1"/>
                  </a:moveTo>
                  <a:cubicBezTo>
                    <a:pt x="76" y="1"/>
                    <a:pt x="0" y="72"/>
                    <a:pt x="0" y="158"/>
                  </a:cubicBezTo>
                  <a:lnTo>
                    <a:pt x="0" y="158"/>
                  </a:lnTo>
                  <a:lnTo>
                    <a:pt x="0" y="4864"/>
                  </a:lnTo>
                  <a:lnTo>
                    <a:pt x="4362" y="4864"/>
                  </a:lnTo>
                  <a:lnTo>
                    <a:pt x="4362" y="158"/>
                  </a:lnTo>
                  <a:cubicBezTo>
                    <a:pt x="4362" y="72"/>
                    <a:pt x="4291" y="1"/>
                    <a:pt x="4205" y="1"/>
                  </a:cubicBezTo>
                  <a:lnTo>
                    <a:pt x="42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700;p20">
              <a:extLst>
                <a:ext uri="{FF2B5EF4-FFF2-40B4-BE49-F238E27FC236}">
                  <a16:creationId xmlns:a16="http://schemas.microsoft.com/office/drawing/2014/main" id="{3128D33A-254C-2994-2281-30E285CD0934}"/>
                </a:ext>
              </a:extLst>
            </p:cNvPr>
            <p:cNvSpPr/>
            <p:nvPr/>
          </p:nvSpPr>
          <p:spPr>
            <a:xfrm>
              <a:off x="5434531" y="3841217"/>
              <a:ext cx="300362" cy="9424"/>
            </a:xfrm>
            <a:custGeom>
              <a:avLst/>
              <a:gdLst/>
              <a:ahLst/>
              <a:cxnLst/>
              <a:rect l="l" t="t" r="r" b="b"/>
              <a:pathLst>
                <a:path w="3729" h="117" extrusionOk="0">
                  <a:moveTo>
                    <a:pt x="0" y="0"/>
                  </a:moveTo>
                  <a:lnTo>
                    <a:pt x="0" y="117"/>
                  </a:lnTo>
                  <a:lnTo>
                    <a:pt x="3729" y="117"/>
                  </a:lnTo>
                  <a:lnTo>
                    <a:pt x="3729" y="0"/>
                  </a:lnTo>
                  <a:close/>
                </a:path>
              </a:pathLst>
            </a:custGeom>
            <a:solidFill>
              <a:srgbClr val="CA66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701;p20">
              <a:extLst>
                <a:ext uri="{FF2B5EF4-FFF2-40B4-BE49-F238E27FC236}">
                  <a16:creationId xmlns:a16="http://schemas.microsoft.com/office/drawing/2014/main" id="{3149D695-E969-03B7-2EB1-DD3E57660C20}"/>
                </a:ext>
              </a:extLst>
            </p:cNvPr>
            <p:cNvSpPr/>
            <p:nvPr/>
          </p:nvSpPr>
          <p:spPr>
            <a:xfrm>
              <a:off x="5434531" y="3886484"/>
              <a:ext cx="300362" cy="9424"/>
            </a:xfrm>
            <a:custGeom>
              <a:avLst/>
              <a:gdLst/>
              <a:ahLst/>
              <a:cxnLst/>
              <a:rect l="l" t="t" r="r" b="b"/>
              <a:pathLst>
                <a:path w="3729" h="117" extrusionOk="0">
                  <a:moveTo>
                    <a:pt x="0" y="0"/>
                  </a:moveTo>
                  <a:lnTo>
                    <a:pt x="0" y="117"/>
                  </a:lnTo>
                  <a:lnTo>
                    <a:pt x="3729" y="117"/>
                  </a:lnTo>
                  <a:lnTo>
                    <a:pt x="3729" y="0"/>
                  </a:lnTo>
                  <a:close/>
                </a:path>
              </a:pathLst>
            </a:custGeom>
            <a:solidFill>
              <a:srgbClr val="CA66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702;p20">
              <a:extLst>
                <a:ext uri="{FF2B5EF4-FFF2-40B4-BE49-F238E27FC236}">
                  <a16:creationId xmlns:a16="http://schemas.microsoft.com/office/drawing/2014/main" id="{53B40F91-F471-3895-3A4D-8A1DA4CF9BE4}"/>
                </a:ext>
              </a:extLst>
            </p:cNvPr>
            <p:cNvSpPr/>
            <p:nvPr/>
          </p:nvSpPr>
          <p:spPr>
            <a:xfrm>
              <a:off x="5434531" y="3931752"/>
              <a:ext cx="300362" cy="9505"/>
            </a:xfrm>
            <a:custGeom>
              <a:avLst/>
              <a:gdLst/>
              <a:ahLst/>
              <a:cxnLst/>
              <a:rect l="l" t="t" r="r" b="b"/>
              <a:pathLst>
                <a:path w="3729" h="118" extrusionOk="0">
                  <a:moveTo>
                    <a:pt x="0" y="1"/>
                  </a:moveTo>
                  <a:lnTo>
                    <a:pt x="0" y="117"/>
                  </a:lnTo>
                  <a:lnTo>
                    <a:pt x="3729" y="117"/>
                  </a:lnTo>
                  <a:lnTo>
                    <a:pt x="3729" y="1"/>
                  </a:lnTo>
                  <a:close/>
                </a:path>
              </a:pathLst>
            </a:custGeom>
            <a:solidFill>
              <a:srgbClr val="CA66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703;p20">
              <a:extLst>
                <a:ext uri="{FF2B5EF4-FFF2-40B4-BE49-F238E27FC236}">
                  <a16:creationId xmlns:a16="http://schemas.microsoft.com/office/drawing/2014/main" id="{FE0DCCAE-DFCB-FA18-EFC9-20447BB27A45}"/>
                </a:ext>
              </a:extLst>
            </p:cNvPr>
            <p:cNvSpPr/>
            <p:nvPr/>
          </p:nvSpPr>
          <p:spPr>
            <a:xfrm>
              <a:off x="5434531" y="3977020"/>
              <a:ext cx="300362" cy="9505"/>
            </a:xfrm>
            <a:custGeom>
              <a:avLst/>
              <a:gdLst/>
              <a:ahLst/>
              <a:cxnLst/>
              <a:rect l="l" t="t" r="r" b="b"/>
              <a:pathLst>
                <a:path w="3729" h="118" extrusionOk="0">
                  <a:moveTo>
                    <a:pt x="0" y="1"/>
                  </a:moveTo>
                  <a:lnTo>
                    <a:pt x="0" y="117"/>
                  </a:lnTo>
                  <a:lnTo>
                    <a:pt x="3729" y="117"/>
                  </a:lnTo>
                  <a:lnTo>
                    <a:pt x="3729" y="1"/>
                  </a:lnTo>
                  <a:close/>
                </a:path>
              </a:pathLst>
            </a:custGeom>
            <a:solidFill>
              <a:srgbClr val="CA66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704;p20">
              <a:extLst>
                <a:ext uri="{FF2B5EF4-FFF2-40B4-BE49-F238E27FC236}">
                  <a16:creationId xmlns:a16="http://schemas.microsoft.com/office/drawing/2014/main" id="{8FF6162B-3704-64E3-8E2F-B56419B7971C}"/>
                </a:ext>
              </a:extLst>
            </p:cNvPr>
            <p:cNvSpPr/>
            <p:nvPr/>
          </p:nvSpPr>
          <p:spPr>
            <a:xfrm>
              <a:off x="5434531" y="4021965"/>
              <a:ext cx="300362" cy="9827"/>
            </a:xfrm>
            <a:custGeom>
              <a:avLst/>
              <a:gdLst/>
              <a:ahLst/>
              <a:cxnLst/>
              <a:rect l="l" t="t" r="r" b="b"/>
              <a:pathLst>
                <a:path w="3729" h="122" extrusionOk="0">
                  <a:moveTo>
                    <a:pt x="0" y="0"/>
                  </a:moveTo>
                  <a:lnTo>
                    <a:pt x="0" y="122"/>
                  </a:lnTo>
                  <a:lnTo>
                    <a:pt x="3729" y="122"/>
                  </a:lnTo>
                  <a:lnTo>
                    <a:pt x="3729" y="0"/>
                  </a:lnTo>
                  <a:close/>
                </a:path>
              </a:pathLst>
            </a:custGeom>
            <a:solidFill>
              <a:srgbClr val="CA66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705;p20">
              <a:extLst>
                <a:ext uri="{FF2B5EF4-FFF2-40B4-BE49-F238E27FC236}">
                  <a16:creationId xmlns:a16="http://schemas.microsoft.com/office/drawing/2014/main" id="{F5D3875A-9281-4390-27D3-B4AA33EA0E73}"/>
                </a:ext>
              </a:extLst>
            </p:cNvPr>
            <p:cNvSpPr/>
            <p:nvPr/>
          </p:nvSpPr>
          <p:spPr>
            <a:xfrm>
              <a:off x="5434531" y="4067233"/>
              <a:ext cx="300362" cy="9827"/>
            </a:xfrm>
            <a:custGeom>
              <a:avLst/>
              <a:gdLst/>
              <a:ahLst/>
              <a:cxnLst/>
              <a:rect l="l" t="t" r="r" b="b"/>
              <a:pathLst>
                <a:path w="3729" h="122" extrusionOk="0">
                  <a:moveTo>
                    <a:pt x="0" y="0"/>
                  </a:moveTo>
                  <a:lnTo>
                    <a:pt x="0" y="122"/>
                  </a:lnTo>
                  <a:lnTo>
                    <a:pt x="3729" y="122"/>
                  </a:lnTo>
                  <a:lnTo>
                    <a:pt x="3729" y="0"/>
                  </a:lnTo>
                  <a:close/>
                </a:path>
              </a:pathLst>
            </a:custGeom>
            <a:solidFill>
              <a:srgbClr val="CA66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706;p20">
              <a:extLst>
                <a:ext uri="{FF2B5EF4-FFF2-40B4-BE49-F238E27FC236}">
                  <a16:creationId xmlns:a16="http://schemas.microsoft.com/office/drawing/2014/main" id="{97B6A73F-C20B-A9D0-C583-0948E108C73D}"/>
                </a:ext>
              </a:extLst>
            </p:cNvPr>
            <p:cNvSpPr/>
            <p:nvPr/>
          </p:nvSpPr>
          <p:spPr>
            <a:xfrm>
              <a:off x="5274966" y="3983544"/>
              <a:ext cx="619088" cy="330647"/>
            </a:xfrm>
            <a:custGeom>
              <a:avLst/>
              <a:gdLst/>
              <a:ahLst/>
              <a:cxnLst/>
              <a:rect l="l" t="t" r="r" b="b"/>
              <a:pathLst>
                <a:path w="7686" h="4105" extrusionOk="0">
                  <a:moveTo>
                    <a:pt x="3846" y="1769"/>
                  </a:moveTo>
                  <a:lnTo>
                    <a:pt x="1" y="193"/>
                  </a:lnTo>
                  <a:lnTo>
                    <a:pt x="1" y="3785"/>
                  </a:lnTo>
                  <a:cubicBezTo>
                    <a:pt x="1" y="3962"/>
                    <a:pt x="143" y="4104"/>
                    <a:pt x="320" y="4104"/>
                  </a:cubicBezTo>
                  <a:lnTo>
                    <a:pt x="320" y="4104"/>
                  </a:lnTo>
                  <a:lnTo>
                    <a:pt x="7371" y="4104"/>
                  </a:lnTo>
                  <a:cubicBezTo>
                    <a:pt x="7543" y="4104"/>
                    <a:pt x="7685" y="3962"/>
                    <a:pt x="7685" y="3785"/>
                  </a:cubicBezTo>
                  <a:lnTo>
                    <a:pt x="7685" y="3785"/>
                  </a:lnTo>
                  <a:lnTo>
                    <a:pt x="768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707;p20">
              <a:extLst>
                <a:ext uri="{FF2B5EF4-FFF2-40B4-BE49-F238E27FC236}">
                  <a16:creationId xmlns:a16="http://schemas.microsoft.com/office/drawing/2014/main" id="{DDFD2866-923C-360D-BBAC-60123AA17EA5}"/>
                </a:ext>
              </a:extLst>
            </p:cNvPr>
            <p:cNvSpPr/>
            <p:nvPr/>
          </p:nvSpPr>
          <p:spPr>
            <a:xfrm>
              <a:off x="5687128" y="4109923"/>
              <a:ext cx="113491" cy="140555"/>
            </a:xfrm>
            <a:custGeom>
              <a:avLst/>
              <a:gdLst/>
              <a:ahLst/>
              <a:cxnLst/>
              <a:rect l="l" t="t" r="r" b="b"/>
              <a:pathLst>
                <a:path w="1409" h="1745" extrusionOk="0">
                  <a:moveTo>
                    <a:pt x="45" y="0"/>
                  </a:moveTo>
                  <a:cubicBezTo>
                    <a:pt x="36" y="0"/>
                    <a:pt x="27" y="3"/>
                    <a:pt x="20" y="7"/>
                  </a:cubicBezTo>
                  <a:cubicBezTo>
                    <a:pt x="0" y="23"/>
                    <a:pt x="0" y="48"/>
                    <a:pt x="15" y="63"/>
                  </a:cubicBezTo>
                  <a:lnTo>
                    <a:pt x="1332" y="1730"/>
                  </a:lnTo>
                  <a:cubicBezTo>
                    <a:pt x="1337" y="1740"/>
                    <a:pt x="1353" y="1745"/>
                    <a:pt x="1363" y="1745"/>
                  </a:cubicBezTo>
                  <a:cubicBezTo>
                    <a:pt x="1373" y="1745"/>
                    <a:pt x="1378" y="1745"/>
                    <a:pt x="1388" y="1740"/>
                  </a:cubicBezTo>
                  <a:cubicBezTo>
                    <a:pt x="1403" y="1725"/>
                    <a:pt x="1408" y="1699"/>
                    <a:pt x="1393" y="1684"/>
                  </a:cubicBezTo>
                  <a:lnTo>
                    <a:pt x="76" y="12"/>
                  </a:lnTo>
                  <a:cubicBezTo>
                    <a:pt x="68" y="4"/>
                    <a:pt x="56" y="0"/>
                    <a:pt x="45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708;p20">
              <a:extLst>
                <a:ext uri="{FF2B5EF4-FFF2-40B4-BE49-F238E27FC236}">
                  <a16:creationId xmlns:a16="http://schemas.microsoft.com/office/drawing/2014/main" id="{3C07D03C-0A6D-8AF2-6F79-927C8E0865D8}"/>
                </a:ext>
              </a:extLst>
            </p:cNvPr>
            <p:cNvSpPr/>
            <p:nvPr/>
          </p:nvSpPr>
          <p:spPr>
            <a:xfrm>
              <a:off x="5368804" y="4109923"/>
              <a:ext cx="113572" cy="140555"/>
            </a:xfrm>
            <a:custGeom>
              <a:avLst/>
              <a:gdLst/>
              <a:ahLst/>
              <a:cxnLst/>
              <a:rect l="l" t="t" r="r" b="b"/>
              <a:pathLst>
                <a:path w="1410" h="1745" extrusionOk="0">
                  <a:moveTo>
                    <a:pt x="1360" y="0"/>
                  </a:moveTo>
                  <a:cubicBezTo>
                    <a:pt x="1349" y="0"/>
                    <a:pt x="1339" y="4"/>
                    <a:pt x="1333" y="12"/>
                  </a:cubicBezTo>
                  <a:lnTo>
                    <a:pt x="11" y="1684"/>
                  </a:lnTo>
                  <a:cubicBezTo>
                    <a:pt x="1" y="1699"/>
                    <a:pt x="1" y="1725"/>
                    <a:pt x="21" y="1740"/>
                  </a:cubicBezTo>
                  <a:cubicBezTo>
                    <a:pt x="26" y="1745"/>
                    <a:pt x="36" y="1745"/>
                    <a:pt x="41" y="1745"/>
                  </a:cubicBezTo>
                  <a:cubicBezTo>
                    <a:pt x="57" y="1745"/>
                    <a:pt x="67" y="1740"/>
                    <a:pt x="77" y="1730"/>
                  </a:cubicBezTo>
                  <a:lnTo>
                    <a:pt x="1394" y="63"/>
                  </a:lnTo>
                  <a:cubicBezTo>
                    <a:pt x="1409" y="48"/>
                    <a:pt x="1404" y="23"/>
                    <a:pt x="1389" y="7"/>
                  </a:cubicBezTo>
                  <a:cubicBezTo>
                    <a:pt x="1380" y="3"/>
                    <a:pt x="1370" y="0"/>
                    <a:pt x="1360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709;p20">
              <a:extLst>
                <a:ext uri="{FF2B5EF4-FFF2-40B4-BE49-F238E27FC236}">
                  <a16:creationId xmlns:a16="http://schemas.microsoft.com/office/drawing/2014/main" id="{C02901BB-655E-0BCD-C878-CAB55BA1139E}"/>
                </a:ext>
              </a:extLst>
            </p:cNvPr>
            <p:cNvSpPr/>
            <p:nvPr/>
          </p:nvSpPr>
          <p:spPr>
            <a:xfrm>
              <a:off x="3319349" y="4660966"/>
              <a:ext cx="2509377" cy="69432"/>
            </a:xfrm>
            <a:custGeom>
              <a:avLst/>
              <a:gdLst/>
              <a:ahLst/>
              <a:cxnLst/>
              <a:rect l="l" t="t" r="r" b="b"/>
              <a:pathLst>
                <a:path w="31154" h="862" extrusionOk="0">
                  <a:moveTo>
                    <a:pt x="431" y="0"/>
                  </a:moveTo>
                  <a:cubicBezTo>
                    <a:pt x="193" y="0"/>
                    <a:pt x="0" y="193"/>
                    <a:pt x="0" y="431"/>
                  </a:cubicBezTo>
                  <a:lnTo>
                    <a:pt x="0" y="431"/>
                  </a:lnTo>
                  <a:cubicBezTo>
                    <a:pt x="0" y="669"/>
                    <a:pt x="193" y="861"/>
                    <a:pt x="431" y="861"/>
                  </a:cubicBezTo>
                  <a:lnTo>
                    <a:pt x="431" y="861"/>
                  </a:lnTo>
                  <a:lnTo>
                    <a:pt x="30723" y="861"/>
                  </a:lnTo>
                  <a:cubicBezTo>
                    <a:pt x="30961" y="861"/>
                    <a:pt x="31154" y="669"/>
                    <a:pt x="31154" y="431"/>
                  </a:cubicBezTo>
                  <a:lnTo>
                    <a:pt x="31154" y="431"/>
                  </a:lnTo>
                  <a:cubicBezTo>
                    <a:pt x="31154" y="193"/>
                    <a:pt x="30961" y="0"/>
                    <a:pt x="30723" y="0"/>
                  </a:cubicBezTo>
                  <a:lnTo>
                    <a:pt x="30723" y="0"/>
                  </a:lnTo>
                  <a:close/>
                </a:path>
              </a:pathLst>
            </a:custGeom>
            <a:solidFill>
              <a:srgbClr val="614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710;p20">
              <a:extLst>
                <a:ext uri="{FF2B5EF4-FFF2-40B4-BE49-F238E27FC236}">
                  <a16:creationId xmlns:a16="http://schemas.microsoft.com/office/drawing/2014/main" id="{A132D4C6-BA7F-9512-D022-2C10096F41D5}"/>
                </a:ext>
              </a:extLst>
            </p:cNvPr>
            <p:cNvSpPr/>
            <p:nvPr/>
          </p:nvSpPr>
          <p:spPr>
            <a:xfrm>
              <a:off x="4074967" y="3600057"/>
              <a:ext cx="998547" cy="393394"/>
            </a:xfrm>
            <a:custGeom>
              <a:avLst/>
              <a:gdLst/>
              <a:ahLst/>
              <a:cxnLst/>
              <a:rect l="l" t="t" r="r" b="b"/>
              <a:pathLst>
                <a:path w="12397" h="4884" extrusionOk="0">
                  <a:moveTo>
                    <a:pt x="1637" y="791"/>
                  </a:moveTo>
                  <a:cubicBezTo>
                    <a:pt x="690" y="953"/>
                    <a:pt x="1" y="1768"/>
                    <a:pt x="1" y="2731"/>
                  </a:cubicBezTo>
                  <a:lnTo>
                    <a:pt x="1" y="2731"/>
                  </a:lnTo>
                  <a:lnTo>
                    <a:pt x="1" y="4884"/>
                  </a:lnTo>
                  <a:lnTo>
                    <a:pt x="6196" y="4884"/>
                  </a:lnTo>
                  <a:lnTo>
                    <a:pt x="6196" y="4884"/>
                  </a:lnTo>
                  <a:lnTo>
                    <a:pt x="12396" y="4884"/>
                  </a:lnTo>
                  <a:lnTo>
                    <a:pt x="12396" y="2731"/>
                  </a:lnTo>
                  <a:cubicBezTo>
                    <a:pt x="12396" y="1768"/>
                    <a:pt x="11702" y="953"/>
                    <a:pt x="10760" y="791"/>
                  </a:cubicBezTo>
                  <a:lnTo>
                    <a:pt x="10760" y="791"/>
                  </a:lnTo>
                  <a:lnTo>
                    <a:pt x="619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711;p20">
              <a:extLst>
                <a:ext uri="{FF2B5EF4-FFF2-40B4-BE49-F238E27FC236}">
                  <a16:creationId xmlns:a16="http://schemas.microsoft.com/office/drawing/2014/main" id="{924728BB-9DCD-A297-A81B-F17D7F820224}"/>
                </a:ext>
              </a:extLst>
            </p:cNvPr>
            <p:cNvSpPr/>
            <p:nvPr/>
          </p:nvSpPr>
          <p:spPr>
            <a:xfrm>
              <a:off x="4196594" y="2545288"/>
              <a:ext cx="742648" cy="1008294"/>
            </a:xfrm>
            <a:custGeom>
              <a:avLst/>
              <a:gdLst/>
              <a:ahLst/>
              <a:cxnLst/>
              <a:rect l="l" t="t" r="r" b="b"/>
              <a:pathLst>
                <a:path w="9220" h="12518" extrusionOk="0">
                  <a:moveTo>
                    <a:pt x="2523" y="1956"/>
                  </a:moveTo>
                  <a:cubicBezTo>
                    <a:pt x="1282" y="2478"/>
                    <a:pt x="254" y="3557"/>
                    <a:pt x="228" y="5512"/>
                  </a:cubicBezTo>
                  <a:lnTo>
                    <a:pt x="228" y="5512"/>
                  </a:lnTo>
                  <a:cubicBezTo>
                    <a:pt x="188" y="8531"/>
                    <a:pt x="831" y="8258"/>
                    <a:pt x="482" y="9914"/>
                  </a:cubicBezTo>
                  <a:lnTo>
                    <a:pt x="482" y="9914"/>
                  </a:lnTo>
                  <a:cubicBezTo>
                    <a:pt x="0" y="12178"/>
                    <a:pt x="988" y="12518"/>
                    <a:pt x="4610" y="12518"/>
                  </a:cubicBezTo>
                  <a:lnTo>
                    <a:pt x="4610" y="12518"/>
                  </a:lnTo>
                  <a:cubicBezTo>
                    <a:pt x="8237" y="12518"/>
                    <a:pt x="9220" y="12178"/>
                    <a:pt x="8744" y="9914"/>
                  </a:cubicBezTo>
                  <a:lnTo>
                    <a:pt x="8744" y="9914"/>
                  </a:lnTo>
                  <a:cubicBezTo>
                    <a:pt x="8389" y="8258"/>
                    <a:pt x="9037" y="8531"/>
                    <a:pt x="8992" y="5512"/>
                  </a:cubicBezTo>
                  <a:lnTo>
                    <a:pt x="8992" y="5512"/>
                  </a:lnTo>
                  <a:cubicBezTo>
                    <a:pt x="8967" y="3425"/>
                    <a:pt x="7796" y="2336"/>
                    <a:pt x="6444" y="1860"/>
                  </a:cubicBezTo>
                  <a:lnTo>
                    <a:pt x="6444" y="1860"/>
                  </a:lnTo>
                  <a:cubicBezTo>
                    <a:pt x="6393" y="827"/>
                    <a:pt x="5532" y="1"/>
                    <a:pt x="4483" y="1"/>
                  </a:cubicBezTo>
                  <a:lnTo>
                    <a:pt x="4483" y="1"/>
                  </a:lnTo>
                  <a:cubicBezTo>
                    <a:pt x="3405" y="1"/>
                    <a:pt x="2528" y="877"/>
                    <a:pt x="2523" y="19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712;p20">
              <a:extLst>
                <a:ext uri="{FF2B5EF4-FFF2-40B4-BE49-F238E27FC236}">
                  <a16:creationId xmlns:a16="http://schemas.microsoft.com/office/drawing/2014/main" id="{BC08CE9B-FB25-AFB0-252E-2212C0BE6668}"/>
                </a:ext>
              </a:extLst>
            </p:cNvPr>
            <p:cNvSpPr/>
            <p:nvPr/>
          </p:nvSpPr>
          <p:spPr>
            <a:xfrm>
              <a:off x="4403843" y="3388701"/>
              <a:ext cx="340796" cy="312202"/>
            </a:xfrm>
            <a:custGeom>
              <a:avLst/>
              <a:gdLst/>
              <a:ahLst/>
              <a:cxnLst/>
              <a:rect l="l" t="t" r="r" b="b"/>
              <a:pathLst>
                <a:path w="4231" h="3876" extrusionOk="0">
                  <a:moveTo>
                    <a:pt x="913" y="2832"/>
                  </a:moveTo>
                  <a:lnTo>
                    <a:pt x="1" y="2989"/>
                  </a:lnTo>
                  <a:cubicBezTo>
                    <a:pt x="1" y="2989"/>
                    <a:pt x="1" y="3369"/>
                    <a:pt x="2113" y="3876"/>
                  </a:cubicBezTo>
                  <a:lnTo>
                    <a:pt x="2113" y="3876"/>
                  </a:lnTo>
                  <a:cubicBezTo>
                    <a:pt x="4231" y="3369"/>
                    <a:pt x="4231" y="2989"/>
                    <a:pt x="4231" y="2989"/>
                  </a:cubicBezTo>
                  <a:lnTo>
                    <a:pt x="4231" y="2989"/>
                  </a:lnTo>
                  <a:lnTo>
                    <a:pt x="3298" y="2832"/>
                  </a:lnTo>
                  <a:lnTo>
                    <a:pt x="3207" y="0"/>
                  </a:lnTo>
                  <a:lnTo>
                    <a:pt x="1004" y="0"/>
                  </a:lnTo>
                  <a:close/>
                </a:path>
              </a:pathLst>
            </a:custGeom>
            <a:solidFill>
              <a:srgbClr val="FAC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713;p20">
              <a:extLst>
                <a:ext uri="{FF2B5EF4-FFF2-40B4-BE49-F238E27FC236}">
                  <a16:creationId xmlns:a16="http://schemas.microsoft.com/office/drawing/2014/main" id="{BFD0BDBE-4266-0895-4950-B7BBB73DCF44}"/>
                </a:ext>
              </a:extLst>
            </p:cNvPr>
            <p:cNvSpPr/>
            <p:nvPr/>
          </p:nvSpPr>
          <p:spPr>
            <a:xfrm>
              <a:off x="4271664" y="2851771"/>
              <a:ext cx="603945" cy="612886"/>
            </a:xfrm>
            <a:custGeom>
              <a:avLst/>
              <a:gdLst/>
              <a:ahLst/>
              <a:cxnLst/>
              <a:rect l="l" t="t" r="r" b="b"/>
              <a:pathLst>
                <a:path w="7498" h="7609" extrusionOk="0">
                  <a:moveTo>
                    <a:pt x="122" y="1900"/>
                  </a:moveTo>
                  <a:cubicBezTo>
                    <a:pt x="41" y="2269"/>
                    <a:pt x="1" y="2654"/>
                    <a:pt x="1" y="3050"/>
                  </a:cubicBezTo>
                  <a:lnTo>
                    <a:pt x="1" y="3050"/>
                  </a:lnTo>
                  <a:cubicBezTo>
                    <a:pt x="1" y="5567"/>
                    <a:pt x="1677" y="7609"/>
                    <a:pt x="3749" y="7609"/>
                  </a:cubicBezTo>
                  <a:lnTo>
                    <a:pt x="3749" y="7609"/>
                  </a:lnTo>
                  <a:cubicBezTo>
                    <a:pt x="5816" y="7609"/>
                    <a:pt x="7493" y="5567"/>
                    <a:pt x="7498" y="3050"/>
                  </a:cubicBezTo>
                  <a:lnTo>
                    <a:pt x="7498" y="3050"/>
                  </a:lnTo>
                  <a:cubicBezTo>
                    <a:pt x="7498" y="2654"/>
                    <a:pt x="7452" y="2269"/>
                    <a:pt x="7376" y="1900"/>
                  </a:cubicBezTo>
                  <a:lnTo>
                    <a:pt x="7376" y="1900"/>
                  </a:lnTo>
                  <a:cubicBezTo>
                    <a:pt x="4256" y="2062"/>
                    <a:pt x="2792" y="0"/>
                    <a:pt x="2792" y="0"/>
                  </a:cubicBezTo>
                  <a:lnTo>
                    <a:pt x="2792" y="0"/>
                  </a:lnTo>
                  <a:cubicBezTo>
                    <a:pt x="2792" y="0"/>
                    <a:pt x="1363" y="1900"/>
                    <a:pt x="122" y="1900"/>
                  </a:cubicBezTo>
                  <a:close/>
                </a:path>
              </a:pathLst>
            </a:custGeom>
            <a:solidFill>
              <a:srgbClr val="FAC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714;p20">
              <a:extLst>
                <a:ext uri="{FF2B5EF4-FFF2-40B4-BE49-F238E27FC236}">
                  <a16:creationId xmlns:a16="http://schemas.microsoft.com/office/drawing/2014/main" id="{4021B820-D446-509B-6422-8B300C4CA058}"/>
                </a:ext>
              </a:extLst>
            </p:cNvPr>
            <p:cNvSpPr/>
            <p:nvPr/>
          </p:nvSpPr>
          <p:spPr>
            <a:xfrm>
              <a:off x="4881249" y="3083909"/>
              <a:ext cx="52275" cy="124124"/>
            </a:xfrm>
            <a:custGeom>
              <a:avLst/>
              <a:gdLst/>
              <a:ahLst/>
              <a:cxnLst/>
              <a:rect l="l" t="t" r="r" b="b"/>
              <a:pathLst>
                <a:path w="649" h="1541" extrusionOk="0">
                  <a:moveTo>
                    <a:pt x="0" y="1540"/>
                  </a:moveTo>
                  <a:cubicBezTo>
                    <a:pt x="294" y="1449"/>
                    <a:pt x="532" y="1196"/>
                    <a:pt x="588" y="872"/>
                  </a:cubicBezTo>
                  <a:lnTo>
                    <a:pt x="588" y="872"/>
                  </a:lnTo>
                  <a:cubicBezTo>
                    <a:pt x="649" y="517"/>
                    <a:pt x="482" y="178"/>
                    <a:pt x="193" y="0"/>
                  </a:cubicBezTo>
                  <a:lnTo>
                    <a:pt x="193" y="0"/>
                  </a:lnTo>
                  <a:cubicBezTo>
                    <a:pt x="228" y="750"/>
                    <a:pt x="122" y="1236"/>
                    <a:pt x="0" y="1540"/>
                  </a:cubicBezTo>
                </a:path>
              </a:pathLst>
            </a:custGeom>
            <a:solidFill>
              <a:srgbClr val="FAC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715;p20">
              <a:extLst>
                <a:ext uri="{FF2B5EF4-FFF2-40B4-BE49-F238E27FC236}">
                  <a16:creationId xmlns:a16="http://schemas.microsoft.com/office/drawing/2014/main" id="{4950985E-C989-4599-B4D3-EA754556C1A8}"/>
                </a:ext>
              </a:extLst>
            </p:cNvPr>
            <p:cNvSpPr/>
            <p:nvPr/>
          </p:nvSpPr>
          <p:spPr>
            <a:xfrm>
              <a:off x="4212945" y="3083909"/>
              <a:ext cx="52678" cy="123721"/>
            </a:xfrm>
            <a:custGeom>
              <a:avLst/>
              <a:gdLst/>
              <a:ahLst/>
              <a:cxnLst/>
              <a:rect l="l" t="t" r="r" b="b"/>
              <a:pathLst>
                <a:path w="654" h="1536" extrusionOk="0">
                  <a:moveTo>
                    <a:pt x="61" y="872"/>
                  </a:moveTo>
                  <a:cubicBezTo>
                    <a:pt x="122" y="1196"/>
                    <a:pt x="360" y="1444"/>
                    <a:pt x="654" y="1535"/>
                  </a:cubicBezTo>
                  <a:lnTo>
                    <a:pt x="654" y="1535"/>
                  </a:lnTo>
                  <a:cubicBezTo>
                    <a:pt x="527" y="1231"/>
                    <a:pt x="426" y="750"/>
                    <a:pt x="456" y="0"/>
                  </a:cubicBezTo>
                  <a:lnTo>
                    <a:pt x="456" y="0"/>
                  </a:lnTo>
                  <a:cubicBezTo>
                    <a:pt x="167" y="178"/>
                    <a:pt x="0" y="517"/>
                    <a:pt x="61" y="872"/>
                  </a:cubicBezTo>
                  <a:close/>
                </a:path>
              </a:pathLst>
            </a:custGeom>
            <a:solidFill>
              <a:srgbClr val="FAC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716;p20">
              <a:extLst>
                <a:ext uri="{FF2B5EF4-FFF2-40B4-BE49-F238E27FC236}">
                  <a16:creationId xmlns:a16="http://schemas.microsoft.com/office/drawing/2014/main" id="{C17A777C-B60F-9AF0-626D-49575CEEE39E}"/>
                </a:ext>
              </a:extLst>
            </p:cNvPr>
            <p:cNvSpPr/>
            <p:nvPr/>
          </p:nvSpPr>
          <p:spPr>
            <a:xfrm>
              <a:off x="3964456" y="4473192"/>
              <a:ext cx="1204910" cy="53967"/>
            </a:xfrm>
            <a:custGeom>
              <a:avLst/>
              <a:gdLst/>
              <a:ahLst/>
              <a:cxnLst/>
              <a:rect l="l" t="t" r="r" b="b"/>
              <a:pathLst>
                <a:path w="14959" h="670" extrusionOk="0">
                  <a:moveTo>
                    <a:pt x="167" y="1"/>
                  </a:moveTo>
                  <a:cubicBezTo>
                    <a:pt x="76" y="1"/>
                    <a:pt x="0" y="77"/>
                    <a:pt x="0" y="168"/>
                  </a:cubicBezTo>
                  <a:lnTo>
                    <a:pt x="0" y="168"/>
                  </a:lnTo>
                  <a:lnTo>
                    <a:pt x="0" y="502"/>
                  </a:lnTo>
                  <a:cubicBezTo>
                    <a:pt x="0" y="593"/>
                    <a:pt x="76" y="669"/>
                    <a:pt x="167" y="669"/>
                  </a:cubicBezTo>
                  <a:lnTo>
                    <a:pt x="167" y="669"/>
                  </a:lnTo>
                  <a:lnTo>
                    <a:pt x="14787" y="669"/>
                  </a:lnTo>
                  <a:cubicBezTo>
                    <a:pt x="14883" y="669"/>
                    <a:pt x="14959" y="593"/>
                    <a:pt x="14959" y="502"/>
                  </a:cubicBezTo>
                  <a:lnTo>
                    <a:pt x="14959" y="502"/>
                  </a:lnTo>
                  <a:lnTo>
                    <a:pt x="14959" y="168"/>
                  </a:lnTo>
                  <a:cubicBezTo>
                    <a:pt x="14959" y="77"/>
                    <a:pt x="14883" y="1"/>
                    <a:pt x="14787" y="1"/>
                  </a:cubicBezTo>
                  <a:lnTo>
                    <a:pt x="14787" y="1"/>
                  </a:lnTo>
                  <a:close/>
                </a:path>
              </a:pathLst>
            </a:custGeom>
            <a:solidFill>
              <a:srgbClr val="3534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717;p20">
              <a:extLst>
                <a:ext uri="{FF2B5EF4-FFF2-40B4-BE49-F238E27FC236}">
                  <a16:creationId xmlns:a16="http://schemas.microsoft.com/office/drawing/2014/main" id="{E4B673AE-B96D-8551-05CA-ACA1650309C1}"/>
                </a:ext>
              </a:extLst>
            </p:cNvPr>
            <p:cNvSpPr/>
            <p:nvPr/>
          </p:nvSpPr>
          <p:spPr>
            <a:xfrm>
              <a:off x="3931753" y="3748587"/>
              <a:ext cx="1282961" cy="724686"/>
            </a:xfrm>
            <a:custGeom>
              <a:avLst/>
              <a:gdLst/>
              <a:ahLst/>
              <a:cxnLst/>
              <a:rect l="l" t="t" r="r" b="b"/>
              <a:pathLst>
                <a:path w="15928" h="8997" extrusionOk="0">
                  <a:moveTo>
                    <a:pt x="274" y="0"/>
                  </a:moveTo>
                  <a:cubicBezTo>
                    <a:pt x="122" y="0"/>
                    <a:pt x="1" y="132"/>
                    <a:pt x="21" y="284"/>
                  </a:cubicBezTo>
                  <a:lnTo>
                    <a:pt x="21" y="284"/>
                  </a:lnTo>
                  <a:lnTo>
                    <a:pt x="1176" y="8997"/>
                  </a:lnTo>
                  <a:lnTo>
                    <a:pt x="14757" y="8997"/>
                  </a:lnTo>
                  <a:lnTo>
                    <a:pt x="15907" y="284"/>
                  </a:lnTo>
                  <a:cubicBezTo>
                    <a:pt x="15927" y="132"/>
                    <a:pt x="15811" y="0"/>
                    <a:pt x="15659" y="0"/>
                  </a:cubicBezTo>
                  <a:lnTo>
                    <a:pt x="15659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718;p20">
              <a:extLst>
                <a:ext uri="{FF2B5EF4-FFF2-40B4-BE49-F238E27FC236}">
                  <a16:creationId xmlns:a16="http://schemas.microsoft.com/office/drawing/2014/main" id="{81BEF98D-5540-82AF-9D1E-C81A72807466}"/>
                </a:ext>
              </a:extLst>
            </p:cNvPr>
            <p:cNvSpPr/>
            <p:nvPr/>
          </p:nvSpPr>
          <p:spPr>
            <a:xfrm>
              <a:off x="4513227" y="4050882"/>
              <a:ext cx="120016" cy="120096"/>
            </a:xfrm>
            <a:custGeom>
              <a:avLst/>
              <a:gdLst/>
              <a:ahLst/>
              <a:cxnLst/>
              <a:rect l="l" t="t" r="r" b="b"/>
              <a:pathLst>
                <a:path w="1490" h="1491" extrusionOk="0">
                  <a:moveTo>
                    <a:pt x="1490" y="745"/>
                  </a:moveTo>
                  <a:cubicBezTo>
                    <a:pt x="1490" y="1156"/>
                    <a:pt x="1160" y="1490"/>
                    <a:pt x="745" y="1490"/>
                  </a:cubicBezTo>
                  <a:cubicBezTo>
                    <a:pt x="335" y="1490"/>
                    <a:pt x="0" y="1156"/>
                    <a:pt x="0" y="745"/>
                  </a:cubicBezTo>
                  <a:cubicBezTo>
                    <a:pt x="0" y="335"/>
                    <a:pt x="335" y="1"/>
                    <a:pt x="745" y="1"/>
                  </a:cubicBezTo>
                  <a:cubicBezTo>
                    <a:pt x="1160" y="1"/>
                    <a:pt x="1490" y="335"/>
                    <a:pt x="1490" y="745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3" name="Google Shape;719;p20">
            <a:extLst>
              <a:ext uri="{FF2B5EF4-FFF2-40B4-BE49-F238E27FC236}">
                <a16:creationId xmlns:a16="http://schemas.microsoft.com/office/drawing/2014/main" id="{5D187B5E-825A-C2C4-B3AD-D53B172FA136}"/>
              </a:ext>
            </a:extLst>
          </p:cNvPr>
          <p:cNvSpPr/>
          <p:nvPr/>
        </p:nvSpPr>
        <p:spPr>
          <a:xfrm>
            <a:off x="3339300" y="2132400"/>
            <a:ext cx="621600" cy="6216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720;p20">
            <a:extLst>
              <a:ext uri="{FF2B5EF4-FFF2-40B4-BE49-F238E27FC236}">
                <a16:creationId xmlns:a16="http://schemas.microsoft.com/office/drawing/2014/main" id="{1A27A0A4-D028-D736-0D99-7C5CCDB5C6A4}"/>
              </a:ext>
            </a:extLst>
          </p:cNvPr>
          <p:cNvSpPr/>
          <p:nvPr/>
        </p:nvSpPr>
        <p:spPr>
          <a:xfrm>
            <a:off x="4903775" y="2028075"/>
            <a:ext cx="621600" cy="6216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721;p20">
            <a:extLst>
              <a:ext uri="{FF2B5EF4-FFF2-40B4-BE49-F238E27FC236}">
                <a16:creationId xmlns:a16="http://schemas.microsoft.com/office/drawing/2014/main" id="{D3B83B80-FEAE-F510-B621-1D2A375846B5}"/>
              </a:ext>
            </a:extLst>
          </p:cNvPr>
          <p:cNvSpPr/>
          <p:nvPr/>
        </p:nvSpPr>
        <p:spPr>
          <a:xfrm>
            <a:off x="5086044" y="2443250"/>
            <a:ext cx="621600" cy="6216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722;p20">
            <a:extLst>
              <a:ext uri="{FF2B5EF4-FFF2-40B4-BE49-F238E27FC236}">
                <a16:creationId xmlns:a16="http://schemas.microsoft.com/office/drawing/2014/main" id="{DC5A5DA1-D716-B548-A170-9078BFD8311C}"/>
              </a:ext>
            </a:extLst>
          </p:cNvPr>
          <p:cNvSpPr/>
          <p:nvPr/>
        </p:nvSpPr>
        <p:spPr>
          <a:xfrm>
            <a:off x="3425025" y="2790600"/>
            <a:ext cx="621600" cy="6216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723;p20">
            <a:extLst>
              <a:ext uri="{FF2B5EF4-FFF2-40B4-BE49-F238E27FC236}">
                <a16:creationId xmlns:a16="http://schemas.microsoft.com/office/drawing/2014/main" id="{A94C429E-878C-231E-CA68-991EDFC0E44A}"/>
              </a:ext>
            </a:extLst>
          </p:cNvPr>
          <p:cNvSpPr/>
          <p:nvPr/>
        </p:nvSpPr>
        <p:spPr>
          <a:xfrm>
            <a:off x="3425025" y="3633625"/>
            <a:ext cx="621600" cy="6216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724;p20">
            <a:extLst>
              <a:ext uri="{FF2B5EF4-FFF2-40B4-BE49-F238E27FC236}">
                <a16:creationId xmlns:a16="http://schemas.microsoft.com/office/drawing/2014/main" id="{BECC5985-25FC-C355-0707-589C885D001C}"/>
              </a:ext>
            </a:extLst>
          </p:cNvPr>
          <p:cNvSpPr/>
          <p:nvPr/>
        </p:nvSpPr>
        <p:spPr>
          <a:xfrm>
            <a:off x="5086044" y="3737338"/>
            <a:ext cx="621600" cy="6216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25" name="Google Shape;725;p20">
            <a:extLst>
              <a:ext uri="{FF2B5EF4-FFF2-40B4-BE49-F238E27FC236}">
                <a16:creationId xmlns:a16="http://schemas.microsoft.com/office/drawing/2014/main" id="{76467C93-1AF9-36C3-AD29-E2DC1358854D}"/>
              </a:ext>
            </a:extLst>
          </p:cNvPr>
          <p:cNvCxnSpPr/>
          <p:nvPr/>
        </p:nvCxnSpPr>
        <p:spPr>
          <a:xfrm>
            <a:off x="1672052" y="1462657"/>
            <a:ext cx="1978122" cy="669668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7" name="Google Shape;726;p20">
            <a:extLst>
              <a:ext uri="{FF2B5EF4-FFF2-40B4-BE49-F238E27FC236}">
                <a16:creationId xmlns:a16="http://schemas.microsoft.com/office/drawing/2014/main" id="{D15376BD-7795-DA9A-CAD7-12CE23B6D8D3}"/>
              </a:ext>
            </a:extLst>
          </p:cNvPr>
          <p:cNvCxnSpPr/>
          <p:nvPr/>
        </p:nvCxnSpPr>
        <p:spPr>
          <a:xfrm flipH="1">
            <a:off x="5214575" y="1361654"/>
            <a:ext cx="1868085" cy="671223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3" name="Google Shape;729;p20">
            <a:extLst>
              <a:ext uri="{FF2B5EF4-FFF2-40B4-BE49-F238E27FC236}">
                <a16:creationId xmlns:a16="http://schemas.microsoft.com/office/drawing/2014/main" id="{A4AA6ED0-F18E-736F-0DCF-ACBB85D167EF}"/>
              </a:ext>
            </a:extLst>
          </p:cNvPr>
          <p:cNvCxnSpPr/>
          <p:nvPr/>
        </p:nvCxnSpPr>
        <p:spPr>
          <a:xfrm>
            <a:off x="2589333" y="3207610"/>
            <a:ext cx="835841" cy="736815"/>
          </a:xfrm>
          <a:prstGeom prst="bentConnector3">
            <a:avLst>
              <a:gd name="adj1" fmla="val 4999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5" name="Google Shape;730;p20">
            <a:extLst>
              <a:ext uri="{FF2B5EF4-FFF2-40B4-BE49-F238E27FC236}">
                <a16:creationId xmlns:a16="http://schemas.microsoft.com/office/drawing/2014/main" id="{B628C739-8626-1DDC-9882-7FEDDF163916}"/>
              </a:ext>
            </a:extLst>
          </p:cNvPr>
          <p:cNvCxnSpPr/>
          <p:nvPr/>
        </p:nvCxnSpPr>
        <p:spPr>
          <a:xfrm flipH="1">
            <a:off x="5760472" y="3735479"/>
            <a:ext cx="1222150" cy="312659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108009472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24"/>
          <p:cNvSpPr txBox="1">
            <a:spLocks noGrp="1"/>
          </p:cNvSpPr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Group Member Task Breakdown</a:t>
            </a:r>
            <a:endParaRPr lang="en-US"/>
          </a:p>
        </p:txBody>
      </p:sp>
      <p:grpSp>
        <p:nvGrpSpPr>
          <p:cNvPr id="991" name="Google Shape;991;p24"/>
          <p:cNvGrpSpPr/>
          <p:nvPr/>
        </p:nvGrpSpPr>
        <p:grpSpPr>
          <a:xfrm>
            <a:off x="457200" y="2191100"/>
            <a:ext cx="2048400" cy="925050"/>
            <a:chOff x="457200" y="2267300"/>
            <a:chExt cx="2048400" cy="925050"/>
          </a:xfrm>
        </p:grpSpPr>
        <p:sp>
          <p:nvSpPr>
            <p:cNvPr id="992" name="Google Shape;992;p24"/>
            <p:cNvSpPr/>
            <p:nvPr/>
          </p:nvSpPr>
          <p:spPr>
            <a:xfrm>
              <a:off x="457200" y="2267300"/>
              <a:ext cx="2048400" cy="429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sym typeface="Fira Sans Extra Condensed"/>
                </a:rPr>
                <a:t>Ryan</a:t>
              </a:r>
              <a:endParaRPr lang="en-US"/>
            </a:p>
          </p:txBody>
        </p:sp>
        <p:sp>
          <p:nvSpPr>
            <p:cNvPr id="993" name="Google Shape;993;p24"/>
            <p:cNvSpPr/>
            <p:nvPr/>
          </p:nvSpPr>
          <p:spPr>
            <a:xfrm>
              <a:off x="457200" y="2699750"/>
              <a:ext cx="2047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>
                <a:buClr>
                  <a:schemeClr val="dk1"/>
                </a:buClr>
                <a:buSzPts val="1100"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Report</a:t>
              </a:r>
              <a:b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</a:b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Presentation Slides</a:t>
              </a:r>
            </a:p>
          </p:txBody>
        </p:sp>
      </p:grpSp>
      <p:grpSp>
        <p:nvGrpSpPr>
          <p:cNvPr id="994" name="Google Shape;994;p24"/>
          <p:cNvGrpSpPr/>
          <p:nvPr/>
        </p:nvGrpSpPr>
        <p:grpSpPr>
          <a:xfrm>
            <a:off x="457200" y="3819700"/>
            <a:ext cx="2048400" cy="925050"/>
            <a:chOff x="457200" y="3743500"/>
            <a:chExt cx="2048400" cy="925050"/>
          </a:xfrm>
        </p:grpSpPr>
        <p:sp>
          <p:nvSpPr>
            <p:cNvPr id="995" name="Google Shape;995;p24"/>
            <p:cNvSpPr/>
            <p:nvPr/>
          </p:nvSpPr>
          <p:spPr>
            <a:xfrm>
              <a:off x="457200" y="3743500"/>
              <a:ext cx="2048400" cy="429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sym typeface="Fira Sans Extra Condensed"/>
                </a:rPr>
                <a:t>Zahid</a:t>
              </a:r>
              <a:endParaRPr lang="en-US"/>
            </a:p>
          </p:txBody>
        </p:sp>
        <p:sp>
          <p:nvSpPr>
            <p:cNvPr id="996" name="Google Shape;996;p24"/>
            <p:cNvSpPr/>
            <p:nvPr/>
          </p:nvSpPr>
          <p:spPr>
            <a:xfrm>
              <a:off x="457200" y="4175950"/>
              <a:ext cx="2047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Python Workbook</a:t>
              </a:r>
              <a:endParaRPr lang="en-US"/>
            </a:p>
          </p:txBody>
        </p:sp>
      </p:grpSp>
      <p:grpSp>
        <p:nvGrpSpPr>
          <p:cNvPr id="997" name="Google Shape;997;p24"/>
          <p:cNvGrpSpPr/>
          <p:nvPr/>
        </p:nvGrpSpPr>
        <p:grpSpPr>
          <a:xfrm>
            <a:off x="6638400" y="3819700"/>
            <a:ext cx="2048400" cy="925050"/>
            <a:chOff x="6638400" y="3743500"/>
            <a:chExt cx="2048400" cy="925050"/>
          </a:xfrm>
        </p:grpSpPr>
        <p:sp>
          <p:nvSpPr>
            <p:cNvPr id="998" name="Google Shape;998;p24"/>
            <p:cNvSpPr/>
            <p:nvPr/>
          </p:nvSpPr>
          <p:spPr>
            <a:xfrm>
              <a:off x="6638400" y="3743500"/>
              <a:ext cx="2048400" cy="4296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sym typeface="Fira Sans Extra Condensed"/>
                </a:rPr>
                <a:t>Kai</a:t>
              </a:r>
              <a:endParaRPr lang="en-US"/>
            </a:p>
          </p:txBody>
        </p:sp>
        <p:sp>
          <p:nvSpPr>
            <p:cNvPr id="999" name="Google Shape;999;p24"/>
            <p:cNvSpPr/>
            <p:nvPr/>
          </p:nvSpPr>
          <p:spPr>
            <a:xfrm>
              <a:off x="6638400" y="4175950"/>
              <a:ext cx="2047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Presentation Slides</a:t>
              </a:r>
              <a:endParaRPr lang="en-US"/>
            </a:p>
          </p:txBody>
        </p:sp>
      </p:grpSp>
      <p:grpSp>
        <p:nvGrpSpPr>
          <p:cNvPr id="1000" name="Google Shape;1000;p24"/>
          <p:cNvGrpSpPr/>
          <p:nvPr/>
        </p:nvGrpSpPr>
        <p:grpSpPr>
          <a:xfrm>
            <a:off x="6638400" y="2191100"/>
            <a:ext cx="2048400" cy="925050"/>
            <a:chOff x="6638400" y="2267300"/>
            <a:chExt cx="2048400" cy="925050"/>
          </a:xfrm>
        </p:grpSpPr>
        <p:sp>
          <p:nvSpPr>
            <p:cNvPr id="1001" name="Google Shape;1001;p24"/>
            <p:cNvSpPr/>
            <p:nvPr/>
          </p:nvSpPr>
          <p:spPr>
            <a:xfrm>
              <a:off x="6638400" y="2267300"/>
              <a:ext cx="2048400" cy="429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sym typeface="Fira Sans Extra Condensed"/>
                </a:rPr>
                <a:t>Niharika</a:t>
              </a:r>
              <a:endParaRPr lang="en-US"/>
            </a:p>
          </p:txBody>
        </p:sp>
        <p:sp>
          <p:nvSpPr>
            <p:cNvPr id="1002" name="Google Shape;1002;p24"/>
            <p:cNvSpPr/>
            <p:nvPr/>
          </p:nvSpPr>
          <p:spPr>
            <a:xfrm>
              <a:off x="6638400" y="2699750"/>
              <a:ext cx="2047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Report</a:t>
              </a:r>
              <a:endParaRPr lang="en-US"/>
            </a:p>
          </p:txBody>
        </p:sp>
      </p:grpSp>
      <p:grpSp>
        <p:nvGrpSpPr>
          <p:cNvPr id="1004" name="Google Shape;1004;p24"/>
          <p:cNvGrpSpPr/>
          <p:nvPr/>
        </p:nvGrpSpPr>
        <p:grpSpPr>
          <a:xfrm>
            <a:off x="3547788" y="3819700"/>
            <a:ext cx="2048400" cy="925050"/>
            <a:chOff x="6686075" y="3743500"/>
            <a:chExt cx="2048400" cy="925050"/>
          </a:xfrm>
        </p:grpSpPr>
        <p:sp>
          <p:nvSpPr>
            <p:cNvPr id="1005" name="Google Shape;1005;p24"/>
            <p:cNvSpPr/>
            <p:nvPr/>
          </p:nvSpPr>
          <p:spPr>
            <a:xfrm>
              <a:off x="6686075" y="3743500"/>
              <a:ext cx="2048400" cy="4296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sym typeface="Fira Sans Extra Condensed"/>
                </a:rPr>
                <a:t>Sucharitha</a:t>
              </a:r>
              <a:endParaRPr lang="en-US"/>
            </a:p>
          </p:txBody>
        </p:sp>
        <p:sp>
          <p:nvSpPr>
            <p:cNvPr id="1006" name="Google Shape;1006;p24"/>
            <p:cNvSpPr/>
            <p:nvPr/>
          </p:nvSpPr>
          <p:spPr>
            <a:xfrm>
              <a:off x="6686075" y="4175950"/>
              <a:ext cx="2047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Report</a:t>
              </a:r>
            </a:p>
          </p:txBody>
        </p:sp>
      </p:grpSp>
      <p:grpSp>
        <p:nvGrpSpPr>
          <p:cNvPr id="41" name="Google Shape;1573;p29">
            <a:extLst>
              <a:ext uri="{FF2B5EF4-FFF2-40B4-BE49-F238E27FC236}">
                <a16:creationId xmlns:a16="http://schemas.microsoft.com/office/drawing/2014/main" id="{327018C1-5EC2-9EA7-7F17-2381AD45E0AF}"/>
              </a:ext>
            </a:extLst>
          </p:cNvPr>
          <p:cNvGrpSpPr/>
          <p:nvPr/>
        </p:nvGrpSpPr>
        <p:grpSpPr>
          <a:xfrm>
            <a:off x="3880430" y="979721"/>
            <a:ext cx="1376755" cy="2506847"/>
            <a:chOff x="3602200" y="1333150"/>
            <a:chExt cx="1948255" cy="3138504"/>
          </a:xfrm>
        </p:grpSpPr>
        <p:sp>
          <p:nvSpPr>
            <p:cNvPr id="23" name="Google Shape;1574;p29">
              <a:extLst>
                <a:ext uri="{FF2B5EF4-FFF2-40B4-BE49-F238E27FC236}">
                  <a16:creationId xmlns:a16="http://schemas.microsoft.com/office/drawing/2014/main" id="{01AE0E5F-5D93-2C59-769F-5AA6C432CDF3}"/>
                </a:ext>
              </a:extLst>
            </p:cNvPr>
            <p:cNvSpPr/>
            <p:nvPr/>
          </p:nvSpPr>
          <p:spPr>
            <a:xfrm>
              <a:off x="3602200" y="1333150"/>
              <a:ext cx="1948255" cy="3138504"/>
            </a:xfrm>
            <a:custGeom>
              <a:avLst/>
              <a:gdLst/>
              <a:ahLst/>
              <a:cxnLst/>
              <a:rect l="l" t="t" r="r" b="b"/>
              <a:pathLst>
                <a:path w="13167" h="23596" extrusionOk="0">
                  <a:moveTo>
                    <a:pt x="12260" y="0"/>
                  </a:moveTo>
                  <a:lnTo>
                    <a:pt x="892" y="11"/>
                  </a:lnTo>
                  <a:cubicBezTo>
                    <a:pt x="401" y="11"/>
                    <a:pt x="1" y="406"/>
                    <a:pt x="1" y="902"/>
                  </a:cubicBezTo>
                  <a:lnTo>
                    <a:pt x="21" y="22704"/>
                  </a:lnTo>
                  <a:cubicBezTo>
                    <a:pt x="21" y="23196"/>
                    <a:pt x="416" y="23596"/>
                    <a:pt x="908" y="23596"/>
                  </a:cubicBezTo>
                  <a:lnTo>
                    <a:pt x="12280" y="23586"/>
                  </a:lnTo>
                  <a:cubicBezTo>
                    <a:pt x="12771" y="23586"/>
                    <a:pt x="13166" y="23186"/>
                    <a:pt x="13166" y="22694"/>
                  </a:cubicBezTo>
                  <a:lnTo>
                    <a:pt x="13151" y="887"/>
                  </a:lnTo>
                  <a:cubicBezTo>
                    <a:pt x="13151" y="396"/>
                    <a:pt x="12751" y="0"/>
                    <a:pt x="12260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575;p29">
              <a:extLst>
                <a:ext uri="{FF2B5EF4-FFF2-40B4-BE49-F238E27FC236}">
                  <a16:creationId xmlns:a16="http://schemas.microsoft.com/office/drawing/2014/main" id="{1231286E-3139-31AA-71D3-EFE5F4F2DAE7}"/>
                </a:ext>
              </a:extLst>
            </p:cNvPr>
            <p:cNvSpPr/>
            <p:nvPr/>
          </p:nvSpPr>
          <p:spPr>
            <a:xfrm>
              <a:off x="3684023" y="1542639"/>
              <a:ext cx="1785494" cy="2744395"/>
            </a:xfrm>
            <a:custGeom>
              <a:avLst/>
              <a:gdLst/>
              <a:ahLst/>
              <a:cxnLst/>
              <a:rect l="l" t="t" r="r" b="b"/>
              <a:pathLst>
                <a:path w="12067" h="20633" extrusionOk="0">
                  <a:moveTo>
                    <a:pt x="11063" y="1"/>
                  </a:moveTo>
                  <a:lnTo>
                    <a:pt x="983" y="11"/>
                  </a:lnTo>
                  <a:cubicBezTo>
                    <a:pt x="441" y="11"/>
                    <a:pt x="0" y="452"/>
                    <a:pt x="0" y="994"/>
                  </a:cubicBezTo>
                  <a:lnTo>
                    <a:pt x="15" y="19650"/>
                  </a:lnTo>
                  <a:cubicBezTo>
                    <a:pt x="15" y="20192"/>
                    <a:pt x="456" y="20633"/>
                    <a:pt x="998" y="20633"/>
                  </a:cubicBezTo>
                  <a:lnTo>
                    <a:pt x="11079" y="20623"/>
                  </a:lnTo>
                  <a:cubicBezTo>
                    <a:pt x="11626" y="20623"/>
                    <a:pt x="12066" y="20182"/>
                    <a:pt x="12066" y="19640"/>
                  </a:cubicBezTo>
                  <a:lnTo>
                    <a:pt x="12051" y="984"/>
                  </a:lnTo>
                  <a:cubicBezTo>
                    <a:pt x="12046" y="442"/>
                    <a:pt x="11605" y="1"/>
                    <a:pt x="11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576;p29">
              <a:extLst>
                <a:ext uri="{FF2B5EF4-FFF2-40B4-BE49-F238E27FC236}">
                  <a16:creationId xmlns:a16="http://schemas.microsoft.com/office/drawing/2014/main" id="{EFCB306D-AD12-D700-0415-FA5927B67C67}"/>
                </a:ext>
              </a:extLst>
            </p:cNvPr>
            <p:cNvSpPr/>
            <p:nvPr/>
          </p:nvSpPr>
          <p:spPr>
            <a:xfrm>
              <a:off x="4323933" y="1420667"/>
              <a:ext cx="502778" cy="44691"/>
            </a:xfrm>
            <a:custGeom>
              <a:avLst/>
              <a:gdLst/>
              <a:ahLst/>
              <a:cxnLst/>
              <a:rect l="l" t="t" r="r" b="b"/>
              <a:pathLst>
                <a:path w="3780" h="336" extrusionOk="0">
                  <a:moveTo>
                    <a:pt x="3617" y="1"/>
                  </a:moveTo>
                  <a:lnTo>
                    <a:pt x="163" y="6"/>
                  </a:lnTo>
                  <a:cubicBezTo>
                    <a:pt x="72" y="6"/>
                    <a:pt x="1" y="82"/>
                    <a:pt x="1" y="168"/>
                  </a:cubicBezTo>
                  <a:cubicBezTo>
                    <a:pt x="1" y="259"/>
                    <a:pt x="72" y="335"/>
                    <a:pt x="163" y="335"/>
                  </a:cubicBezTo>
                  <a:lnTo>
                    <a:pt x="3617" y="330"/>
                  </a:lnTo>
                  <a:cubicBezTo>
                    <a:pt x="3709" y="330"/>
                    <a:pt x="3780" y="259"/>
                    <a:pt x="3780" y="168"/>
                  </a:cubicBezTo>
                  <a:cubicBezTo>
                    <a:pt x="3780" y="77"/>
                    <a:pt x="3709" y="1"/>
                    <a:pt x="36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577;p29">
              <a:extLst>
                <a:ext uri="{FF2B5EF4-FFF2-40B4-BE49-F238E27FC236}">
                  <a16:creationId xmlns:a16="http://schemas.microsoft.com/office/drawing/2014/main" id="{5E4D0C91-9850-EB29-5894-C527ACA1D5C7}"/>
                </a:ext>
              </a:extLst>
            </p:cNvPr>
            <p:cNvSpPr/>
            <p:nvPr/>
          </p:nvSpPr>
          <p:spPr>
            <a:xfrm>
              <a:off x="3865853" y="3813899"/>
              <a:ext cx="1421744" cy="57460"/>
            </a:xfrm>
            <a:custGeom>
              <a:avLst/>
              <a:gdLst/>
              <a:ahLst/>
              <a:cxnLst/>
              <a:rect l="l" t="t" r="r" b="b"/>
              <a:pathLst>
                <a:path w="10689" h="432" extrusionOk="0">
                  <a:moveTo>
                    <a:pt x="10683" y="1"/>
                  </a:moveTo>
                  <a:lnTo>
                    <a:pt x="0" y="11"/>
                  </a:lnTo>
                  <a:lnTo>
                    <a:pt x="5" y="431"/>
                  </a:lnTo>
                  <a:lnTo>
                    <a:pt x="10688" y="421"/>
                  </a:lnTo>
                  <a:lnTo>
                    <a:pt x="1068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578;p29">
              <a:extLst>
                <a:ext uri="{FF2B5EF4-FFF2-40B4-BE49-F238E27FC236}">
                  <a16:creationId xmlns:a16="http://schemas.microsoft.com/office/drawing/2014/main" id="{1A2AB530-496C-55F6-D657-B0CB1F202F9F}"/>
                </a:ext>
              </a:extLst>
            </p:cNvPr>
            <p:cNvSpPr/>
            <p:nvPr/>
          </p:nvSpPr>
          <p:spPr>
            <a:xfrm>
              <a:off x="3865853" y="3922435"/>
              <a:ext cx="1421744" cy="57327"/>
            </a:xfrm>
            <a:custGeom>
              <a:avLst/>
              <a:gdLst/>
              <a:ahLst/>
              <a:cxnLst/>
              <a:rect l="l" t="t" r="r" b="b"/>
              <a:pathLst>
                <a:path w="10689" h="431" extrusionOk="0">
                  <a:moveTo>
                    <a:pt x="10683" y="0"/>
                  </a:moveTo>
                  <a:lnTo>
                    <a:pt x="0" y="5"/>
                  </a:lnTo>
                  <a:lnTo>
                    <a:pt x="5" y="431"/>
                  </a:lnTo>
                  <a:lnTo>
                    <a:pt x="10688" y="421"/>
                  </a:lnTo>
                  <a:lnTo>
                    <a:pt x="1068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579;p29">
              <a:extLst>
                <a:ext uri="{FF2B5EF4-FFF2-40B4-BE49-F238E27FC236}">
                  <a16:creationId xmlns:a16="http://schemas.microsoft.com/office/drawing/2014/main" id="{86B68968-9EA2-624B-C7A5-155A9EDEB2AD}"/>
                </a:ext>
              </a:extLst>
            </p:cNvPr>
            <p:cNvSpPr/>
            <p:nvPr/>
          </p:nvSpPr>
          <p:spPr>
            <a:xfrm>
              <a:off x="4525440" y="4105721"/>
              <a:ext cx="109866" cy="109201"/>
            </a:xfrm>
            <a:custGeom>
              <a:avLst/>
              <a:gdLst/>
              <a:ahLst/>
              <a:cxnLst/>
              <a:rect l="l" t="t" r="r" b="b"/>
              <a:pathLst>
                <a:path w="826" h="821" extrusionOk="0">
                  <a:moveTo>
                    <a:pt x="411" y="0"/>
                  </a:moveTo>
                  <a:cubicBezTo>
                    <a:pt x="188" y="0"/>
                    <a:pt x="0" y="183"/>
                    <a:pt x="0" y="411"/>
                  </a:cubicBezTo>
                  <a:cubicBezTo>
                    <a:pt x="0" y="638"/>
                    <a:pt x="188" y="821"/>
                    <a:pt x="411" y="821"/>
                  </a:cubicBezTo>
                  <a:cubicBezTo>
                    <a:pt x="638" y="821"/>
                    <a:pt x="826" y="638"/>
                    <a:pt x="826" y="411"/>
                  </a:cubicBezTo>
                  <a:cubicBezTo>
                    <a:pt x="826" y="183"/>
                    <a:pt x="638" y="0"/>
                    <a:pt x="411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580;p29">
              <a:extLst>
                <a:ext uri="{FF2B5EF4-FFF2-40B4-BE49-F238E27FC236}">
                  <a16:creationId xmlns:a16="http://schemas.microsoft.com/office/drawing/2014/main" id="{3FA752DE-0E9F-949D-A6E3-B1A864363201}"/>
                </a:ext>
              </a:extLst>
            </p:cNvPr>
            <p:cNvSpPr/>
            <p:nvPr/>
          </p:nvSpPr>
          <p:spPr>
            <a:xfrm>
              <a:off x="4953194" y="4105721"/>
              <a:ext cx="109999" cy="109201"/>
            </a:xfrm>
            <a:custGeom>
              <a:avLst/>
              <a:gdLst/>
              <a:ahLst/>
              <a:cxnLst/>
              <a:rect l="l" t="t" r="r" b="b"/>
              <a:pathLst>
                <a:path w="827" h="821" extrusionOk="0">
                  <a:moveTo>
                    <a:pt x="1" y="0"/>
                  </a:moveTo>
                  <a:lnTo>
                    <a:pt x="1" y="821"/>
                  </a:lnTo>
                  <a:lnTo>
                    <a:pt x="827" y="821"/>
                  </a:lnTo>
                  <a:lnTo>
                    <a:pt x="827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581;p29">
              <a:extLst>
                <a:ext uri="{FF2B5EF4-FFF2-40B4-BE49-F238E27FC236}">
                  <a16:creationId xmlns:a16="http://schemas.microsoft.com/office/drawing/2014/main" id="{FDF51913-35CF-5150-2471-AF168675E857}"/>
                </a:ext>
              </a:extLst>
            </p:cNvPr>
            <p:cNvSpPr/>
            <p:nvPr/>
          </p:nvSpPr>
          <p:spPr>
            <a:xfrm>
              <a:off x="4097553" y="4105721"/>
              <a:ext cx="109999" cy="109201"/>
            </a:xfrm>
            <a:custGeom>
              <a:avLst/>
              <a:gdLst/>
              <a:ahLst/>
              <a:cxnLst/>
              <a:rect l="l" t="t" r="r" b="b"/>
              <a:pathLst>
                <a:path w="827" h="821" extrusionOk="0">
                  <a:moveTo>
                    <a:pt x="1" y="0"/>
                  </a:moveTo>
                  <a:lnTo>
                    <a:pt x="1" y="821"/>
                  </a:lnTo>
                  <a:lnTo>
                    <a:pt x="826" y="821"/>
                  </a:lnTo>
                  <a:lnTo>
                    <a:pt x="82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" name="Google Shape;1582;p29">
              <a:extLst>
                <a:ext uri="{FF2B5EF4-FFF2-40B4-BE49-F238E27FC236}">
                  <a16:creationId xmlns:a16="http://schemas.microsoft.com/office/drawing/2014/main" id="{D395AFDD-D146-D0A8-D2BB-510912BE7949}"/>
                </a:ext>
              </a:extLst>
            </p:cNvPr>
            <p:cNvGrpSpPr/>
            <p:nvPr/>
          </p:nvGrpSpPr>
          <p:grpSpPr>
            <a:xfrm>
              <a:off x="4236048" y="1678463"/>
              <a:ext cx="680556" cy="209673"/>
              <a:chOff x="4189000" y="1664063"/>
              <a:chExt cx="505726" cy="155809"/>
            </a:xfrm>
          </p:grpSpPr>
          <p:sp>
            <p:nvSpPr>
              <p:cNvPr id="37" name="Google Shape;1583;p29">
                <a:extLst>
                  <a:ext uri="{FF2B5EF4-FFF2-40B4-BE49-F238E27FC236}">
                    <a16:creationId xmlns:a16="http://schemas.microsoft.com/office/drawing/2014/main" id="{600A5B86-7F5C-91EC-A983-F28E282615EB}"/>
                  </a:ext>
                </a:extLst>
              </p:cNvPr>
              <p:cNvSpPr/>
              <p:nvPr/>
            </p:nvSpPr>
            <p:spPr>
              <a:xfrm>
                <a:off x="4189000" y="1664063"/>
                <a:ext cx="139708" cy="155809"/>
              </a:xfrm>
              <a:custGeom>
                <a:avLst/>
                <a:gdLst/>
                <a:ahLst/>
                <a:cxnLst/>
                <a:rect l="l" t="t" r="r" b="b"/>
                <a:pathLst>
                  <a:path w="4130" h="4606" extrusionOk="0">
                    <a:moveTo>
                      <a:pt x="923" y="1"/>
                    </a:moveTo>
                    <a:lnTo>
                      <a:pt x="1" y="4605"/>
                    </a:lnTo>
                    <a:lnTo>
                      <a:pt x="1186" y="4605"/>
                    </a:lnTo>
                    <a:lnTo>
                      <a:pt x="1581" y="2655"/>
                    </a:lnTo>
                    <a:lnTo>
                      <a:pt x="3476" y="2655"/>
                    </a:lnTo>
                    <a:lnTo>
                      <a:pt x="3653" y="1753"/>
                    </a:lnTo>
                    <a:lnTo>
                      <a:pt x="1758" y="1753"/>
                    </a:lnTo>
                    <a:lnTo>
                      <a:pt x="1925" y="897"/>
                    </a:lnTo>
                    <a:lnTo>
                      <a:pt x="3947" y="897"/>
                    </a:lnTo>
                    <a:lnTo>
                      <a:pt x="412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1584;p29">
                <a:extLst>
                  <a:ext uri="{FF2B5EF4-FFF2-40B4-BE49-F238E27FC236}">
                    <a16:creationId xmlns:a16="http://schemas.microsoft.com/office/drawing/2014/main" id="{ABA58643-E470-42E9-602D-CD01EB7BF39C}"/>
                  </a:ext>
                </a:extLst>
              </p:cNvPr>
              <p:cNvSpPr/>
              <p:nvPr/>
            </p:nvSpPr>
            <p:spPr>
              <a:xfrm>
                <a:off x="4268496" y="1664063"/>
                <a:ext cx="163353" cy="155809"/>
              </a:xfrm>
              <a:custGeom>
                <a:avLst/>
                <a:gdLst/>
                <a:ahLst/>
                <a:cxnLst/>
                <a:rect l="l" t="t" r="r" b="b"/>
                <a:pathLst>
                  <a:path w="4829" h="4606" extrusionOk="0">
                    <a:moveTo>
                      <a:pt x="3121" y="1080"/>
                    </a:moveTo>
                    <a:lnTo>
                      <a:pt x="3385" y="2913"/>
                    </a:lnTo>
                    <a:lnTo>
                      <a:pt x="2123" y="2913"/>
                    </a:lnTo>
                    <a:lnTo>
                      <a:pt x="3121" y="1080"/>
                    </a:lnTo>
                    <a:close/>
                    <a:moveTo>
                      <a:pt x="2630" y="1"/>
                    </a:moveTo>
                    <a:lnTo>
                      <a:pt x="1" y="4605"/>
                    </a:lnTo>
                    <a:lnTo>
                      <a:pt x="1196" y="4605"/>
                    </a:lnTo>
                    <a:lnTo>
                      <a:pt x="1652" y="3764"/>
                    </a:lnTo>
                    <a:lnTo>
                      <a:pt x="3511" y="3764"/>
                    </a:lnTo>
                    <a:lnTo>
                      <a:pt x="3633" y="4605"/>
                    </a:lnTo>
                    <a:lnTo>
                      <a:pt x="4829" y="4605"/>
                    </a:lnTo>
                    <a:lnTo>
                      <a:pt x="404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1585;p29">
                <a:extLst>
                  <a:ext uri="{FF2B5EF4-FFF2-40B4-BE49-F238E27FC236}">
                    <a16:creationId xmlns:a16="http://schemas.microsoft.com/office/drawing/2014/main" id="{1AA84164-D21F-A99D-D03E-E3712F68B52D}"/>
                  </a:ext>
                </a:extLst>
              </p:cNvPr>
              <p:cNvSpPr/>
              <p:nvPr/>
            </p:nvSpPr>
            <p:spPr>
              <a:xfrm>
                <a:off x="4428570" y="1664063"/>
                <a:ext cx="175835" cy="155809"/>
              </a:xfrm>
              <a:custGeom>
                <a:avLst/>
                <a:gdLst/>
                <a:ahLst/>
                <a:cxnLst/>
                <a:rect l="l" t="t" r="r" b="b"/>
                <a:pathLst>
                  <a:path w="5198" h="4606" extrusionOk="0">
                    <a:moveTo>
                      <a:pt x="922" y="1"/>
                    </a:moveTo>
                    <a:lnTo>
                      <a:pt x="0" y="4605"/>
                    </a:lnTo>
                    <a:lnTo>
                      <a:pt x="1186" y="4605"/>
                    </a:lnTo>
                    <a:lnTo>
                      <a:pt x="1550" y="2792"/>
                    </a:lnTo>
                    <a:lnTo>
                      <a:pt x="3019" y="4605"/>
                    </a:lnTo>
                    <a:lnTo>
                      <a:pt x="4504" y="4605"/>
                    </a:lnTo>
                    <a:lnTo>
                      <a:pt x="2543" y="2179"/>
                    </a:lnTo>
                    <a:lnTo>
                      <a:pt x="5198" y="1"/>
                    </a:lnTo>
                    <a:lnTo>
                      <a:pt x="3820" y="1"/>
                    </a:lnTo>
                    <a:lnTo>
                      <a:pt x="1773" y="1682"/>
                    </a:lnTo>
                    <a:lnTo>
                      <a:pt x="2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1586;p29">
                <a:extLst>
                  <a:ext uri="{FF2B5EF4-FFF2-40B4-BE49-F238E27FC236}">
                    <a16:creationId xmlns:a16="http://schemas.microsoft.com/office/drawing/2014/main" id="{CA74C0F3-A720-B9FF-F9A0-B7F66B3C899C}"/>
                  </a:ext>
                </a:extLst>
              </p:cNvPr>
              <p:cNvSpPr/>
              <p:nvPr/>
            </p:nvSpPr>
            <p:spPr>
              <a:xfrm>
                <a:off x="4555018" y="1664063"/>
                <a:ext cx="139708" cy="155809"/>
              </a:xfrm>
              <a:custGeom>
                <a:avLst/>
                <a:gdLst/>
                <a:ahLst/>
                <a:cxnLst/>
                <a:rect l="l" t="t" r="r" b="b"/>
                <a:pathLst>
                  <a:path w="4130" h="4606" extrusionOk="0">
                    <a:moveTo>
                      <a:pt x="923" y="1"/>
                    </a:moveTo>
                    <a:lnTo>
                      <a:pt x="1" y="4605"/>
                    </a:lnTo>
                    <a:lnTo>
                      <a:pt x="3273" y="4605"/>
                    </a:lnTo>
                    <a:lnTo>
                      <a:pt x="3450" y="3709"/>
                    </a:lnTo>
                    <a:lnTo>
                      <a:pt x="1368" y="3709"/>
                    </a:lnTo>
                    <a:lnTo>
                      <a:pt x="1581" y="2655"/>
                    </a:lnTo>
                    <a:lnTo>
                      <a:pt x="3476" y="2655"/>
                    </a:lnTo>
                    <a:lnTo>
                      <a:pt x="3658" y="1753"/>
                    </a:lnTo>
                    <a:lnTo>
                      <a:pt x="1758" y="1753"/>
                    </a:lnTo>
                    <a:lnTo>
                      <a:pt x="1931" y="897"/>
                    </a:lnTo>
                    <a:lnTo>
                      <a:pt x="3947" y="897"/>
                    </a:lnTo>
                    <a:lnTo>
                      <a:pt x="412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" name="Google Shape;1587;p29">
              <a:extLst>
                <a:ext uri="{FF2B5EF4-FFF2-40B4-BE49-F238E27FC236}">
                  <a16:creationId xmlns:a16="http://schemas.microsoft.com/office/drawing/2014/main" id="{56C5A775-6EAE-0386-57DC-9BC10C3FDF9E}"/>
                </a:ext>
              </a:extLst>
            </p:cNvPr>
            <p:cNvGrpSpPr/>
            <p:nvPr/>
          </p:nvGrpSpPr>
          <p:grpSpPr>
            <a:xfrm>
              <a:off x="4173234" y="1941132"/>
              <a:ext cx="806198" cy="217503"/>
              <a:chOff x="4355907" y="1916657"/>
              <a:chExt cx="599091" cy="161628"/>
            </a:xfrm>
          </p:grpSpPr>
          <p:sp>
            <p:nvSpPr>
              <p:cNvPr id="33" name="Google Shape;1588;p29">
                <a:extLst>
                  <a:ext uri="{FF2B5EF4-FFF2-40B4-BE49-F238E27FC236}">
                    <a16:creationId xmlns:a16="http://schemas.microsoft.com/office/drawing/2014/main" id="{50F23B25-70DA-36AB-8103-08924D3D971B}"/>
                  </a:ext>
                </a:extLst>
              </p:cNvPr>
              <p:cNvSpPr/>
              <p:nvPr/>
            </p:nvSpPr>
            <p:spPr>
              <a:xfrm>
                <a:off x="4355907" y="1919397"/>
                <a:ext cx="170694" cy="155776"/>
              </a:xfrm>
              <a:custGeom>
                <a:avLst/>
                <a:gdLst/>
                <a:ahLst/>
                <a:cxnLst/>
                <a:rect l="l" t="t" r="r" b="b"/>
                <a:pathLst>
                  <a:path w="5046" h="4605" extrusionOk="0">
                    <a:moveTo>
                      <a:pt x="922" y="0"/>
                    </a:moveTo>
                    <a:lnTo>
                      <a:pt x="0" y="4605"/>
                    </a:lnTo>
                    <a:lnTo>
                      <a:pt x="1125" y="4605"/>
                    </a:lnTo>
                    <a:lnTo>
                      <a:pt x="1758" y="1449"/>
                    </a:lnTo>
                    <a:lnTo>
                      <a:pt x="2797" y="4605"/>
                    </a:lnTo>
                    <a:lnTo>
                      <a:pt x="4124" y="4605"/>
                    </a:lnTo>
                    <a:lnTo>
                      <a:pt x="5046" y="0"/>
                    </a:lnTo>
                    <a:lnTo>
                      <a:pt x="3921" y="0"/>
                    </a:lnTo>
                    <a:lnTo>
                      <a:pt x="3288" y="3161"/>
                    </a:lnTo>
                    <a:lnTo>
                      <a:pt x="224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1589;p29">
                <a:extLst>
                  <a:ext uri="{FF2B5EF4-FFF2-40B4-BE49-F238E27FC236}">
                    <a16:creationId xmlns:a16="http://schemas.microsoft.com/office/drawing/2014/main" id="{691CD7D3-9C9B-354F-DFCA-5586881FA797}"/>
                  </a:ext>
                </a:extLst>
              </p:cNvPr>
              <p:cNvSpPr/>
              <p:nvPr/>
            </p:nvSpPr>
            <p:spPr>
              <a:xfrm>
                <a:off x="4507050" y="1919397"/>
                <a:ext cx="139674" cy="155776"/>
              </a:xfrm>
              <a:custGeom>
                <a:avLst/>
                <a:gdLst/>
                <a:ahLst/>
                <a:cxnLst/>
                <a:rect l="l" t="t" r="r" b="b"/>
                <a:pathLst>
                  <a:path w="4129" h="4605" extrusionOk="0">
                    <a:moveTo>
                      <a:pt x="922" y="0"/>
                    </a:moveTo>
                    <a:lnTo>
                      <a:pt x="0" y="4605"/>
                    </a:lnTo>
                    <a:lnTo>
                      <a:pt x="3273" y="4605"/>
                    </a:lnTo>
                    <a:lnTo>
                      <a:pt x="3455" y="3708"/>
                    </a:lnTo>
                    <a:lnTo>
                      <a:pt x="1368" y="3708"/>
                    </a:lnTo>
                    <a:lnTo>
                      <a:pt x="1581" y="2655"/>
                    </a:lnTo>
                    <a:lnTo>
                      <a:pt x="3480" y="2655"/>
                    </a:lnTo>
                    <a:lnTo>
                      <a:pt x="3658" y="1758"/>
                    </a:lnTo>
                    <a:lnTo>
                      <a:pt x="1758" y="1758"/>
                    </a:lnTo>
                    <a:lnTo>
                      <a:pt x="1930" y="897"/>
                    </a:lnTo>
                    <a:lnTo>
                      <a:pt x="3946" y="897"/>
                    </a:lnTo>
                    <a:lnTo>
                      <a:pt x="41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1590;p29">
                <a:extLst>
                  <a:ext uri="{FF2B5EF4-FFF2-40B4-BE49-F238E27FC236}">
                    <a16:creationId xmlns:a16="http://schemas.microsoft.com/office/drawing/2014/main" id="{55F7FDCB-01F1-6B05-2BA9-70DA862CCCA2}"/>
                  </a:ext>
                </a:extLst>
              </p:cNvPr>
              <p:cNvSpPr/>
              <p:nvPr/>
            </p:nvSpPr>
            <p:spPr>
              <a:xfrm>
                <a:off x="4642768" y="1919397"/>
                <a:ext cx="222788" cy="155776"/>
              </a:xfrm>
              <a:custGeom>
                <a:avLst/>
                <a:gdLst/>
                <a:ahLst/>
                <a:cxnLst/>
                <a:rect l="l" t="t" r="r" b="b"/>
                <a:pathLst>
                  <a:path w="6586" h="4605" extrusionOk="0">
                    <a:moveTo>
                      <a:pt x="0" y="0"/>
                    </a:moveTo>
                    <a:lnTo>
                      <a:pt x="172" y="4605"/>
                    </a:lnTo>
                    <a:lnTo>
                      <a:pt x="1545" y="4605"/>
                    </a:lnTo>
                    <a:lnTo>
                      <a:pt x="3070" y="1105"/>
                    </a:lnTo>
                    <a:lnTo>
                      <a:pt x="3207" y="4605"/>
                    </a:lnTo>
                    <a:lnTo>
                      <a:pt x="4574" y="4605"/>
                    </a:lnTo>
                    <a:lnTo>
                      <a:pt x="6586" y="0"/>
                    </a:lnTo>
                    <a:lnTo>
                      <a:pt x="5456" y="0"/>
                    </a:lnTo>
                    <a:lnTo>
                      <a:pt x="3992" y="3349"/>
                    </a:lnTo>
                    <a:lnTo>
                      <a:pt x="3870" y="0"/>
                    </a:lnTo>
                    <a:lnTo>
                      <a:pt x="2726" y="0"/>
                    </a:lnTo>
                    <a:lnTo>
                      <a:pt x="1267" y="3349"/>
                    </a:lnTo>
                    <a:lnTo>
                      <a:pt x="114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1591;p29">
                <a:extLst>
                  <a:ext uri="{FF2B5EF4-FFF2-40B4-BE49-F238E27FC236}">
                    <a16:creationId xmlns:a16="http://schemas.microsoft.com/office/drawing/2014/main" id="{751C3BB0-63D8-694C-CE5F-5B8660433B2A}"/>
                  </a:ext>
                </a:extLst>
              </p:cNvPr>
              <p:cNvSpPr/>
              <p:nvPr/>
            </p:nvSpPr>
            <p:spPr>
              <a:xfrm>
                <a:off x="4815155" y="1916657"/>
                <a:ext cx="139843" cy="161628"/>
              </a:xfrm>
              <a:custGeom>
                <a:avLst/>
                <a:gdLst/>
                <a:ahLst/>
                <a:cxnLst/>
                <a:rect l="l" t="t" r="r" b="b"/>
                <a:pathLst>
                  <a:path w="4134" h="4778" extrusionOk="0">
                    <a:moveTo>
                      <a:pt x="2568" y="0"/>
                    </a:moveTo>
                    <a:cubicBezTo>
                      <a:pt x="2011" y="0"/>
                      <a:pt x="1560" y="122"/>
                      <a:pt x="1216" y="370"/>
                    </a:cubicBezTo>
                    <a:cubicBezTo>
                      <a:pt x="872" y="618"/>
                      <a:pt x="654" y="968"/>
                      <a:pt x="557" y="1429"/>
                    </a:cubicBezTo>
                    <a:cubicBezTo>
                      <a:pt x="487" y="1794"/>
                      <a:pt x="537" y="2082"/>
                      <a:pt x="704" y="2300"/>
                    </a:cubicBezTo>
                    <a:cubicBezTo>
                      <a:pt x="877" y="2518"/>
                      <a:pt x="1181" y="2675"/>
                      <a:pt x="1621" y="2771"/>
                    </a:cubicBezTo>
                    <a:lnTo>
                      <a:pt x="2062" y="2872"/>
                    </a:lnTo>
                    <a:cubicBezTo>
                      <a:pt x="2330" y="2933"/>
                      <a:pt x="2503" y="3004"/>
                      <a:pt x="2579" y="3085"/>
                    </a:cubicBezTo>
                    <a:cubicBezTo>
                      <a:pt x="2655" y="3161"/>
                      <a:pt x="2680" y="3273"/>
                      <a:pt x="2650" y="3414"/>
                    </a:cubicBezTo>
                    <a:cubicBezTo>
                      <a:pt x="2619" y="3577"/>
                      <a:pt x="2528" y="3698"/>
                      <a:pt x="2371" y="3784"/>
                    </a:cubicBezTo>
                    <a:cubicBezTo>
                      <a:pt x="2214" y="3875"/>
                      <a:pt x="2011" y="3916"/>
                      <a:pt x="1748" y="3916"/>
                    </a:cubicBezTo>
                    <a:cubicBezTo>
                      <a:pt x="1495" y="3916"/>
                      <a:pt x="1236" y="3875"/>
                      <a:pt x="978" y="3799"/>
                    </a:cubicBezTo>
                    <a:cubicBezTo>
                      <a:pt x="720" y="3718"/>
                      <a:pt x="461" y="3602"/>
                      <a:pt x="198" y="3445"/>
                    </a:cubicBezTo>
                    <a:lnTo>
                      <a:pt x="0" y="4448"/>
                    </a:lnTo>
                    <a:cubicBezTo>
                      <a:pt x="269" y="4554"/>
                      <a:pt x="547" y="4640"/>
                      <a:pt x="826" y="4691"/>
                    </a:cubicBezTo>
                    <a:cubicBezTo>
                      <a:pt x="1110" y="4747"/>
                      <a:pt x="1398" y="4777"/>
                      <a:pt x="1692" y="4777"/>
                    </a:cubicBezTo>
                    <a:cubicBezTo>
                      <a:pt x="2310" y="4777"/>
                      <a:pt x="2796" y="4656"/>
                      <a:pt x="3146" y="4407"/>
                    </a:cubicBezTo>
                    <a:cubicBezTo>
                      <a:pt x="3495" y="4159"/>
                      <a:pt x="3723" y="3779"/>
                      <a:pt x="3825" y="3273"/>
                    </a:cubicBezTo>
                    <a:cubicBezTo>
                      <a:pt x="3901" y="2883"/>
                      <a:pt x="3850" y="2589"/>
                      <a:pt x="3678" y="2376"/>
                    </a:cubicBezTo>
                    <a:cubicBezTo>
                      <a:pt x="3506" y="2168"/>
                      <a:pt x="3171" y="2011"/>
                      <a:pt x="2680" y="1910"/>
                    </a:cubicBezTo>
                    <a:lnTo>
                      <a:pt x="2199" y="1809"/>
                    </a:lnTo>
                    <a:cubicBezTo>
                      <a:pt x="1966" y="1758"/>
                      <a:pt x="1814" y="1697"/>
                      <a:pt x="1733" y="1631"/>
                    </a:cubicBezTo>
                    <a:cubicBezTo>
                      <a:pt x="1657" y="1560"/>
                      <a:pt x="1631" y="1464"/>
                      <a:pt x="1657" y="1343"/>
                    </a:cubicBezTo>
                    <a:cubicBezTo>
                      <a:pt x="1687" y="1176"/>
                      <a:pt x="1778" y="1054"/>
                      <a:pt x="1930" y="978"/>
                    </a:cubicBezTo>
                    <a:cubicBezTo>
                      <a:pt x="2082" y="897"/>
                      <a:pt x="2300" y="861"/>
                      <a:pt x="2584" y="861"/>
                    </a:cubicBezTo>
                    <a:cubicBezTo>
                      <a:pt x="2796" y="861"/>
                      <a:pt x="3019" y="887"/>
                      <a:pt x="3247" y="948"/>
                    </a:cubicBezTo>
                    <a:cubicBezTo>
                      <a:pt x="3475" y="1003"/>
                      <a:pt x="3708" y="1089"/>
                      <a:pt x="3936" y="1201"/>
                    </a:cubicBezTo>
                    <a:lnTo>
                      <a:pt x="4134" y="228"/>
                    </a:lnTo>
                    <a:cubicBezTo>
                      <a:pt x="3860" y="152"/>
                      <a:pt x="3597" y="97"/>
                      <a:pt x="3333" y="56"/>
                    </a:cubicBezTo>
                    <a:cubicBezTo>
                      <a:pt x="3075" y="21"/>
                      <a:pt x="2822" y="0"/>
                      <a:pt x="25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43" name="Google Shape;1614;p29" title="Chart">
            <a:hlinkClick r:id="rId3"/>
            <a:extLst>
              <a:ext uri="{FF2B5EF4-FFF2-40B4-BE49-F238E27FC236}">
                <a16:creationId xmlns:a16="http://schemas.microsoft.com/office/drawing/2014/main" id="{AA0C2266-A06E-C30C-9FBD-68741D65246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8257" y="1649747"/>
            <a:ext cx="1155008" cy="12956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ADB74-8FE3-D4AE-1878-0B4C571D6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10400"/>
            <a:ext cx="8375100" cy="572700"/>
          </a:xfrm>
        </p:spPr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9D14D9-912C-53BD-8792-61984A7CA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1152475"/>
            <a:ext cx="8427451" cy="3416400"/>
          </a:xfrm>
        </p:spPr>
        <p:txBody>
          <a:bodyPr/>
          <a:lstStyle/>
          <a:p>
            <a:endParaRPr lang="en-US" sz="1200"/>
          </a:p>
          <a:p>
            <a:r>
              <a:rPr lang="en-US" sz="1200"/>
              <a:t>Mayo Clinic Staff. "COVID-19 Myths Debunked." </a:t>
            </a:r>
            <a:r>
              <a:rPr lang="en-US" sz="1200" i="1"/>
              <a:t>Mayo Clinic</a:t>
            </a:r>
            <a:r>
              <a:rPr lang="en-US" sz="1200"/>
              <a:t>, Mayo Foundation for Medical Education and Research, 3 Mar. 2023, </a:t>
            </a:r>
            <a:r>
              <a:rPr lang="en-US" sz="1200">
                <a:hlinkClick r:id="rId2"/>
              </a:rPr>
              <a:t>www.mayoclinic.org/diseases-conditions/coronavirus/in-depth/coronavirus-myths/art-20485720</a:t>
            </a:r>
            <a:r>
              <a:rPr lang="en-US" sz="1200"/>
              <a:t>.</a:t>
            </a:r>
          </a:p>
          <a:p>
            <a:pPr>
              <a:lnSpc>
                <a:spcPct val="114999"/>
              </a:lnSpc>
            </a:pPr>
            <a:r>
              <a:rPr lang="en-US" sz="1200"/>
              <a:t>Martin, Emily. "Fake News, Social Media, and the Death of Truth." </a:t>
            </a:r>
            <a:r>
              <a:rPr lang="en-US" sz="1200" i="1"/>
              <a:t>CBS News</a:t>
            </a:r>
            <a:r>
              <a:rPr lang="en-US" sz="1200"/>
              <a:t>, CBS Interactive, 2 May 2023, </a:t>
            </a:r>
            <a:r>
              <a:rPr lang="en-US" sz="1200">
                <a:hlinkClick r:id="rId3"/>
              </a:rPr>
              <a:t>www.cbsnews.com/news/fake-news-social-media-and-the-death-of-truth/</a:t>
            </a:r>
            <a:r>
              <a:rPr lang="en-US" sz="1200"/>
              <a:t>.</a:t>
            </a:r>
          </a:p>
          <a:p>
            <a:pPr>
              <a:lnSpc>
                <a:spcPct val="114999"/>
              </a:lnSpc>
            </a:pPr>
            <a:r>
              <a:rPr lang="en-US" sz="1200"/>
              <a:t>"Commentary: Tech Companies' Inability to Control Fake News Exacerbates Violent Acts." </a:t>
            </a:r>
            <a:r>
              <a:rPr lang="en-US" sz="1200" i="1"/>
              <a:t>Business &amp; Human Rights Resource Centre</a:t>
            </a:r>
            <a:r>
              <a:rPr lang="en-US" sz="1200"/>
              <a:t>, Business &amp; Human Rights Resource Centre, 18 Oct. 2023, </a:t>
            </a:r>
            <a:r>
              <a:rPr lang="en-US" sz="1200">
                <a:hlinkClick r:id="rId4"/>
              </a:rPr>
              <a:t>www.business-humanrights.org/en/latest-news/commentary-tech-companies-inability-to-control-fake-news-exacerbates-violent-acts/</a:t>
            </a:r>
            <a:r>
              <a:rPr lang="en-US" sz="1200"/>
              <a:t>.</a:t>
            </a:r>
          </a:p>
          <a:p>
            <a:pPr>
              <a:lnSpc>
                <a:spcPct val="114999"/>
              </a:lnSpc>
            </a:pPr>
            <a:r>
              <a:rPr lang="en-US" sz="1200"/>
              <a:t>Columbia School of Professional Studies. "The Real Impact of Fake News: The Rise of Political Misinformation and How We Can Combat Its Influence." </a:t>
            </a:r>
            <a:r>
              <a:rPr lang="en-US" sz="1200" i="1"/>
              <a:t>Columbia University</a:t>
            </a:r>
            <a:r>
              <a:rPr lang="en-US" sz="1200"/>
              <a:t>, School of Professional Studies, 10 Sept. 2023, sps.columbia.edu/news/real-impact-fake-news-rise-political-misinformation-and-how-we-can-combat-its-influence.</a:t>
            </a:r>
          </a:p>
          <a:p>
            <a:pPr>
              <a:lnSpc>
                <a:spcPct val="114999"/>
              </a:lnSpc>
            </a:pPr>
            <a:r>
              <a:rPr lang="en-US" sz="1200"/>
              <a:t>Office of the U.S. Surgeon General. "Confronting Health Misinformation." </a:t>
            </a:r>
            <a:r>
              <a:rPr lang="en-US" sz="1200" i="1"/>
              <a:t>U.S. Department of Health and Human Services</a:t>
            </a:r>
            <a:r>
              <a:rPr lang="en-US" sz="1200"/>
              <a:t>, 15 Aug. 2023, </a:t>
            </a:r>
            <a:r>
              <a:rPr lang="en-US" sz="1200">
                <a:hlinkClick r:id="rId5"/>
              </a:rPr>
              <a:t>www.hhs.gov/surgeongeneral/priorities/health-misinformation/index.html</a:t>
            </a:r>
            <a:r>
              <a:rPr lang="en-US" sz="1200"/>
              <a:t>.</a:t>
            </a:r>
          </a:p>
          <a:p>
            <a:pPr>
              <a:lnSpc>
                <a:spcPct val="114999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28134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B0F6-9EF4-215B-FFF6-AC9C414AD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587818"/>
            <a:ext cx="8520600" cy="1963500"/>
          </a:xfrm>
        </p:spPr>
        <p:txBody>
          <a:bodyPr wrap="square" anchor="b">
            <a:normAutofit/>
          </a:bodyPr>
          <a:lstStyle/>
          <a:p>
            <a:r>
              <a:rPr lang="en-US" sz="1110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269202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Fake News Infographics by Slidesgo">
  <a:themeElements>
    <a:clrScheme name="Simple Light">
      <a:dk1>
        <a:srgbClr val="000000"/>
      </a:dk1>
      <a:lt1>
        <a:srgbClr val="FFFFFF"/>
      </a:lt1>
      <a:dk2>
        <a:srgbClr val="818181"/>
      </a:dk2>
      <a:lt2>
        <a:srgbClr val="E6E6E6"/>
      </a:lt2>
      <a:accent1>
        <a:srgbClr val="FF7774"/>
      </a:accent1>
      <a:accent2>
        <a:srgbClr val="FF322E"/>
      </a:accent2>
      <a:accent3>
        <a:srgbClr val="9B0C21"/>
      </a:accent3>
      <a:accent4>
        <a:srgbClr val="77DDD0"/>
      </a:accent4>
      <a:accent5>
        <a:srgbClr val="14BBAE"/>
      </a:accent5>
      <a:accent6>
        <a:srgbClr val="1C918B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20</Slides>
  <Notes>8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Fake News Infographics by Slidesgo</vt:lpstr>
      <vt:lpstr>Slidesgo Final Pages</vt:lpstr>
      <vt:lpstr>Did you know?</vt:lpstr>
      <vt:lpstr>Did you know?</vt:lpstr>
      <vt:lpstr>Did you know?</vt:lpstr>
      <vt:lpstr>Did you know?</vt:lpstr>
      <vt:lpstr>PowerPoint Presentation</vt:lpstr>
      <vt:lpstr>Fake News Detection</vt:lpstr>
      <vt:lpstr>Table of Contents</vt:lpstr>
      <vt:lpstr>Industry</vt:lpstr>
      <vt:lpstr>Business Application</vt:lpstr>
      <vt:lpstr>Motivation</vt:lpstr>
      <vt:lpstr>Data Summary</vt:lpstr>
      <vt:lpstr>Text &amp; Title Length</vt:lpstr>
      <vt:lpstr>Word Cloud</vt:lpstr>
      <vt:lpstr>Model Overview</vt:lpstr>
      <vt:lpstr>Evaluation</vt:lpstr>
      <vt:lpstr>Confusion Matrix</vt:lpstr>
      <vt:lpstr>Business Value</vt:lpstr>
      <vt:lpstr>Group Member Task Breakdown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Ryan Stopczynski</dc:creator>
  <cp:revision>4</cp:revision>
  <dcterms:modified xsi:type="dcterms:W3CDTF">2024-11-17T20:01:09Z</dcterms:modified>
</cp:coreProperties>
</file>